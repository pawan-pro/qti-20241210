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43" r:id="rId2"/>
  </p:sldMasterIdLst>
  <p:notesMasterIdLst>
    <p:notesMasterId r:id="rId71"/>
  </p:notesMasterIdLst>
  <p:handoutMasterIdLst>
    <p:handoutMasterId r:id="rId72"/>
  </p:handoutMasterIdLst>
  <p:sldIdLst>
    <p:sldId id="2134808857" r:id="rId3"/>
    <p:sldId id="2134808830" r:id="rId4"/>
    <p:sldId id="2134808883" r:id="rId5"/>
    <p:sldId id="2134808832" r:id="rId6"/>
    <p:sldId id="2134808833" r:id="rId7"/>
    <p:sldId id="2134808858" r:id="rId8"/>
    <p:sldId id="2134808482" r:id="rId9"/>
    <p:sldId id="2134808483" r:id="rId10"/>
    <p:sldId id="2134808484" r:id="rId11"/>
    <p:sldId id="2134808485" r:id="rId12"/>
    <p:sldId id="2134808486" r:id="rId13"/>
    <p:sldId id="2134808487" r:id="rId14"/>
    <p:sldId id="2134808859" r:id="rId15"/>
    <p:sldId id="2134808860" r:id="rId16"/>
    <p:sldId id="2134808861" r:id="rId17"/>
    <p:sldId id="2134808488" r:id="rId18"/>
    <p:sldId id="2134808489" r:id="rId19"/>
    <p:sldId id="2134808490" r:id="rId20"/>
    <p:sldId id="2134808491" r:id="rId21"/>
    <p:sldId id="2134808492" r:id="rId22"/>
    <p:sldId id="2134808493" r:id="rId23"/>
    <p:sldId id="2134808862" r:id="rId24"/>
    <p:sldId id="2134808863" r:id="rId25"/>
    <p:sldId id="2134808864" r:id="rId26"/>
    <p:sldId id="2134808494" r:id="rId27"/>
    <p:sldId id="2134808495" r:id="rId28"/>
    <p:sldId id="2134808496" r:id="rId29"/>
    <p:sldId id="2134808497" r:id="rId30"/>
    <p:sldId id="2134808498" r:id="rId31"/>
    <p:sldId id="2134808499" r:id="rId32"/>
    <p:sldId id="2134808865" r:id="rId33"/>
    <p:sldId id="2134808866" r:id="rId34"/>
    <p:sldId id="2134808867" r:id="rId35"/>
    <p:sldId id="2134808500" r:id="rId36"/>
    <p:sldId id="2134808501" r:id="rId37"/>
    <p:sldId id="2134808502" r:id="rId38"/>
    <p:sldId id="2134808503" r:id="rId39"/>
    <p:sldId id="2134808504" r:id="rId40"/>
    <p:sldId id="2134808505" r:id="rId41"/>
    <p:sldId id="2134808868" r:id="rId42"/>
    <p:sldId id="2134808869" r:id="rId43"/>
    <p:sldId id="2134808870" r:id="rId44"/>
    <p:sldId id="2134808506" r:id="rId45"/>
    <p:sldId id="2134808507" r:id="rId46"/>
    <p:sldId id="2134808508" r:id="rId47"/>
    <p:sldId id="2134808509" r:id="rId48"/>
    <p:sldId id="2134808510" r:id="rId49"/>
    <p:sldId id="2134808511" r:id="rId50"/>
    <p:sldId id="2134808871" r:id="rId51"/>
    <p:sldId id="2134808872" r:id="rId52"/>
    <p:sldId id="2134808873" r:id="rId53"/>
    <p:sldId id="2134808512" r:id="rId54"/>
    <p:sldId id="2134808513" r:id="rId55"/>
    <p:sldId id="2134808514" r:id="rId56"/>
    <p:sldId id="2134808515" r:id="rId57"/>
    <p:sldId id="2134808516" r:id="rId58"/>
    <p:sldId id="2134808517" r:id="rId59"/>
    <p:sldId id="2134808874" r:id="rId60"/>
    <p:sldId id="2134808875" r:id="rId61"/>
    <p:sldId id="2134808876" r:id="rId62"/>
    <p:sldId id="2134808877" r:id="rId63"/>
    <p:sldId id="2134808878" r:id="rId64"/>
    <p:sldId id="2134808879" r:id="rId65"/>
    <p:sldId id="2134808880" r:id="rId66"/>
    <p:sldId id="2134808881" r:id="rId67"/>
    <p:sldId id="2134808882" r:id="rId68"/>
    <p:sldId id="2134808561" r:id="rId69"/>
    <p:sldId id="2134808442" r:id="rId70"/>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436" userDrawn="1">
          <p15:clr>
            <a:srgbClr val="A4A3A4"/>
          </p15:clr>
        </p15:guide>
        <p15:guide id="2" orient="horz" pos="255" userDrawn="1">
          <p15:clr>
            <a:srgbClr val="A4A3A4"/>
          </p15:clr>
        </p15:guide>
        <p15:guide id="3" pos="5700" userDrawn="1">
          <p15:clr>
            <a:srgbClr val="A4A3A4"/>
          </p15:clr>
        </p15:guide>
        <p15:guide id="5" pos="7469" userDrawn="1">
          <p15:clr>
            <a:srgbClr val="A4A3A4"/>
          </p15:clr>
        </p15:guide>
        <p15:guide id="6" orient="horz" pos="4020" userDrawn="1">
          <p15:clr>
            <a:srgbClr val="A4A3A4"/>
          </p15:clr>
        </p15:guide>
        <p15:guide id="8" orient="horz" pos="3407" userDrawn="1">
          <p15:clr>
            <a:srgbClr val="A4A3A4"/>
          </p15:clr>
        </p15:guide>
        <p15:guide id="9" orient="horz" pos="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44"/>
    <p:restoredTop sz="91422"/>
  </p:normalViewPr>
  <p:slideViewPr>
    <p:cSldViewPr snapToGrid="0">
      <p:cViewPr varScale="1">
        <p:scale>
          <a:sx n="101" d="100"/>
          <a:sy n="101" d="100"/>
        </p:scale>
        <p:origin x="224" y="200"/>
      </p:cViewPr>
      <p:guideLst>
        <p:guide pos="1436"/>
        <p:guide orient="horz" pos="255"/>
        <p:guide pos="5700"/>
        <p:guide pos="7469"/>
        <p:guide orient="horz" pos="4020"/>
        <p:guide orient="horz" pos="3407"/>
        <p:guide orient="horz" pos="77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0821EE-F6BC-7AE6-BB66-555E72FA51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a:extLst>
              <a:ext uri="{FF2B5EF4-FFF2-40B4-BE49-F238E27FC236}">
                <a16:creationId xmlns:a16="http://schemas.microsoft.com/office/drawing/2014/main" id="{B3D28F7F-1492-B70D-3315-D4F9DAA75D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62A6E8-8D90-7649-A553-2F0C8B30EA74}" type="datetimeFigureOut">
              <a:rPr lang="en-AE" smtClean="0"/>
              <a:t>29/12/2024</a:t>
            </a:fld>
            <a:endParaRPr lang="en-AE"/>
          </a:p>
        </p:txBody>
      </p:sp>
      <p:sp>
        <p:nvSpPr>
          <p:cNvPr id="4" name="Footer Placeholder 3">
            <a:extLst>
              <a:ext uri="{FF2B5EF4-FFF2-40B4-BE49-F238E27FC236}">
                <a16:creationId xmlns:a16="http://schemas.microsoft.com/office/drawing/2014/main" id="{E21A266D-0440-B83B-56B2-342D2E6578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Quantwater Tech Investments</a:t>
            </a:r>
            <a:endParaRPr lang="en-AE"/>
          </a:p>
        </p:txBody>
      </p:sp>
      <p:sp>
        <p:nvSpPr>
          <p:cNvPr id="5" name="Slide Number Placeholder 4">
            <a:extLst>
              <a:ext uri="{FF2B5EF4-FFF2-40B4-BE49-F238E27FC236}">
                <a16:creationId xmlns:a16="http://schemas.microsoft.com/office/drawing/2014/main" id="{077FF633-B8DF-F4AC-C9FD-10F9AE95CC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13B1E8-591D-C84E-80BB-5A7EB9A23DBE}" type="slidenum">
              <a:rPr lang="en-AE" smtClean="0"/>
              <a:t>‹#›</a:t>
            </a:fld>
            <a:endParaRPr lang="en-AE"/>
          </a:p>
        </p:txBody>
      </p:sp>
    </p:spTree>
    <p:extLst>
      <p:ext uri="{BB962C8B-B14F-4D97-AF65-F5344CB8AC3E}">
        <p14:creationId xmlns:p14="http://schemas.microsoft.com/office/powerpoint/2010/main" val="114636167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75A7FD-91E2-954A-9425-5D866119A455}" type="datetimeFigureOut">
              <a:rPr lang="en-AE" smtClean="0"/>
              <a:t>29/12/2024</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Quantwater Tech Investments</a:t>
            </a:r>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38A06B-10E7-C54A-8613-C05E567ECF32}" type="slidenum">
              <a:rPr lang="en-AE" smtClean="0"/>
              <a:t>‹#›</a:t>
            </a:fld>
            <a:endParaRPr lang="en-AE"/>
          </a:p>
        </p:txBody>
      </p:sp>
    </p:spTree>
    <p:extLst>
      <p:ext uri="{BB962C8B-B14F-4D97-AF65-F5344CB8AC3E}">
        <p14:creationId xmlns:p14="http://schemas.microsoft.com/office/powerpoint/2010/main" val="220542336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9.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9.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9.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01">
    <p:bg>
      <p:bgRef idx="1001">
        <a:schemeClr val="bg2"/>
      </p:bgRef>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D5FEA3AC-9822-43A6-879C-C7A74AC28320}"/>
              </a:ext>
            </a:extLst>
          </p:cNvPr>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21" name="Subtitle 2">
            <a:extLst>
              <a:ext uri="{FF2B5EF4-FFF2-40B4-BE49-F238E27FC236}">
                <a16:creationId xmlns:a16="http://schemas.microsoft.com/office/drawing/2014/main" id="{8570C13C-21E5-476B-AC68-F155A4CFA9B8}"/>
              </a:ext>
            </a:extLst>
          </p:cNvPr>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343145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D875110-92AD-4B1D-AEAC-18D9724A6167}"/>
              </a:ext>
            </a:extLst>
          </p:cNvPr>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3B39607-2E4B-4AC6-8C2A-8CBBE8B34749}"/>
              </a:ext>
            </a:extLst>
          </p:cNvPr>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a:extLst>
              <a:ext uri="{FF2B5EF4-FFF2-40B4-BE49-F238E27FC236}">
                <a16:creationId xmlns:a16="http://schemas.microsoft.com/office/drawing/2014/main" id="{20CAE8E0-DE57-EC7F-CB25-FAECB9C302FB}"/>
              </a:ext>
            </a:extLst>
          </p:cNvPr>
          <p:cNvPicPr>
            <a:picLocks noChangeAspect="1"/>
          </p:cNvPicPr>
          <p:nvPr userDrawn="1"/>
        </p:nvPicPr>
        <p:blipFill>
          <a:blip r:embed="rId2">
            <a:duotone>
              <a:schemeClr val="bg2">
                <a:shade val="45000"/>
                <a:satMod val="135000"/>
              </a:schemeClr>
              <a:prstClr val="white"/>
            </a:duotone>
          </a:blip>
          <a:stretch>
            <a:fillRect/>
          </a:stretch>
        </p:blipFill>
        <p:spPr>
          <a:xfrm>
            <a:off x="0" y="-22470"/>
            <a:ext cx="12192000" cy="6902939"/>
          </a:xfrm>
          <a:prstGeom prst="rect">
            <a:avLst/>
          </a:prstGeom>
        </p:spPr>
      </p:pic>
      <p:sp>
        <p:nvSpPr>
          <p:cNvPr id="3" name="Rectangle 2">
            <a:extLst>
              <a:ext uri="{FF2B5EF4-FFF2-40B4-BE49-F238E27FC236}">
                <a16:creationId xmlns:a16="http://schemas.microsoft.com/office/drawing/2014/main" id="{E5267637-FC01-9F63-3AD7-70C1B9F0CB15}"/>
              </a:ext>
            </a:extLst>
          </p:cNvPr>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4" name="Title 1">
            <a:extLst>
              <a:ext uri="{FF2B5EF4-FFF2-40B4-BE49-F238E27FC236}">
                <a16:creationId xmlns:a16="http://schemas.microsoft.com/office/drawing/2014/main" id="{0CA495C0-1C4D-12B9-1C8F-8C7D7E4CD545}"/>
              </a:ext>
            </a:extLst>
          </p:cNvPr>
          <p:cNvSpPr txBox="1">
            <a:spLocks/>
          </p:cNvSpPr>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endParaRPr lang="en-AE" sz="1100" dirty="0">
              <a:solidFill>
                <a:schemeClr val="accent5">
                  <a:lumMod val="50000"/>
                </a:schemeClr>
              </a:solidFill>
            </a:endParaRPr>
          </a:p>
        </p:txBody>
      </p:sp>
      <p:sp>
        <p:nvSpPr>
          <p:cNvPr id="5" name="TextBox 4">
            <a:extLst>
              <a:ext uri="{FF2B5EF4-FFF2-40B4-BE49-F238E27FC236}">
                <a16:creationId xmlns:a16="http://schemas.microsoft.com/office/drawing/2014/main" id="{37C66759-C84F-66BA-96AB-C496F6EF211E}"/>
              </a:ext>
            </a:extLst>
          </p:cNvPr>
          <p:cNvSpPr txBox="1"/>
          <p:nvPr userDrawn="1"/>
        </p:nvSpPr>
        <p:spPr>
          <a:xfrm rot="16200000">
            <a:off x="10416985" y="3319284"/>
            <a:ext cx="3295126" cy="369332"/>
          </a:xfrm>
          <a:prstGeom prst="rect">
            <a:avLst/>
          </a:prstGeom>
          <a:noFill/>
        </p:spPr>
        <p:txBody>
          <a:bodyPr wrap="square">
            <a:spAutoFit/>
          </a:bodyPr>
          <a:lstStyle/>
          <a:p>
            <a:r>
              <a:rPr lang="en-US" sz="1800" dirty="0">
                <a:solidFill>
                  <a:schemeClr val="accent4">
                    <a:lumMod val="75000"/>
                  </a:schemeClr>
                </a:solidFill>
              </a:rPr>
              <a:t>Quantwater Tech Investments </a:t>
            </a:r>
            <a:endParaRPr lang="en-AE" sz="1600" dirty="0">
              <a:solidFill>
                <a:schemeClr val="accent4">
                  <a:lumMod val="75000"/>
                </a:schemeClr>
              </a:solidFill>
            </a:endParaRPr>
          </a:p>
        </p:txBody>
      </p:sp>
      <p:sp>
        <p:nvSpPr>
          <p:cNvPr id="7" name="Title 1">
            <a:extLst>
              <a:ext uri="{FF2B5EF4-FFF2-40B4-BE49-F238E27FC236}">
                <a16:creationId xmlns:a16="http://schemas.microsoft.com/office/drawing/2014/main" id="{36495BF0-EAD4-F3BD-39D0-7E334D760864}"/>
              </a:ext>
            </a:extLst>
          </p:cNvPr>
          <p:cNvSpPr txBox="1">
            <a:spLocks/>
          </p:cNvSpPr>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4130231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Main Title 03">
    <p:bg>
      <p:bgRef idx="1001">
        <a:schemeClr val="bg2"/>
      </p:bgRef>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32C1ECA-AD9A-4EF8-9E77-79C58E79D5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508" y="-32657"/>
            <a:ext cx="12301017" cy="6923314"/>
          </a:xfrm>
          <a:prstGeom prst="rect">
            <a:avLst/>
          </a:prstGeom>
        </p:spPr>
      </p:pic>
      <p:sp>
        <p:nvSpPr>
          <p:cNvPr id="2" name="Title 1">
            <a:extLst>
              <a:ext uri="{FF2B5EF4-FFF2-40B4-BE49-F238E27FC236}">
                <a16:creationId xmlns:a16="http://schemas.microsoft.com/office/drawing/2014/main" id="{E1A865F5-C55E-41BD-95D0-D47AD2696817}"/>
              </a:ext>
            </a:extLst>
          </p:cNvPr>
          <p:cNvSpPr>
            <a:spLocks noGrp="1"/>
          </p:cNvSpPr>
          <p:nvPr userDrawn="1">
            <p:ph type="ctrTitle"/>
          </p:nvPr>
        </p:nvSpPr>
        <p:spPr>
          <a:xfrm>
            <a:off x="266700" y="875170"/>
            <a:ext cx="6062980" cy="68693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B31387C-8F56-4A62-A102-708F5B830556}"/>
              </a:ext>
            </a:extLst>
          </p:cNvPr>
          <p:cNvSpPr>
            <a:spLocks noGrp="1"/>
          </p:cNvSpPr>
          <p:nvPr userDrawn="1">
            <p:ph type="subTitle" idx="1"/>
          </p:nvPr>
        </p:nvSpPr>
        <p:spPr>
          <a:xfrm>
            <a:off x="266700" y="1656272"/>
            <a:ext cx="6062980" cy="854016"/>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95489580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title 04">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5C26389-C187-4AD7-BCB0-8619030230B3}"/>
              </a:ext>
            </a:extLst>
          </p:cNvPr>
          <p:cNvSpPr>
            <a:spLocks noGrp="1"/>
          </p:cNvSpPr>
          <p:nvPr>
            <p:ph type="ctrTitle"/>
          </p:nvPr>
        </p:nvSpPr>
        <p:spPr>
          <a:xfrm>
            <a:off x="266700" y="1562100"/>
            <a:ext cx="4864100" cy="1049972"/>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CF5F9DC1-4E81-4D29-A5CC-1C3BC8008FFE}"/>
              </a:ext>
            </a:extLst>
          </p:cNvPr>
          <p:cNvSpPr>
            <a:spLocks noGrp="1"/>
          </p:cNvSpPr>
          <p:nvPr>
            <p:ph type="subTitle" idx="1"/>
          </p:nvPr>
        </p:nvSpPr>
        <p:spPr>
          <a:xfrm>
            <a:off x="266700" y="2704149"/>
            <a:ext cx="4864100" cy="724852"/>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48127318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ain title 05">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19E56D6-82D8-416C-AAB4-564F1251372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1">
            <a:extLst>
              <a:ext uri="{FF2B5EF4-FFF2-40B4-BE49-F238E27FC236}">
                <a16:creationId xmlns:a16="http://schemas.microsoft.com/office/drawing/2014/main" id="{EA6695A9-E4F3-40ED-B2B6-3AE616E08049}"/>
              </a:ext>
            </a:extLst>
          </p:cNvPr>
          <p:cNvSpPr>
            <a:spLocks noGrp="1"/>
          </p:cNvSpPr>
          <p:nvPr>
            <p:ph type="ctrTitle"/>
          </p:nvPr>
        </p:nvSpPr>
        <p:spPr>
          <a:xfrm>
            <a:off x="353065" y="2369621"/>
            <a:ext cx="5109583" cy="1049973"/>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3D8C2CE6-98CF-45AD-BBF1-7836C5D02C45}"/>
              </a:ext>
            </a:extLst>
          </p:cNvPr>
          <p:cNvSpPr>
            <a:spLocks noGrp="1"/>
          </p:cNvSpPr>
          <p:nvPr>
            <p:ph type="subTitle" idx="1"/>
          </p:nvPr>
        </p:nvSpPr>
        <p:spPr>
          <a:xfrm>
            <a:off x="353065" y="3511670"/>
            <a:ext cx="5109583" cy="724852"/>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3" name="Picture 2">
            <a:extLst>
              <a:ext uri="{FF2B5EF4-FFF2-40B4-BE49-F238E27FC236}">
                <a16:creationId xmlns:a16="http://schemas.microsoft.com/office/drawing/2014/main" id="{D361D78A-280A-B416-03B1-680D81C60AF7}"/>
              </a:ext>
            </a:extLst>
          </p:cNvPr>
          <p:cNvPicPr>
            <a:picLocks noChangeAspect="1"/>
          </p:cNvPicPr>
          <p:nvPr userDrawn="1"/>
        </p:nvPicPr>
        <p:blipFill>
          <a:blip r:embed="rId3">
            <a:duotone>
              <a:schemeClr val="accent6">
                <a:shade val="45000"/>
                <a:satMod val="135000"/>
              </a:schemeClr>
              <a:prstClr val="white"/>
            </a:duotone>
          </a:blip>
          <a:stretch>
            <a:fillRect/>
          </a:stretch>
        </p:blipFill>
        <p:spPr>
          <a:xfrm>
            <a:off x="10896252" y="-25051"/>
            <a:ext cx="1320800" cy="747818"/>
          </a:xfrm>
          <a:prstGeom prst="rect">
            <a:avLst/>
          </a:prstGeom>
        </p:spPr>
      </p:pic>
    </p:spTree>
    <p:extLst>
      <p:ext uri="{BB962C8B-B14F-4D97-AF65-F5344CB8AC3E}">
        <p14:creationId xmlns:p14="http://schemas.microsoft.com/office/powerpoint/2010/main" val="246438714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Title 06">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70B9634-9E10-4402-8936-822203667E2D}"/>
              </a:ext>
            </a:extLst>
          </p:cNvPr>
          <p:cNvSpPr>
            <a:spLocks noGrp="1"/>
          </p:cNvSpPr>
          <p:nvPr>
            <p:ph type="ctrTitle"/>
          </p:nvPr>
        </p:nvSpPr>
        <p:spPr>
          <a:xfrm>
            <a:off x="266700" y="4277359"/>
            <a:ext cx="11658600" cy="1149033"/>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9" name="Subtitle 2">
            <a:extLst>
              <a:ext uri="{FF2B5EF4-FFF2-40B4-BE49-F238E27FC236}">
                <a16:creationId xmlns:a16="http://schemas.microsoft.com/office/drawing/2014/main" id="{9CF6C0E8-E4C0-4F38-965A-326D92D3AFED}"/>
              </a:ext>
            </a:extLst>
          </p:cNvPr>
          <p:cNvSpPr>
            <a:spLocks noGrp="1"/>
          </p:cNvSpPr>
          <p:nvPr>
            <p:ph type="subTitle" idx="1"/>
          </p:nvPr>
        </p:nvSpPr>
        <p:spPr>
          <a:xfrm>
            <a:off x="266700" y="5548948"/>
            <a:ext cx="11658600" cy="1042352"/>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Rectangle 1">
            <a:extLst>
              <a:ext uri="{FF2B5EF4-FFF2-40B4-BE49-F238E27FC236}">
                <a16:creationId xmlns:a16="http://schemas.microsoft.com/office/drawing/2014/main" id="{FC20E7E5-A7BC-3364-20F7-D11C40139548}"/>
              </a:ext>
            </a:extLst>
          </p:cNvPr>
          <p:cNvSpPr/>
          <p:nvPr userDrawn="1"/>
        </p:nvSpPr>
        <p:spPr>
          <a:xfrm>
            <a:off x="0" y="0"/>
            <a:ext cx="12212505"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3" name="Picture 2">
            <a:extLst>
              <a:ext uri="{FF2B5EF4-FFF2-40B4-BE49-F238E27FC236}">
                <a16:creationId xmlns:a16="http://schemas.microsoft.com/office/drawing/2014/main" id="{6849EDC3-DEF6-3538-B043-29EC79ECDAA6}"/>
              </a:ext>
            </a:extLst>
          </p:cNvPr>
          <p:cNvPicPr>
            <a:picLocks noChangeAspect="1"/>
          </p:cNvPicPr>
          <p:nvPr userDrawn="1"/>
        </p:nvPicPr>
        <p:blipFill>
          <a:blip r:embed="rId2">
            <a:duotone>
              <a:prstClr val="black"/>
              <a:schemeClr val="bg2">
                <a:tint val="45000"/>
                <a:satMod val="400000"/>
              </a:schemeClr>
            </a:duotone>
          </a:blip>
          <a:stretch>
            <a:fillRect/>
          </a:stretch>
        </p:blipFill>
        <p:spPr>
          <a:xfrm>
            <a:off x="10871200" y="1"/>
            <a:ext cx="1320800" cy="747818"/>
          </a:xfrm>
          <a:prstGeom prst="rect">
            <a:avLst/>
          </a:prstGeom>
        </p:spPr>
      </p:pic>
    </p:spTree>
    <p:extLst>
      <p:ext uri="{BB962C8B-B14F-4D97-AF65-F5344CB8AC3E}">
        <p14:creationId xmlns:p14="http://schemas.microsoft.com/office/powerpoint/2010/main" val="148915907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C560A716-2BA4-46D2-B9CD-54F71440840A}"/>
              </a:ext>
            </a:extLst>
          </p:cNvPr>
          <p:cNvSpPr>
            <a:spLocks noGrp="1"/>
          </p:cNvSpPr>
          <p:nvPr>
            <p:ph type="pic" sz="quarter" idx="15"/>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562100 h 6858000"/>
              <a:gd name="connsiteX3" fmla="*/ 6791325 w 12192000"/>
              <a:gd name="connsiteY3" fmla="*/ 1562100 h 6858000"/>
              <a:gd name="connsiteX4" fmla="*/ 6791325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562100"/>
                </a:lnTo>
                <a:lnTo>
                  <a:pt x="6791325" y="1562100"/>
                </a:lnTo>
                <a:lnTo>
                  <a:pt x="6791325" y="6858000"/>
                </a:lnTo>
                <a:lnTo>
                  <a:pt x="0" y="6858000"/>
                </a:lnTo>
                <a:close/>
              </a:path>
            </a:pathLst>
          </a:custGeom>
        </p:spPr>
        <p:txBody>
          <a:bodyPr wrap="square">
            <a:noAutofit/>
          </a:bodyPr>
          <a:lstStyle>
            <a:lvl1pPr>
              <a:defRPr sz="1800"/>
            </a:lvl1pPr>
          </a:lstStyle>
          <a:p>
            <a:r>
              <a:rPr lang="en-US"/>
              <a:t>Click icon to add picture</a:t>
            </a:r>
            <a:endParaRPr lang="en-US" dirty="0"/>
          </a:p>
        </p:txBody>
      </p:sp>
      <p:pic>
        <p:nvPicPr>
          <p:cNvPr id="68" name="Graphic 67">
            <a:extLst>
              <a:ext uri="{FF2B5EF4-FFF2-40B4-BE49-F238E27FC236}">
                <a16:creationId xmlns:a16="http://schemas.microsoft.com/office/drawing/2014/main" id="{FA41E3B1-6684-4540-9333-C7D95CB04D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67" name="Title 1">
            <a:extLst>
              <a:ext uri="{FF2B5EF4-FFF2-40B4-BE49-F238E27FC236}">
                <a16:creationId xmlns:a16="http://schemas.microsoft.com/office/drawing/2014/main" id="{CC847017-2132-4B81-97D6-8201F147D92E}"/>
              </a:ext>
            </a:extLst>
          </p:cNvPr>
          <p:cNvSpPr>
            <a:spLocks noGrp="1"/>
          </p:cNvSpPr>
          <p:nvPr>
            <p:ph type="title" hasCustomPrompt="1"/>
          </p:nvPr>
        </p:nvSpPr>
        <p:spPr>
          <a:xfrm>
            <a:off x="6835139" y="435247"/>
            <a:ext cx="4516239" cy="571500"/>
          </a:xfrm>
        </p:spPr>
        <p:txBody>
          <a:bodyPr anchor="t">
            <a:normAutofit/>
          </a:bodyPr>
          <a:lstStyle>
            <a:lvl1pPr>
              <a:defRPr sz="2800">
                <a:solidFill>
                  <a:schemeClr val="tx1"/>
                </a:solidFill>
                <a:latin typeface="Arial" panose="020B0604020202020204" pitchFamily="34" charset="0"/>
              </a:defRPr>
            </a:lvl1pPr>
          </a:lstStyle>
          <a:p>
            <a:r>
              <a:rPr lang="en-US" dirty="0"/>
              <a:t>TABLE OF CONTENT</a:t>
            </a:r>
          </a:p>
        </p:txBody>
      </p:sp>
      <p:pic>
        <p:nvPicPr>
          <p:cNvPr id="2" name="Picture 1">
            <a:extLst>
              <a:ext uri="{FF2B5EF4-FFF2-40B4-BE49-F238E27FC236}">
                <a16:creationId xmlns:a16="http://schemas.microsoft.com/office/drawing/2014/main" id="{E5F3394C-C280-210B-9C82-7E15535FF282}"/>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1559639" y="0"/>
            <a:ext cx="644886" cy="365125"/>
          </a:xfrm>
          <a:prstGeom prst="rect">
            <a:avLst/>
          </a:prstGeom>
        </p:spPr>
      </p:pic>
    </p:spTree>
    <p:extLst>
      <p:ext uri="{BB962C8B-B14F-4D97-AF65-F5344CB8AC3E}">
        <p14:creationId xmlns:p14="http://schemas.microsoft.com/office/powerpoint/2010/main" val="1371795965"/>
      </p:ext>
    </p:extLst>
  </p:cSld>
  <p:clrMapOvr>
    <a:masterClrMapping/>
  </p:clrMapOvr>
  <p:extLst>
    <p:ext uri="{DCECCB84-F9BA-43D5-87BE-67443E8EF086}">
      <p15:sldGuideLst xmlns:p15="http://schemas.microsoft.com/office/powerpoint/2012/main">
        <p15:guide id="1" orient="horz" pos="9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_main image and text">
    <p:bg>
      <p:bgRef idx="1001">
        <a:schemeClr val="bg1"/>
      </p:bgRef>
    </p:bg>
    <p:spTree>
      <p:nvGrpSpPr>
        <p:cNvPr id="1" name=""/>
        <p:cNvGrpSpPr/>
        <p:nvPr/>
      </p:nvGrpSpPr>
      <p:grpSpPr>
        <a:xfrm>
          <a:off x="0" y="0"/>
          <a:ext cx="0" cy="0"/>
          <a:chOff x="0" y="0"/>
          <a:chExt cx="0" cy="0"/>
        </a:xfrm>
      </p:grpSpPr>
      <p:sp>
        <p:nvSpPr>
          <p:cNvPr id="16" name="Graphic 3">
            <a:extLst>
              <a:ext uri="{FF2B5EF4-FFF2-40B4-BE49-F238E27FC236}">
                <a16:creationId xmlns:a16="http://schemas.microsoft.com/office/drawing/2014/main" id="{6DADB1F1-BA34-498F-96B1-C3FB64611A37}"/>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5" name="Picture Placeholder 4">
            <a:extLst>
              <a:ext uri="{FF2B5EF4-FFF2-40B4-BE49-F238E27FC236}">
                <a16:creationId xmlns:a16="http://schemas.microsoft.com/office/drawing/2014/main" id="{A15D53C6-B6DC-4248-A987-4CFDFA8BF6C2}"/>
              </a:ext>
            </a:extLst>
          </p:cNvPr>
          <p:cNvSpPr>
            <a:spLocks noGrp="1"/>
          </p:cNvSpPr>
          <p:nvPr>
            <p:ph type="pic" sz="quarter" idx="10"/>
          </p:nvPr>
        </p:nvSpPr>
        <p:spPr>
          <a:xfrm>
            <a:off x="5815442" y="-6350"/>
            <a:ext cx="5766958" cy="6314012"/>
          </a:xfrm>
          <a:custGeom>
            <a:avLst/>
            <a:gdLst>
              <a:gd name="connsiteX0" fmla="*/ 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0 w 5800725"/>
              <a:gd name="connsiteY4" fmla="*/ 0 h 6294438"/>
              <a:gd name="connsiteX0" fmla="*/ 3830320 w 5800725"/>
              <a:gd name="connsiteY0" fmla="*/ 0 h 6304598"/>
              <a:gd name="connsiteX1" fmla="*/ 5800725 w 5800725"/>
              <a:gd name="connsiteY1" fmla="*/ 10160 h 6304598"/>
              <a:gd name="connsiteX2" fmla="*/ 5800725 w 5800725"/>
              <a:gd name="connsiteY2" fmla="*/ 6304598 h 6304598"/>
              <a:gd name="connsiteX3" fmla="*/ 0 w 5800725"/>
              <a:gd name="connsiteY3" fmla="*/ 6304598 h 6304598"/>
              <a:gd name="connsiteX4" fmla="*/ 3830320 w 5800725"/>
              <a:gd name="connsiteY4" fmla="*/ 0 h 6304598"/>
              <a:gd name="connsiteX0" fmla="*/ 400304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4003040 w 5800725"/>
              <a:gd name="connsiteY4" fmla="*/ 0 h 6294438"/>
              <a:gd name="connsiteX0" fmla="*/ 3964940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64940 w 5762625"/>
              <a:gd name="connsiteY4" fmla="*/ 0 h 6309678"/>
              <a:gd name="connsiteX0" fmla="*/ 3950818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50818 w 5762625"/>
              <a:gd name="connsiteY4" fmla="*/ 0 h 6309678"/>
              <a:gd name="connsiteX0" fmla="*/ 3955151 w 5766958"/>
              <a:gd name="connsiteY0" fmla="*/ 0 h 6314012"/>
              <a:gd name="connsiteX1" fmla="*/ 5766958 w 5766958"/>
              <a:gd name="connsiteY1" fmla="*/ 0 h 6314012"/>
              <a:gd name="connsiteX2" fmla="*/ 5766958 w 5766958"/>
              <a:gd name="connsiteY2" fmla="*/ 6294438 h 6314012"/>
              <a:gd name="connsiteX3" fmla="*/ 0 w 5766958"/>
              <a:gd name="connsiteY3" fmla="*/ 6314012 h 6314012"/>
              <a:gd name="connsiteX4" fmla="*/ 3955151 w 5766958"/>
              <a:gd name="connsiteY4" fmla="*/ 0 h 631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6958" h="6314012">
                <a:moveTo>
                  <a:pt x="3955151" y="0"/>
                </a:moveTo>
                <a:lnTo>
                  <a:pt x="5766958" y="0"/>
                </a:lnTo>
                <a:lnTo>
                  <a:pt x="5766958" y="6294438"/>
                </a:lnTo>
                <a:lnTo>
                  <a:pt x="0" y="6314012"/>
                </a:lnTo>
                <a:lnTo>
                  <a:pt x="3955151" y="0"/>
                </a:lnTo>
                <a:close/>
              </a:path>
            </a:pathLst>
          </a:custGeom>
          <a:ln>
            <a:noFill/>
          </a:ln>
        </p:spPr>
        <p:txBody>
          <a:bodyPr/>
          <a:lstStyle>
            <a:lvl1pPr>
              <a:defRPr sz="1800"/>
            </a:lvl1pPr>
          </a:lstStyle>
          <a:p>
            <a:r>
              <a:rPr lang="en-US"/>
              <a:t>Click icon to add picture</a:t>
            </a:r>
            <a:endParaRPr lang="en-US" dirty="0"/>
          </a:p>
        </p:txBody>
      </p:sp>
      <p:sp>
        <p:nvSpPr>
          <p:cNvPr id="22" name="Title 1">
            <a:extLst>
              <a:ext uri="{FF2B5EF4-FFF2-40B4-BE49-F238E27FC236}">
                <a16:creationId xmlns:a16="http://schemas.microsoft.com/office/drawing/2014/main" id="{60EBE673-96FD-4396-9AFD-C29813776851}"/>
              </a:ext>
            </a:extLst>
          </p:cNvPr>
          <p:cNvSpPr>
            <a:spLocks noGrp="1"/>
          </p:cNvSpPr>
          <p:nvPr>
            <p:ph type="title" hasCustomPrompt="1"/>
          </p:nvPr>
        </p:nvSpPr>
        <p:spPr>
          <a:xfrm>
            <a:off x="269525" y="233362"/>
            <a:ext cx="7793819"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290CF5DB-562F-4BFC-881F-0FF5AEB0EA1E}"/>
              </a:ext>
            </a:extLst>
          </p:cNvPr>
          <p:cNvSpPr>
            <a:spLocks noGrp="1"/>
          </p:cNvSpPr>
          <p:nvPr>
            <p:ph type="body" sz="quarter" idx="14"/>
          </p:nvPr>
        </p:nvSpPr>
        <p:spPr>
          <a:xfrm>
            <a:off x="269525" y="837645"/>
            <a:ext cx="7793819"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4" name="Content Placeholder 3">
            <a:extLst>
              <a:ext uri="{FF2B5EF4-FFF2-40B4-BE49-F238E27FC236}">
                <a16:creationId xmlns:a16="http://schemas.microsoft.com/office/drawing/2014/main" id="{A072D278-3325-4CB4-A26E-5143FBB3B6E7}"/>
              </a:ext>
            </a:extLst>
          </p:cNvPr>
          <p:cNvSpPr>
            <a:spLocks noGrp="1"/>
          </p:cNvSpPr>
          <p:nvPr>
            <p:ph sz="half" idx="2"/>
          </p:nvPr>
        </p:nvSpPr>
        <p:spPr>
          <a:xfrm>
            <a:off x="266700" y="1562100"/>
            <a:ext cx="5159410" cy="5029200"/>
          </a:xfrm>
        </p:spPr>
        <p:txBody>
          <a:bodyPr>
            <a:normAutofit/>
          </a:bodyPr>
          <a:lstStyle>
            <a:lvl1pPr>
              <a:defRPr sz="12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pic>
        <p:nvPicPr>
          <p:cNvPr id="27" name="Graphic 26">
            <a:extLst>
              <a:ext uri="{FF2B5EF4-FFF2-40B4-BE49-F238E27FC236}">
                <a16:creationId xmlns:a16="http://schemas.microsoft.com/office/drawing/2014/main" id="{5F2952C2-B33C-47F9-A628-02394560BDC9}"/>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28" name="Straight Connector 27">
            <a:extLst>
              <a:ext uri="{FF2B5EF4-FFF2-40B4-BE49-F238E27FC236}">
                <a16:creationId xmlns:a16="http://schemas.microsoft.com/office/drawing/2014/main" id="{0E6BB827-44D0-4A54-AC02-3443D2EA8B32}"/>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9" name="Slide Number Placeholder 3">
            <a:extLst>
              <a:ext uri="{FF2B5EF4-FFF2-40B4-BE49-F238E27FC236}">
                <a16:creationId xmlns:a16="http://schemas.microsoft.com/office/drawing/2014/main" id="{E92B1CC3-9610-42DA-BB4F-F07E17597B98}"/>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5B246E13-3DE0-3DB5-F3A2-5AE32E291A27}"/>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96252" y="-25051"/>
            <a:ext cx="1320800" cy="747818"/>
          </a:xfrm>
          <a:prstGeom prst="rect">
            <a:avLst/>
          </a:prstGeom>
        </p:spPr>
      </p:pic>
    </p:spTree>
    <p:extLst>
      <p:ext uri="{BB962C8B-B14F-4D97-AF65-F5344CB8AC3E}">
        <p14:creationId xmlns:p14="http://schemas.microsoft.com/office/powerpoint/2010/main" val="33164674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_main image and text">
    <p:bg>
      <p:bgRef idx="1001">
        <a:schemeClr val="bg2"/>
      </p:bgRef>
    </p:bg>
    <p:spTree>
      <p:nvGrpSpPr>
        <p:cNvPr id="1" name=""/>
        <p:cNvGrpSpPr/>
        <p:nvPr/>
      </p:nvGrpSpPr>
      <p:grpSpPr>
        <a:xfrm>
          <a:off x="0" y="0"/>
          <a:ext cx="0" cy="0"/>
          <a:chOff x="0" y="0"/>
          <a:chExt cx="0" cy="0"/>
        </a:xfrm>
      </p:grpSpPr>
      <p:sp>
        <p:nvSpPr>
          <p:cNvPr id="12" name="Graphic 3">
            <a:extLst>
              <a:ext uri="{FF2B5EF4-FFF2-40B4-BE49-F238E27FC236}">
                <a16:creationId xmlns:a16="http://schemas.microsoft.com/office/drawing/2014/main" id="{6E493093-7E5B-404E-8CAB-748A7633826C}"/>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chemeClr val="bg1"/>
          </a:solidFill>
          <a:ln w="9525" cap="flat">
            <a:noFill/>
            <a:prstDash val="solid"/>
            <a:miter/>
          </a:ln>
        </p:spPr>
        <p:txBody>
          <a:bodyPr rtlCol="0" anchor="ctr"/>
          <a:lstStyle/>
          <a:p>
            <a:endParaRPr lang="en-US" sz="1600" dirty="0">
              <a:latin typeface="Arial" panose="020B0604020202020204" pitchFamily="34" charset="0"/>
            </a:endParaRPr>
          </a:p>
        </p:txBody>
      </p:sp>
      <p:sp>
        <p:nvSpPr>
          <p:cNvPr id="22" name="Title 1">
            <a:extLst>
              <a:ext uri="{FF2B5EF4-FFF2-40B4-BE49-F238E27FC236}">
                <a16:creationId xmlns:a16="http://schemas.microsoft.com/office/drawing/2014/main" id="{60EBE673-96FD-4396-9AFD-C29813776851}"/>
              </a:ext>
            </a:extLst>
          </p:cNvPr>
          <p:cNvSpPr>
            <a:spLocks noGrp="1"/>
          </p:cNvSpPr>
          <p:nvPr>
            <p:ph type="title" hasCustomPrompt="1"/>
          </p:nvPr>
        </p:nvSpPr>
        <p:spPr>
          <a:xfrm>
            <a:off x="269525" y="233362"/>
            <a:ext cx="5156585" cy="571500"/>
          </a:xfrm>
        </p:spPr>
        <p:txBody>
          <a:bodyPr>
            <a:normAutofit/>
          </a:bodyPr>
          <a:lstStyle>
            <a:lvl1pPr>
              <a:defRPr sz="2800" b="1">
                <a:solidFill>
                  <a:srgbClr val="11112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290CF5DB-562F-4BFC-881F-0FF5AEB0EA1E}"/>
              </a:ext>
            </a:extLst>
          </p:cNvPr>
          <p:cNvSpPr>
            <a:spLocks noGrp="1"/>
          </p:cNvSpPr>
          <p:nvPr>
            <p:ph type="body" sz="quarter" idx="14"/>
          </p:nvPr>
        </p:nvSpPr>
        <p:spPr>
          <a:xfrm>
            <a:off x="269525" y="837645"/>
            <a:ext cx="5156585"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4" name="Content Placeholder 3">
            <a:extLst>
              <a:ext uri="{FF2B5EF4-FFF2-40B4-BE49-F238E27FC236}">
                <a16:creationId xmlns:a16="http://schemas.microsoft.com/office/drawing/2014/main" id="{A072D278-3325-4CB4-A26E-5143FBB3B6E7}"/>
              </a:ext>
            </a:extLst>
          </p:cNvPr>
          <p:cNvSpPr>
            <a:spLocks noGrp="1"/>
          </p:cNvSpPr>
          <p:nvPr>
            <p:ph sz="half" idx="2"/>
          </p:nvPr>
        </p:nvSpPr>
        <p:spPr>
          <a:xfrm>
            <a:off x="266700" y="1562100"/>
            <a:ext cx="5159410" cy="5029200"/>
          </a:xfrm>
        </p:spPr>
        <p:txBody>
          <a:bodyPr>
            <a:normAutofit/>
          </a:bodyPr>
          <a:lstStyle>
            <a:lvl1pPr>
              <a:defRPr sz="12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pic>
        <p:nvPicPr>
          <p:cNvPr id="11" name="Graphic 10">
            <a:extLst>
              <a:ext uri="{FF2B5EF4-FFF2-40B4-BE49-F238E27FC236}">
                <a16:creationId xmlns:a16="http://schemas.microsoft.com/office/drawing/2014/main" id="{FBBC5A76-E97F-445B-ABA4-31C84786320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EAE3413F-C2E1-469E-8AA4-1638B5CDC101}"/>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D271893B-E50E-41FB-9AC8-FC7FFB777811}"/>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
        <p:nvSpPr>
          <p:cNvPr id="13" name="Picture Placeholder 4">
            <a:extLst>
              <a:ext uri="{FF2B5EF4-FFF2-40B4-BE49-F238E27FC236}">
                <a16:creationId xmlns:a16="http://schemas.microsoft.com/office/drawing/2014/main" id="{9BD6BBCC-EC90-4641-B3A2-A339C0F7B919}"/>
              </a:ext>
            </a:extLst>
          </p:cNvPr>
          <p:cNvSpPr>
            <a:spLocks noGrp="1"/>
          </p:cNvSpPr>
          <p:nvPr>
            <p:ph type="pic" sz="quarter" idx="10"/>
          </p:nvPr>
        </p:nvSpPr>
        <p:spPr>
          <a:xfrm>
            <a:off x="5815442" y="-6350"/>
            <a:ext cx="5766958" cy="6314012"/>
          </a:xfrm>
          <a:custGeom>
            <a:avLst/>
            <a:gdLst>
              <a:gd name="connsiteX0" fmla="*/ 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0 w 5800725"/>
              <a:gd name="connsiteY4" fmla="*/ 0 h 6294438"/>
              <a:gd name="connsiteX0" fmla="*/ 3830320 w 5800725"/>
              <a:gd name="connsiteY0" fmla="*/ 0 h 6304598"/>
              <a:gd name="connsiteX1" fmla="*/ 5800725 w 5800725"/>
              <a:gd name="connsiteY1" fmla="*/ 10160 h 6304598"/>
              <a:gd name="connsiteX2" fmla="*/ 5800725 w 5800725"/>
              <a:gd name="connsiteY2" fmla="*/ 6304598 h 6304598"/>
              <a:gd name="connsiteX3" fmla="*/ 0 w 5800725"/>
              <a:gd name="connsiteY3" fmla="*/ 6304598 h 6304598"/>
              <a:gd name="connsiteX4" fmla="*/ 3830320 w 5800725"/>
              <a:gd name="connsiteY4" fmla="*/ 0 h 6304598"/>
              <a:gd name="connsiteX0" fmla="*/ 400304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4003040 w 5800725"/>
              <a:gd name="connsiteY4" fmla="*/ 0 h 6294438"/>
              <a:gd name="connsiteX0" fmla="*/ 3964940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64940 w 5762625"/>
              <a:gd name="connsiteY4" fmla="*/ 0 h 6309678"/>
              <a:gd name="connsiteX0" fmla="*/ 3950818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50818 w 5762625"/>
              <a:gd name="connsiteY4" fmla="*/ 0 h 6309678"/>
              <a:gd name="connsiteX0" fmla="*/ 3955151 w 5766958"/>
              <a:gd name="connsiteY0" fmla="*/ 0 h 6314012"/>
              <a:gd name="connsiteX1" fmla="*/ 5766958 w 5766958"/>
              <a:gd name="connsiteY1" fmla="*/ 0 h 6314012"/>
              <a:gd name="connsiteX2" fmla="*/ 5766958 w 5766958"/>
              <a:gd name="connsiteY2" fmla="*/ 6294438 h 6314012"/>
              <a:gd name="connsiteX3" fmla="*/ 0 w 5766958"/>
              <a:gd name="connsiteY3" fmla="*/ 6314012 h 6314012"/>
              <a:gd name="connsiteX4" fmla="*/ 3955151 w 5766958"/>
              <a:gd name="connsiteY4" fmla="*/ 0 h 631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6958" h="6314012">
                <a:moveTo>
                  <a:pt x="3955151" y="0"/>
                </a:moveTo>
                <a:lnTo>
                  <a:pt x="5766958" y="0"/>
                </a:lnTo>
                <a:lnTo>
                  <a:pt x="5766958" y="6294438"/>
                </a:lnTo>
                <a:lnTo>
                  <a:pt x="0" y="6314012"/>
                </a:lnTo>
                <a:lnTo>
                  <a:pt x="3955151" y="0"/>
                </a:lnTo>
                <a:close/>
              </a:path>
            </a:pathLst>
          </a:custGeom>
          <a:ln>
            <a:noFill/>
          </a:ln>
        </p:spPr>
        <p:txBody>
          <a:bodyPr>
            <a:normAutofit/>
          </a:bodyPr>
          <a:lstStyle>
            <a:lvl1pPr>
              <a:defRPr sz="1800"/>
            </a:lvl1pPr>
          </a:lstStyle>
          <a:p>
            <a:r>
              <a:rPr lang="en-US"/>
              <a:t>Click icon to add picture</a:t>
            </a:r>
            <a:endParaRPr lang="en-US" dirty="0"/>
          </a:p>
        </p:txBody>
      </p:sp>
    </p:spTree>
    <p:extLst>
      <p:ext uri="{BB962C8B-B14F-4D97-AF65-F5344CB8AC3E}">
        <p14:creationId xmlns:p14="http://schemas.microsoft.com/office/powerpoint/2010/main" val="110510025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whit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cxnSp>
        <p:nvCxnSpPr>
          <p:cNvPr id="68" name="Straight Connector 67">
            <a:extLst>
              <a:ext uri="{FF2B5EF4-FFF2-40B4-BE49-F238E27FC236}">
                <a16:creationId xmlns:a16="http://schemas.microsoft.com/office/drawing/2014/main" id="{211F9D7B-C7B6-41D7-BDBB-B997FD20CD06}"/>
              </a:ext>
            </a:extLst>
          </p:cNvPr>
          <p:cNvCxnSpPr>
            <a:cxnSpLocks/>
          </p:cNvCxnSpPr>
          <p:nvPr userDrawn="1"/>
        </p:nvCxnSpPr>
        <p:spPr>
          <a:xfrm>
            <a:off x="784503" y="2351168"/>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75650E1-87FD-4E9F-A99B-13C30E365426}"/>
              </a:ext>
            </a:extLst>
          </p:cNvPr>
          <p:cNvCxnSpPr>
            <a:cxnSpLocks/>
          </p:cNvCxnSpPr>
          <p:nvPr userDrawn="1"/>
        </p:nvCxnSpPr>
        <p:spPr>
          <a:xfrm>
            <a:off x="784503" y="3139227"/>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9276BDC-8B77-4EAE-8A18-C92C2593CFAC}"/>
              </a:ext>
            </a:extLst>
          </p:cNvPr>
          <p:cNvCxnSpPr>
            <a:cxnSpLocks/>
          </p:cNvCxnSpPr>
          <p:nvPr userDrawn="1"/>
        </p:nvCxnSpPr>
        <p:spPr>
          <a:xfrm>
            <a:off x="784503" y="3927286"/>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5BC0C91-633C-4358-B6F4-9AD1D80197E8}"/>
              </a:ext>
            </a:extLst>
          </p:cNvPr>
          <p:cNvCxnSpPr>
            <a:cxnSpLocks/>
          </p:cNvCxnSpPr>
          <p:nvPr userDrawn="1"/>
        </p:nvCxnSpPr>
        <p:spPr>
          <a:xfrm>
            <a:off x="784503" y="4715345"/>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6F1CC58-85F9-4614-84F4-C8619B19EF51}"/>
              </a:ext>
            </a:extLst>
          </p:cNvPr>
          <p:cNvCxnSpPr>
            <a:cxnSpLocks/>
          </p:cNvCxnSpPr>
          <p:nvPr userDrawn="1"/>
        </p:nvCxnSpPr>
        <p:spPr>
          <a:xfrm>
            <a:off x="784503" y="5503404"/>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sp>
        <p:nvSpPr>
          <p:cNvPr id="74" name="Content Placeholder 3">
            <a:extLst>
              <a:ext uri="{FF2B5EF4-FFF2-40B4-BE49-F238E27FC236}">
                <a16:creationId xmlns:a16="http://schemas.microsoft.com/office/drawing/2014/main" id="{56E97AA3-46AB-45B9-9529-1356943EF6E1}"/>
              </a:ext>
            </a:extLst>
          </p:cNvPr>
          <p:cNvSpPr>
            <a:spLocks noGrp="1"/>
          </p:cNvSpPr>
          <p:nvPr>
            <p:ph sz="half" idx="2" hasCustomPrompt="1"/>
          </p:nvPr>
        </p:nvSpPr>
        <p:spPr>
          <a:xfrm>
            <a:off x="1605280" y="1737794"/>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5" name="Content Placeholder 3">
            <a:extLst>
              <a:ext uri="{FF2B5EF4-FFF2-40B4-BE49-F238E27FC236}">
                <a16:creationId xmlns:a16="http://schemas.microsoft.com/office/drawing/2014/main" id="{1FAFAE91-EB74-4EEE-80E6-2AB3EDBCA9C2}"/>
              </a:ext>
            </a:extLst>
          </p:cNvPr>
          <p:cNvSpPr>
            <a:spLocks noGrp="1"/>
          </p:cNvSpPr>
          <p:nvPr>
            <p:ph sz="half" idx="13" hasCustomPrompt="1"/>
          </p:nvPr>
        </p:nvSpPr>
        <p:spPr>
          <a:xfrm>
            <a:off x="1605280" y="2525853"/>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6" name="Content Placeholder 3">
            <a:extLst>
              <a:ext uri="{FF2B5EF4-FFF2-40B4-BE49-F238E27FC236}">
                <a16:creationId xmlns:a16="http://schemas.microsoft.com/office/drawing/2014/main" id="{2783EED2-11A2-4D28-966E-CCF598D89EAE}"/>
              </a:ext>
            </a:extLst>
          </p:cNvPr>
          <p:cNvSpPr>
            <a:spLocks noGrp="1"/>
          </p:cNvSpPr>
          <p:nvPr>
            <p:ph sz="half" idx="14" hasCustomPrompt="1"/>
          </p:nvPr>
        </p:nvSpPr>
        <p:spPr>
          <a:xfrm>
            <a:off x="1605280" y="3313912"/>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7" name="Content Placeholder 3">
            <a:extLst>
              <a:ext uri="{FF2B5EF4-FFF2-40B4-BE49-F238E27FC236}">
                <a16:creationId xmlns:a16="http://schemas.microsoft.com/office/drawing/2014/main" id="{1C56E160-B633-471C-95D7-DF9B5162035F}"/>
              </a:ext>
            </a:extLst>
          </p:cNvPr>
          <p:cNvSpPr>
            <a:spLocks noGrp="1"/>
          </p:cNvSpPr>
          <p:nvPr>
            <p:ph sz="half" idx="15" hasCustomPrompt="1"/>
          </p:nvPr>
        </p:nvSpPr>
        <p:spPr>
          <a:xfrm>
            <a:off x="1605280" y="4101971"/>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8" name="Content Placeholder 3">
            <a:extLst>
              <a:ext uri="{FF2B5EF4-FFF2-40B4-BE49-F238E27FC236}">
                <a16:creationId xmlns:a16="http://schemas.microsoft.com/office/drawing/2014/main" id="{265DB6AF-98F0-4669-B71A-E335F4FD8241}"/>
              </a:ext>
            </a:extLst>
          </p:cNvPr>
          <p:cNvSpPr>
            <a:spLocks noGrp="1"/>
          </p:cNvSpPr>
          <p:nvPr>
            <p:ph sz="half" idx="16" hasCustomPrompt="1"/>
          </p:nvPr>
        </p:nvSpPr>
        <p:spPr>
          <a:xfrm>
            <a:off x="1605280" y="4890030"/>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9" name="Content Placeholder 3">
            <a:extLst>
              <a:ext uri="{FF2B5EF4-FFF2-40B4-BE49-F238E27FC236}">
                <a16:creationId xmlns:a16="http://schemas.microsoft.com/office/drawing/2014/main" id="{C4469F01-91C4-424A-A2E3-BA523989E6A9}"/>
              </a:ext>
            </a:extLst>
          </p:cNvPr>
          <p:cNvSpPr>
            <a:spLocks noGrp="1"/>
          </p:cNvSpPr>
          <p:nvPr>
            <p:ph sz="half" idx="17" hasCustomPrompt="1"/>
          </p:nvPr>
        </p:nvSpPr>
        <p:spPr>
          <a:xfrm>
            <a:off x="1605280" y="5678089"/>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80" name="Title 1">
            <a:extLst>
              <a:ext uri="{FF2B5EF4-FFF2-40B4-BE49-F238E27FC236}">
                <a16:creationId xmlns:a16="http://schemas.microsoft.com/office/drawing/2014/main" id="{C3F16C52-CA03-4A79-9CA9-682FD8EF9E7F}"/>
              </a:ext>
            </a:extLst>
          </p:cNvPr>
          <p:cNvSpPr>
            <a:spLocks noGrp="1"/>
          </p:cNvSpPr>
          <p:nvPr>
            <p:ph type="title" hasCustomPrompt="1"/>
          </p:nvPr>
        </p:nvSpPr>
        <p:spPr>
          <a:xfrm>
            <a:off x="266700" y="228600"/>
            <a:ext cx="7788946" cy="571500"/>
          </a:xfrm>
        </p:spPr>
        <p:txBody>
          <a:bodyPr>
            <a:normAutofit/>
          </a:bodyPr>
          <a:lstStyle>
            <a:lvl1pPr>
              <a:defRPr sz="2800" b="1">
                <a:solidFill>
                  <a:schemeClr val="accent1"/>
                </a:solidFill>
              </a:defRPr>
            </a:lvl1pPr>
          </a:lstStyle>
          <a:p>
            <a:r>
              <a:rPr lang="en-US" dirty="0"/>
              <a:t>CLICK TO EDIT MASTER TITLE STYLE</a:t>
            </a:r>
          </a:p>
        </p:txBody>
      </p:sp>
      <p:sp>
        <p:nvSpPr>
          <p:cNvPr id="81" name="Text Placeholder 2">
            <a:extLst>
              <a:ext uri="{FF2B5EF4-FFF2-40B4-BE49-F238E27FC236}">
                <a16:creationId xmlns:a16="http://schemas.microsoft.com/office/drawing/2014/main" id="{32C037C8-9B96-4296-9A9B-6ECCF6FBE763}"/>
              </a:ext>
            </a:extLst>
          </p:cNvPr>
          <p:cNvSpPr>
            <a:spLocks noGrp="1"/>
          </p:cNvSpPr>
          <p:nvPr>
            <p:ph type="body" idx="1"/>
          </p:nvPr>
        </p:nvSpPr>
        <p:spPr>
          <a:xfrm>
            <a:off x="266700" y="806388"/>
            <a:ext cx="7788946"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3" name="Picture 2">
            <a:extLst>
              <a:ext uri="{FF2B5EF4-FFF2-40B4-BE49-F238E27FC236}">
                <a16:creationId xmlns:a16="http://schemas.microsoft.com/office/drawing/2014/main" id="{B7F310FB-4BA1-A160-880B-6E7A4A3941C9}"/>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235201296"/>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Dark">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cxnSp>
        <p:nvCxnSpPr>
          <p:cNvPr id="68" name="Straight Connector 67">
            <a:extLst>
              <a:ext uri="{FF2B5EF4-FFF2-40B4-BE49-F238E27FC236}">
                <a16:creationId xmlns:a16="http://schemas.microsoft.com/office/drawing/2014/main" id="{211F9D7B-C7B6-41D7-BDBB-B997FD20CD06}"/>
              </a:ext>
            </a:extLst>
          </p:cNvPr>
          <p:cNvCxnSpPr>
            <a:cxnSpLocks/>
          </p:cNvCxnSpPr>
          <p:nvPr userDrawn="1"/>
        </p:nvCxnSpPr>
        <p:spPr>
          <a:xfrm>
            <a:off x="784503" y="2600540"/>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75650E1-87FD-4E9F-A99B-13C30E365426}"/>
              </a:ext>
            </a:extLst>
          </p:cNvPr>
          <p:cNvCxnSpPr>
            <a:cxnSpLocks/>
          </p:cNvCxnSpPr>
          <p:nvPr userDrawn="1"/>
        </p:nvCxnSpPr>
        <p:spPr>
          <a:xfrm>
            <a:off x="784503" y="3388599"/>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9276BDC-8B77-4EAE-8A18-C92C2593CFAC}"/>
              </a:ext>
            </a:extLst>
          </p:cNvPr>
          <p:cNvCxnSpPr>
            <a:cxnSpLocks/>
          </p:cNvCxnSpPr>
          <p:nvPr userDrawn="1"/>
        </p:nvCxnSpPr>
        <p:spPr>
          <a:xfrm>
            <a:off x="784503" y="4176658"/>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5BC0C91-633C-4358-B6F4-9AD1D80197E8}"/>
              </a:ext>
            </a:extLst>
          </p:cNvPr>
          <p:cNvCxnSpPr>
            <a:cxnSpLocks/>
          </p:cNvCxnSpPr>
          <p:nvPr userDrawn="1"/>
        </p:nvCxnSpPr>
        <p:spPr>
          <a:xfrm>
            <a:off x="784503" y="4964717"/>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sp>
        <p:nvSpPr>
          <p:cNvPr id="74" name="Content Placeholder 3">
            <a:extLst>
              <a:ext uri="{FF2B5EF4-FFF2-40B4-BE49-F238E27FC236}">
                <a16:creationId xmlns:a16="http://schemas.microsoft.com/office/drawing/2014/main" id="{56E97AA3-46AB-45B9-9529-1356943EF6E1}"/>
              </a:ext>
            </a:extLst>
          </p:cNvPr>
          <p:cNvSpPr>
            <a:spLocks noGrp="1"/>
          </p:cNvSpPr>
          <p:nvPr>
            <p:ph sz="half" idx="2" hasCustomPrompt="1"/>
          </p:nvPr>
        </p:nvSpPr>
        <p:spPr>
          <a:xfrm>
            <a:off x="1605280" y="1987166"/>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5" name="Content Placeholder 3">
            <a:extLst>
              <a:ext uri="{FF2B5EF4-FFF2-40B4-BE49-F238E27FC236}">
                <a16:creationId xmlns:a16="http://schemas.microsoft.com/office/drawing/2014/main" id="{1FAFAE91-EB74-4EEE-80E6-2AB3EDBCA9C2}"/>
              </a:ext>
            </a:extLst>
          </p:cNvPr>
          <p:cNvSpPr>
            <a:spLocks noGrp="1"/>
          </p:cNvSpPr>
          <p:nvPr>
            <p:ph sz="half" idx="13" hasCustomPrompt="1"/>
          </p:nvPr>
        </p:nvSpPr>
        <p:spPr>
          <a:xfrm>
            <a:off x="1605280" y="2775225"/>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6" name="Content Placeholder 3">
            <a:extLst>
              <a:ext uri="{FF2B5EF4-FFF2-40B4-BE49-F238E27FC236}">
                <a16:creationId xmlns:a16="http://schemas.microsoft.com/office/drawing/2014/main" id="{2783EED2-11A2-4D28-966E-CCF598D89EAE}"/>
              </a:ext>
            </a:extLst>
          </p:cNvPr>
          <p:cNvSpPr>
            <a:spLocks noGrp="1"/>
          </p:cNvSpPr>
          <p:nvPr>
            <p:ph sz="half" idx="14" hasCustomPrompt="1"/>
          </p:nvPr>
        </p:nvSpPr>
        <p:spPr>
          <a:xfrm>
            <a:off x="1605280" y="3563284"/>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7" name="Content Placeholder 3">
            <a:extLst>
              <a:ext uri="{FF2B5EF4-FFF2-40B4-BE49-F238E27FC236}">
                <a16:creationId xmlns:a16="http://schemas.microsoft.com/office/drawing/2014/main" id="{1C56E160-B633-471C-95D7-DF9B5162035F}"/>
              </a:ext>
            </a:extLst>
          </p:cNvPr>
          <p:cNvSpPr>
            <a:spLocks noGrp="1"/>
          </p:cNvSpPr>
          <p:nvPr>
            <p:ph sz="half" idx="15" hasCustomPrompt="1"/>
          </p:nvPr>
        </p:nvSpPr>
        <p:spPr>
          <a:xfrm>
            <a:off x="1605280" y="4351343"/>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66" name="Title 1">
            <a:extLst>
              <a:ext uri="{FF2B5EF4-FFF2-40B4-BE49-F238E27FC236}">
                <a16:creationId xmlns:a16="http://schemas.microsoft.com/office/drawing/2014/main" id="{E5B019B7-4CE0-4DFA-B99B-8A4473FB16EF}"/>
              </a:ext>
            </a:extLst>
          </p:cNvPr>
          <p:cNvSpPr>
            <a:spLocks noGrp="1"/>
          </p:cNvSpPr>
          <p:nvPr>
            <p:ph type="title" hasCustomPrompt="1"/>
          </p:nvPr>
        </p:nvSpPr>
        <p:spPr>
          <a:xfrm>
            <a:off x="266700" y="228600"/>
            <a:ext cx="7856368"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67" name="Text Placeholder 2">
            <a:extLst>
              <a:ext uri="{FF2B5EF4-FFF2-40B4-BE49-F238E27FC236}">
                <a16:creationId xmlns:a16="http://schemas.microsoft.com/office/drawing/2014/main" id="{F17DA3B3-0490-4636-925F-0BE1CC15BA9B}"/>
              </a:ext>
            </a:extLst>
          </p:cNvPr>
          <p:cNvSpPr>
            <a:spLocks noGrp="1"/>
          </p:cNvSpPr>
          <p:nvPr>
            <p:ph type="body" idx="1" hasCustomPrompt="1"/>
          </p:nvPr>
        </p:nvSpPr>
        <p:spPr>
          <a:xfrm>
            <a:off x="266700" y="806388"/>
            <a:ext cx="7856368"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pic>
        <p:nvPicPr>
          <p:cNvPr id="4" name="Picture 3">
            <a:extLst>
              <a:ext uri="{FF2B5EF4-FFF2-40B4-BE49-F238E27FC236}">
                <a16:creationId xmlns:a16="http://schemas.microsoft.com/office/drawing/2014/main" id="{A7BCCFD0-B557-3070-CE06-73D0B1CDC452}"/>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891971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0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6739A68-5B27-44E6-9CFA-8125400F3AF0}"/>
              </a:ext>
            </a:extLst>
          </p:cNvPr>
          <p:cNvSpPr>
            <a:spLocks noGrp="1"/>
          </p:cNvSpPr>
          <p:nvPr>
            <p:ph type="title" hasCustomPrompt="1"/>
          </p:nvPr>
        </p:nvSpPr>
        <p:spPr>
          <a:xfrm>
            <a:off x="266700" y="228600"/>
            <a:ext cx="7788946" cy="571500"/>
          </a:xfrm>
        </p:spPr>
        <p:txBody>
          <a:bodyPr>
            <a:normAutofit/>
          </a:bodyPr>
          <a:lstStyle>
            <a:lvl1pPr>
              <a:defRPr sz="2800" b="1">
                <a:solidFill>
                  <a:srgbClr val="089ED1"/>
                </a:solidFill>
              </a:defRPr>
            </a:lvl1pPr>
          </a:lstStyle>
          <a:p>
            <a:r>
              <a:rPr lang="en-US" dirty="0"/>
              <a:t>CLICK TO EDIT MASTER TITLE STYLE</a:t>
            </a:r>
          </a:p>
        </p:txBody>
      </p:sp>
      <p:sp>
        <p:nvSpPr>
          <p:cNvPr id="6" name="Text Placeholder 2">
            <a:extLst>
              <a:ext uri="{FF2B5EF4-FFF2-40B4-BE49-F238E27FC236}">
                <a16:creationId xmlns:a16="http://schemas.microsoft.com/office/drawing/2014/main" id="{D472FDD6-E900-4FFA-BCE6-656E4C9B4DA3}"/>
              </a:ext>
            </a:extLst>
          </p:cNvPr>
          <p:cNvSpPr>
            <a:spLocks noGrp="1"/>
          </p:cNvSpPr>
          <p:nvPr>
            <p:ph type="body" idx="1"/>
          </p:nvPr>
        </p:nvSpPr>
        <p:spPr>
          <a:xfrm>
            <a:off x="266700" y="806388"/>
            <a:ext cx="7788946"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sp>
        <p:nvSpPr>
          <p:cNvPr id="102" name="Content Placeholder 3">
            <a:extLst>
              <a:ext uri="{FF2B5EF4-FFF2-40B4-BE49-F238E27FC236}">
                <a16:creationId xmlns:a16="http://schemas.microsoft.com/office/drawing/2014/main" id="{9A66D5E5-3838-4FD1-9552-6583DA4B2D11}"/>
              </a:ext>
            </a:extLst>
          </p:cNvPr>
          <p:cNvSpPr>
            <a:spLocks noGrp="1"/>
          </p:cNvSpPr>
          <p:nvPr>
            <p:ph sz="half" idx="2"/>
          </p:nvPr>
        </p:nvSpPr>
        <p:spPr>
          <a:xfrm>
            <a:off x="541842" y="2165856"/>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3" name="Content Placeholder 3">
            <a:extLst>
              <a:ext uri="{FF2B5EF4-FFF2-40B4-BE49-F238E27FC236}">
                <a16:creationId xmlns:a16="http://schemas.microsoft.com/office/drawing/2014/main" id="{D364C1D0-B848-42EA-8A79-0C64DA6C3150}"/>
              </a:ext>
            </a:extLst>
          </p:cNvPr>
          <p:cNvSpPr>
            <a:spLocks noGrp="1"/>
          </p:cNvSpPr>
          <p:nvPr>
            <p:ph sz="half" idx="10"/>
          </p:nvPr>
        </p:nvSpPr>
        <p:spPr>
          <a:xfrm>
            <a:off x="3572270" y="2165856"/>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4" name="Content Placeholder 3">
            <a:extLst>
              <a:ext uri="{FF2B5EF4-FFF2-40B4-BE49-F238E27FC236}">
                <a16:creationId xmlns:a16="http://schemas.microsoft.com/office/drawing/2014/main" id="{48356452-6513-4734-8F3D-5DB2B7ED0F79}"/>
              </a:ext>
            </a:extLst>
          </p:cNvPr>
          <p:cNvSpPr>
            <a:spLocks noGrp="1"/>
          </p:cNvSpPr>
          <p:nvPr>
            <p:ph sz="half" idx="11"/>
          </p:nvPr>
        </p:nvSpPr>
        <p:spPr>
          <a:xfrm>
            <a:off x="541842" y="3445505"/>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5" name="Content Placeholder 3">
            <a:extLst>
              <a:ext uri="{FF2B5EF4-FFF2-40B4-BE49-F238E27FC236}">
                <a16:creationId xmlns:a16="http://schemas.microsoft.com/office/drawing/2014/main" id="{023DC3A0-DDB5-47DF-9830-1C5748EB88E9}"/>
              </a:ext>
            </a:extLst>
          </p:cNvPr>
          <p:cNvSpPr>
            <a:spLocks noGrp="1"/>
          </p:cNvSpPr>
          <p:nvPr>
            <p:ph sz="half" idx="12"/>
          </p:nvPr>
        </p:nvSpPr>
        <p:spPr>
          <a:xfrm>
            <a:off x="3572270" y="3445505"/>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6" name="Content Placeholder 3">
            <a:extLst>
              <a:ext uri="{FF2B5EF4-FFF2-40B4-BE49-F238E27FC236}">
                <a16:creationId xmlns:a16="http://schemas.microsoft.com/office/drawing/2014/main" id="{21F75344-A5ED-40AA-9413-CA5D1040FC06}"/>
              </a:ext>
            </a:extLst>
          </p:cNvPr>
          <p:cNvSpPr>
            <a:spLocks noGrp="1"/>
          </p:cNvSpPr>
          <p:nvPr>
            <p:ph sz="half" idx="13"/>
          </p:nvPr>
        </p:nvSpPr>
        <p:spPr>
          <a:xfrm>
            <a:off x="541842" y="4725154"/>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7" name="Content Placeholder 3">
            <a:extLst>
              <a:ext uri="{FF2B5EF4-FFF2-40B4-BE49-F238E27FC236}">
                <a16:creationId xmlns:a16="http://schemas.microsoft.com/office/drawing/2014/main" id="{93583144-A11D-4CBA-AE9C-7DCF4103670B}"/>
              </a:ext>
            </a:extLst>
          </p:cNvPr>
          <p:cNvSpPr>
            <a:spLocks noGrp="1"/>
          </p:cNvSpPr>
          <p:nvPr>
            <p:ph sz="half" idx="14"/>
          </p:nvPr>
        </p:nvSpPr>
        <p:spPr>
          <a:xfrm>
            <a:off x="3572270" y="4725154"/>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a:t>Click to edit Master text styles</a:t>
            </a:r>
          </a:p>
        </p:txBody>
      </p:sp>
      <p:sp>
        <p:nvSpPr>
          <p:cNvPr id="108" name="Content Placeholder 3">
            <a:extLst>
              <a:ext uri="{FF2B5EF4-FFF2-40B4-BE49-F238E27FC236}">
                <a16:creationId xmlns:a16="http://schemas.microsoft.com/office/drawing/2014/main" id="{E928609B-D81D-4B2A-AD3A-766A4C63542F}"/>
              </a:ext>
            </a:extLst>
          </p:cNvPr>
          <p:cNvSpPr>
            <a:spLocks noGrp="1"/>
          </p:cNvSpPr>
          <p:nvPr>
            <p:ph sz="half" idx="15"/>
          </p:nvPr>
        </p:nvSpPr>
        <p:spPr>
          <a:xfrm>
            <a:off x="541842" y="6004806"/>
            <a:ext cx="2650120" cy="571500"/>
          </a:xfrm>
        </p:spPr>
        <p:txBody>
          <a:bodyPr anchor="ctr">
            <a:normAutofit/>
          </a:bodyPr>
          <a:lstStyle>
            <a:lvl1pPr rtl="0">
              <a:defRPr sz="1200"/>
            </a:lvl1pPr>
            <a:lvl2pPr>
              <a:defRPr sz="1600"/>
            </a:lvl2pPr>
            <a:lvl3pPr>
              <a:defRPr sz="1600"/>
            </a:lvl3pPr>
            <a:lvl4pPr>
              <a:defRPr sz="1600"/>
            </a:lvl4pPr>
            <a:lvl5pPr>
              <a:defRPr sz="1600"/>
            </a:lvl5pPr>
          </a:lstStyle>
          <a:p>
            <a:pPr lvl="0"/>
            <a:r>
              <a:rPr lang="en-US"/>
              <a:t>Click to edit Master text styles</a:t>
            </a:r>
          </a:p>
        </p:txBody>
      </p:sp>
      <p:sp>
        <p:nvSpPr>
          <p:cNvPr id="109" name="Content Placeholder 3">
            <a:extLst>
              <a:ext uri="{FF2B5EF4-FFF2-40B4-BE49-F238E27FC236}">
                <a16:creationId xmlns:a16="http://schemas.microsoft.com/office/drawing/2014/main" id="{1491331C-BAD4-46E9-B0FE-4BD5416D42CC}"/>
              </a:ext>
            </a:extLst>
          </p:cNvPr>
          <p:cNvSpPr>
            <a:spLocks noGrp="1"/>
          </p:cNvSpPr>
          <p:nvPr>
            <p:ph sz="half" idx="16"/>
          </p:nvPr>
        </p:nvSpPr>
        <p:spPr>
          <a:xfrm>
            <a:off x="3572270" y="6004806"/>
            <a:ext cx="2650120" cy="571500"/>
          </a:xfrm>
        </p:spPr>
        <p:txBody>
          <a:bodyPr anchor="ctr">
            <a:normAutofit/>
          </a:bodyPr>
          <a:lstStyle>
            <a:lvl1pPr rtl="0">
              <a:defRPr sz="1200"/>
            </a:lvl1pPr>
            <a:lvl2pPr>
              <a:defRPr sz="1600"/>
            </a:lvl2pPr>
            <a:lvl3pPr>
              <a:defRPr sz="1600"/>
            </a:lvl3pPr>
            <a:lvl4pPr>
              <a:defRPr sz="1600"/>
            </a:lvl4pPr>
            <a:lvl5pPr>
              <a:defRPr sz="1600"/>
            </a:lvl5pPr>
          </a:lstStyle>
          <a:p>
            <a:pPr lvl="0"/>
            <a:r>
              <a:rPr lang="en-US"/>
              <a:t>Click to edit Master text styles</a:t>
            </a:r>
          </a:p>
        </p:txBody>
      </p:sp>
      <p:pic>
        <p:nvPicPr>
          <p:cNvPr id="3" name="Picture 2">
            <a:extLst>
              <a:ext uri="{FF2B5EF4-FFF2-40B4-BE49-F238E27FC236}">
                <a16:creationId xmlns:a16="http://schemas.microsoft.com/office/drawing/2014/main" id="{70FFC144-4C09-411E-8141-9BEAA5B44A74}"/>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772358687"/>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image and caption">
    <p:bg>
      <p:bgRef idx="1001">
        <a:schemeClr val="bg2"/>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2101C4D-9E97-4AB8-846A-ACD9007CAC49}"/>
              </a:ext>
            </a:extLst>
          </p:cNvPr>
          <p:cNvSpPr>
            <a:spLocks noGrp="1"/>
          </p:cNvSpPr>
          <p:nvPr>
            <p:ph type="pic" sz="quarter" idx="14"/>
          </p:nvPr>
        </p:nvSpPr>
        <p:spPr>
          <a:xfrm>
            <a:off x="0" y="833754"/>
            <a:ext cx="4630738" cy="5383213"/>
          </a:xfrm>
        </p:spPr>
        <p:txBody>
          <a:bodyPr/>
          <a:lstStyle>
            <a:lvl1pPr>
              <a:defRPr sz="1800"/>
            </a:lvl1pPr>
          </a:lstStyle>
          <a:p>
            <a:r>
              <a:rPr lang="en-US"/>
              <a:t>Click icon to add picture</a:t>
            </a:r>
            <a:endParaRPr lang="en-US" dirty="0"/>
          </a:p>
        </p:txBody>
      </p:sp>
      <p:sp>
        <p:nvSpPr>
          <p:cNvPr id="27" name="Content Placeholder 26">
            <a:extLst>
              <a:ext uri="{FF2B5EF4-FFF2-40B4-BE49-F238E27FC236}">
                <a16:creationId xmlns:a16="http://schemas.microsoft.com/office/drawing/2014/main" id="{DBAB8C3B-6C0C-4BA9-A74F-84173D6ED8BC}"/>
              </a:ext>
            </a:extLst>
          </p:cNvPr>
          <p:cNvSpPr>
            <a:spLocks noGrp="1"/>
          </p:cNvSpPr>
          <p:nvPr>
            <p:ph sz="quarter" idx="15"/>
          </p:nvPr>
        </p:nvSpPr>
        <p:spPr>
          <a:xfrm>
            <a:off x="4986635" y="2347371"/>
            <a:ext cx="6938666" cy="3869279"/>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EB93CB14-5DCA-432D-9119-DFFA8C9EDBFB}"/>
              </a:ext>
            </a:extLst>
          </p:cNvPr>
          <p:cNvSpPr>
            <a:spLocks noGrp="1"/>
          </p:cNvSpPr>
          <p:nvPr>
            <p:ph type="title" hasCustomPrompt="1"/>
          </p:nvPr>
        </p:nvSpPr>
        <p:spPr>
          <a:xfrm>
            <a:off x="4986634" y="800100"/>
            <a:ext cx="693866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398FE2EE-862D-4B92-9BAC-800C28EBE44E}"/>
              </a:ext>
            </a:extLst>
          </p:cNvPr>
          <p:cNvSpPr>
            <a:spLocks noGrp="1"/>
          </p:cNvSpPr>
          <p:nvPr>
            <p:ph type="body" sz="quarter" idx="13"/>
          </p:nvPr>
        </p:nvSpPr>
        <p:spPr>
          <a:xfrm>
            <a:off x="4986634" y="1539687"/>
            <a:ext cx="6938666"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28" name="Straight Connector 27">
            <a:extLst>
              <a:ext uri="{FF2B5EF4-FFF2-40B4-BE49-F238E27FC236}">
                <a16:creationId xmlns:a16="http://schemas.microsoft.com/office/drawing/2014/main" id="{C65FD377-DD32-429D-AC7D-65038C31E59D}"/>
              </a:ext>
            </a:extLst>
          </p:cNvPr>
          <p:cNvCxnSpPr>
            <a:cxnSpLocks/>
          </p:cNvCxnSpPr>
          <p:nvPr userDrawn="1"/>
        </p:nvCxnSpPr>
        <p:spPr>
          <a:xfrm>
            <a:off x="260652" y="6591300"/>
            <a:ext cx="11670697" cy="0"/>
          </a:xfrm>
          <a:prstGeom prst="line">
            <a:avLst/>
          </a:prstGeom>
          <a:ln>
            <a:solidFill>
              <a:srgbClr val="111121"/>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EAC397CE-908B-41AE-9533-907260FB6D26}"/>
              </a:ext>
            </a:extLst>
          </p:cNvPr>
          <p:cNvSpPr>
            <a:spLocks noGrp="1"/>
          </p:cNvSpPr>
          <p:nvPr>
            <p:ph type="sldNum" sz="quarter" idx="12"/>
          </p:nvPr>
        </p:nvSpPr>
        <p:spPr>
          <a:xfrm>
            <a:off x="9188149" y="6590985"/>
            <a:ext cx="2743200" cy="130490"/>
          </a:xfrm>
        </p:spPr>
        <p:txBody>
          <a:bodyPr/>
          <a:lstStyle>
            <a:lvl1pPr>
              <a:defRPr sz="1050"/>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24839393-D8FC-6B16-EE2C-9C4459EBBB90}"/>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65789406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ark_Content with image">
    <p:bg>
      <p:bgRef idx="1001">
        <a:schemeClr val="bg1"/>
      </p:bgRef>
    </p:bg>
    <p:spTree>
      <p:nvGrpSpPr>
        <p:cNvPr id="1" name=""/>
        <p:cNvGrpSpPr/>
        <p:nvPr/>
      </p:nvGrpSpPr>
      <p:grpSpPr>
        <a:xfrm>
          <a:off x="0" y="0"/>
          <a:ext cx="0" cy="0"/>
          <a:chOff x="0" y="0"/>
          <a:chExt cx="0" cy="0"/>
        </a:xfrm>
      </p:grpSpPr>
      <p:pic>
        <p:nvPicPr>
          <p:cNvPr id="22" name="Picture 21" descr="A picture containing food, bird&#10;&#10;Description automatically generated">
            <a:extLst>
              <a:ext uri="{FF2B5EF4-FFF2-40B4-BE49-F238E27FC236}">
                <a16:creationId xmlns:a16="http://schemas.microsoft.com/office/drawing/2014/main" id="{302E485F-A20C-45D3-8683-F038ED676AF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1185"/>
          <a:stretch/>
        </p:blipFill>
        <p:spPr>
          <a:xfrm>
            <a:off x="60439" y="397195"/>
            <a:ext cx="11870910" cy="6043809"/>
          </a:xfrm>
          <a:prstGeom prst="rect">
            <a:avLst/>
          </a:prstGeom>
          <a:ln>
            <a:noFill/>
          </a:ln>
        </p:spPr>
      </p:pic>
      <p:sp>
        <p:nvSpPr>
          <p:cNvPr id="24" name="Freeform: Shape 23">
            <a:extLst>
              <a:ext uri="{FF2B5EF4-FFF2-40B4-BE49-F238E27FC236}">
                <a16:creationId xmlns:a16="http://schemas.microsoft.com/office/drawing/2014/main" id="{276EEA70-60B7-41E1-B4E6-D6F6AD2B173A}"/>
              </a:ext>
            </a:extLst>
          </p:cNvPr>
          <p:cNvSpPr/>
          <p:nvPr userDrawn="1"/>
        </p:nvSpPr>
        <p:spPr>
          <a:xfrm flipH="1">
            <a:off x="0" y="0"/>
            <a:ext cx="12191999" cy="6858000"/>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0" name="Title 1">
            <a:extLst>
              <a:ext uri="{FF2B5EF4-FFF2-40B4-BE49-F238E27FC236}">
                <a16:creationId xmlns:a16="http://schemas.microsoft.com/office/drawing/2014/main" id="{D7B77372-99FB-425E-A87E-EA6484A8E6EE}"/>
              </a:ext>
            </a:extLst>
          </p:cNvPr>
          <p:cNvSpPr>
            <a:spLocks noGrp="1"/>
          </p:cNvSpPr>
          <p:nvPr>
            <p:ph type="title" hasCustomPrompt="1"/>
          </p:nvPr>
        </p:nvSpPr>
        <p:spPr>
          <a:xfrm>
            <a:off x="269526" y="233362"/>
            <a:ext cx="10884429"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1" name="Text Placeholder 22">
            <a:extLst>
              <a:ext uri="{FF2B5EF4-FFF2-40B4-BE49-F238E27FC236}">
                <a16:creationId xmlns:a16="http://schemas.microsoft.com/office/drawing/2014/main" id="{845AFEF9-EC52-4408-9B06-8C75CC054430}"/>
              </a:ext>
            </a:extLst>
          </p:cNvPr>
          <p:cNvSpPr>
            <a:spLocks noGrp="1"/>
          </p:cNvSpPr>
          <p:nvPr>
            <p:ph type="body" sz="quarter" idx="14"/>
          </p:nvPr>
        </p:nvSpPr>
        <p:spPr>
          <a:xfrm>
            <a:off x="269526" y="837645"/>
            <a:ext cx="10884429"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9" name="Picture Placeholder 3">
            <a:extLst>
              <a:ext uri="{FF2B5EF4-FFF2-40B4-BE49-F238E27FC236}">
                <a16:creationId xmlns:a16="http://schemas.microsoft.com/office/drawing/2014/main" id="{7EE1031D-DEBE-4791-A756-7A2B94032ACD}"/>
              </a:ext>
            </a:extLst>
          </p:cNvPr>
          <p:cNvSpPr>
            <a:spLocks noGrp="1"/>
          </p:cNvSpPr>
          <p:nvPr>
            <p:ph type="pic" sz="quarter" idx="15"/>
          </p:nvPr>
        </p:nvSpPr>
        <p:spPr>
          <a:xfrm>
            <a:off x="260350" y="1562100"/>
            <a:ext cx="6653213" cy="3724275"/>
          </a:xfrm>
        </p:spPr>
        <p:txBody>
          <a:bodyPr>
            <a:normAutofit/>
          </a:bodyPr>
          <a:lstStyle>
            <a:lvl1pPr>
              <a:defRPr sz="1800"/>
            </a:lvl1pPr>
          </a:lstStyle>
          <a:p>
            <a:r>
              <a:rPr lang="en-US"/>
              <a:t>Click icon to add picture</a:t>
            </a:r>
            <a:endParaRPr lang="en-US" dirty="0"/>
          </a:p>
        </p:txBody>
      </p:sp>
      <p:sp>
        <p:nvSpPr>
          <p:cNvPr id="31" name="Content Placeholder 26">
            <a:extLst>
              <a:ext uri="{FF2B5EF4-FFF2-40B4-BE49-F238E27FC236}">
                <a16:creationId xmlns:a16="http://schemas.microsoft.com/office/drawing/2014/main" id="{B38286D4-4F77-40ED-8218-BE27CF120122}"/>
              </a:ext>
            </a:extLst>
          </p:cNvPr>
          <p:cNvSpPr>
            <a:spLocks noGrp="1"/>
          </p:cNvSpPr>
          <p:nvPr>
            <p:ph sz="quarter" idx="16"/>
          </p:nvPr>
        </p:nvSpPr>
        <p:spPr>
          <a:xfrm>
            <a:off x="266701" y="5436355"/>
            <a:ext cx="6653214" cy="88824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Graphic 12">
            <a:extLst>
              <a:ext uri="{FF2B5EF4-FFF2-40B4-BE49-F238E27FC236}">
                <a16:creationId xmlns:a16="http://schemas.microsoft.com/office/drawing/2014/main" id="{CFD4A1EA-9304-4D18-A3EC-B4CA8D44597D}"/>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55E80D79-A6B3-456F-8FE6-9CE84FAB33D5}"/>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E24706E2-EE15-414E-ADEB-8A58864C5594}"/>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65F97014-F5FF-C167-C90F-23E45243915A}"/>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53934829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Dark_Content with image">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91C78A-9122-4DC0-821D-DF92D6C64124}"/>
              </a:ext>
            </a:extLst>
          </p:cNvPr>
          <p:cNvSpPr/>
          <p:nvPr userDrawn="1"/>
        </p:nvSpPr>
        <p:spPr>
          <a:xfrm>
            <a:off x="266700" y="233362"/>
            <a:ext cx="11664649" cy="62005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276EEA70-60B7-41E1-B4E6-D6F6AD2B173A}"/>
              </a:ext>
            </a:extLst>
          </p:cNvPr>
          <p:cNvSpPr/>
          <p:nvPr userDrawn="1"/>
        </p:nvSpPr>
        <p:spPr>
          <a:xfrm flipH="1">
            <a:off x="0" y="0"/>
            <a:ext cx="12191999" cy="6858000"/>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0" name="Title 1">
            <a:extLst>
              <a:ext uri="{FF2B5EF4-FFF2-40B4-BE49-F238E27FC236}">
                <a16:creationId xmlns:a16="http://schemas.microsoft.com/office/drawing/2014/main" id="{D7B77372-99FB-425E-A87E-EA6484A8E6EE}"/>
              </a:ext>
            </a:extLst>
          </p:cNvPr>
          <p:cNvSpPr>
            <a:spLocks noGrp="1"/>
          </p:cNvSpPr>
          <p:nvPr>
            <p:ph type="title" hasCustomPrompt="1"/>
          </p:nvPr>
        </p:nvSpPr>
        <p:spPr>
          <a:xfrm>
            <a:off x="269526" y="233362"/>
            <a:ext cx="1086717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1" name="Text Placeholder 22">
            <a:extLst>
              <a:ext uri="{FF2B5EF4-FFF2-40B4-BE49-F238E27FC236}">
                <a16:creationId xmlns:a16="http://schemas.microsoft.com/office/drawing/2014/main" id="{845AFEF9-EC52-4408-9B06-8C75CC054430}"/>
              </a:ext>
            </a:extLst>
          </p:cNvPr>
          <p:cNvSpPr>
            <a:spLocks noGrp="1"/>
          </p:cNvSpPr>
          <p:nvPr>
            <p:ph type="body" sz="quarter" idx="14"/>
          </p:nvPr>
        </p:nvSpPr>
        <p:spPr>
          <a:xfrm>
            <a:off x="269526" y="837645"/>
            <a:ext cx="10867176"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9" name="Picture Placeholder 3">
            <a:extLst>
              <a:ext uri="{FF2B5EF4-FFF2-40B4-BE49-F238E27FC236}">
                <a16:creationId xmlns:a16="http://schemas.microsoft.com/office/drawing/2014/main" id="{7EE1031D-DEBE-4791-A756-7A2B94032ACD}"/>
              </a:ext>
            </a:extLst>
          </p:cNvPr>
          <p:cNvSpPr>
            <a:spLocks noGrp="1"/>
          </p:cNvSpPr>
          <p:nvPr>
            <p:ph type="pic" sz="quarter" idx="15"/>
          </p:nvPr>
        </p:nvSpPr>
        <p:spPr>
          <a:xfrm>
            <a:off x="260350" y="1562100"/>
            <a:ext cx="6653213" cy="3724275"/>
          </a:xfrm>
        </p:spPr>
        <p:txBody>
          <a:bodyPr/>
          <a:lstStyle>
            <a:lvl1pPr>
              <a:defRPr sz="1800"/>
            </a:lvl1pPr>
          </a:lstStyle>
          <a:p>
            <a:r>
              <a:rPr lang="en-US"/>
              <a:t>Click icon to add picture</a:t>
            </a:r>
            <a:endParaRPr lang="en-US" dirty="0"/>
          </a:p>
        </p:txBody>
      </p:sp>
      <p:sp>
        <p:nvSpPr>
          <p:cNvPr id="31" name="Content Placeholder 26">
            <a:extLst>
              <a:ext uri="{FF2B5EF4-FFF2-40B4-BE49-F238E27FC236}">
                <a16:creationId xmlns:a16="http://schemas.microsoft.com/office/drawing/2014/main" id="{B38286D4-4F77-40ED-8218-BE27CF120122}"/>
              </a:ext>
            </a:extLst>
          </p:cNvPr>
          <p:cNvSpPr>
            <a:spLocks noGrp="1"/>
          </p:cNvSpPr>
          <p:nvPr>
            <p:ph sz="quarter" idx="16"/>
          </p:nvPr>
        </p:nvSpPr>
        <p:spPr>
          <a:xfrm>
            <a:off x="266701" y="5436355"/>
            <a:ext cx="6653214" cy="88824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Graphic 12">
            <a:extLst>
              <a:ext uri="{FF2B5EF4-FFF2-40B4-BE49-F238E27FC236}">
                <a16:creationId xmlns:a16="http://schemas.microsoft.com/office/drawing/2014/main" id="{5AE2C955-DDB3-4479-BA92-A2C840DA583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A30F8778-FD25-4C51-BD26-F0A9E0A0559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99C74A3D-6904-45EB-BE91-3F3A1C38C73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4" name="Picture 3">
            <a:extLst>
              <a:ext uri="{FF2B5EF4-FFF2-40B4-BE49-F238E27FC236}">
                <a16:creationId xmlns:a16="http://schemas.microsoft.com/office/drawing/2014/main" id="{4B7F1C18-34BA-DFA5-B259-C43B99029E49}"/>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71398544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_Content with image diagonal">
    <p:bg>
      <p:bgRef idx="1001">
        <a:schemeClr val="bg2"/>
      </p:bgRef>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774B0C2E-279F-4260-80A9-F76305BD15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27041" y="-226"/>
            <a:ext cx="6664960" cy="6857121"/>
          </a:xfrm>
          <a:prstGeom prst="rect">
            <a:avLst/>
          </a:prstGeom>
        </p:spPr>
      </p:pic>
      <p:pic>
        <p:nvPicPr>
          <p:cNvPr id="20" name="Graphic 19">
            <a:extLst>
              <a:ext uri="{FF2B5EF4-FFF2-40B4-BE49-F238E27FC236}">
                <a16:creationId xmlns:a16="http://schemas.microsoft.com/office/drawing/2014/main" id="{CA986B22-40C0-40A0-9A92-503C5C0D809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V="1">
            <a:off x="11582400" y="6288311"/>
            <a:ext cx="609600" cy="569686"/>
          </a:xfrm>
          <a:prstGeom prst="rect">
            <a:avLst/>
          </a:prstGeom>
        </p:spPr>
      </p:pic>
      <p:sp>
        <p:nvSpPr>
          <p:cNvPr id="21" name="Slide Number Placeholder 5">
            <a:extLst>
              <a:ext uri="{FF2B5EF4-FFF2-40B4-BE49-F238E27FC236}">
                <a16:creationId xmlns:a16="http://schemas.microsoft.com/office/drawing/2014/main" id="{6BE737A2-75DC-4B66-89EB-837B2647B6D8}"/>
              </a:ext>
            </a:extLst>
          </p:cNvPr>
          <p:cNvSpPr>
            <a:spLocks noGrp="1"/>
          </p:cNvSpPr>
          <p:nvPr>
            <p:ph type="sldNum" sz="quarter" idx="12"/>
          </p:nvPr>
        </p:nvSpPr>
        <p:spPr>
          <a:xfrm>
            <a:off x="11690430" y="6288311"/>
            <a:ext cx="401256" cy="501647"/>
          </a:xfrm>
        </p:spPr>
        <p:txBody>
          <a:bodyPr/>
          <a:lstStyle>
            <a:lvl1pPr>
              <a:defRPr sz="1050"/>
            </a:lvl1pPr>
          </a:lstStyle>
          <a:p>
            <a:fld id="{743B1F26-96D9-40A6-83AD-00943405493D}" type="slidenum">
              <a:rPr lang="en-US" smtClean="0"/>
              <a:pPr/>
              <a:t>‹#›</a:t>
            </a:fld>
            <a:endParaRPr lang="en-US" dirty="0"/>
          </a:p>
        </p:txBody>
      </p:sp>
      <p:sp>
        <p:nvSpPr>
          <p:cNvPr id="26" name="Picture Placeholder 3">
            <a:extLst>
              <a:ext uri="{FF2B5EF4-FFF2-40B4-BE49-F238E27FC236}">
                <a16:creationId xmlns:a16="http://schemas.microsoft.com/office/drawing/2014/main" id="{24E11BB6-0371-4037-AD85-9FA125788DB9}"/>
              </a:ext>
            </a:extLst>
          </p:cNvPr>
          <p:cNvSpPr>
            <a:spLocks noGrp="1"/>
          </p:cNvSpPr>
          <p:nvPr>
            <p:ph type="pic" sz="quarter" idx="13"/>
          </p:nvPr>
        </p:nvSpPr>
        <p:spPr>
          <a:xfrm>
            <a:off x="2354612" y="0"/>
            <a:ext cx="9567862" cy="6288088"/>
          </a:xfrm>
        </p:spPr>
        <p:txBody>
          <a:bodyPr>
            <a:normAutofit/>
          </a:bodyPr>
          <a:lstStyle>
            <a:lvl1pPr>
              <a:defRPr sz="1800"/>
            </a:lvl1pPr>
          </a:lstStyle>
          <a:p>
            <a:r>
              <a:rPr lang="en-US"/>
              <a:t>Click icon to add picture</a:t>
            </a:r>
            <a:endParaRPr lang="en-US" dirty="0"/>
          </a:p>
        </p:txBody>
      </p:sp>
      <p:sp>
        <p:nvSpPr>
          <p:cNvPr id="34" name="Graphic 3">
            <a:extLst>
              <a:ext uri="{FF2B5EF4-FFF2-40B4-BE49-F238E27FC236}">
                <a16:creationId xmlns:a16="http://schemas.microsoft.com/office/drawing/2014/main" id="{C0A0F3B2-7235-41D3-9460-C32D3B371B32}"/>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9" name="Title 1">
            <a:extLst>
              <a:ext uri="{FF2B5EF4-FFF2-40B4-BE49-F238E27FC236}">
                <a16:creationId xmlns:a16="http://schemas.microsoft.com/office/drawing/2014/main" id="{13386DF7-66BE-44E6-8AE1-37084B9FDED1}"/>
              </a:ext>
            </a:extLst>
          </p:cNvPr>
          <p:cNvSpPr>
            <a:spLocks noGrp="1"/>
          </p:cNvSpPr>
          <p:nvPr>
            <p:ph type="title" hasCustomPrompt="1"/>
          </p:nvPr>
        </p:nvSpPr>
        <p:spPr>
          <a:xfrm>
            <a:off x="269525" y="233362"/>
            <a:ext cx="7865071"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31" name="Text Placeholder 22">
            <a:extLst>
              <a:ext uri="{FF2B5EF4-FFF2-40B4-BE49-F238E27FC236}">
                <a16:creationId xmlns:a16="http://schemas.microsoft.com/office/drawing/2014/main" id="{772D0A84-3E4F-49C5-9AE8-327CCBE035FE}"/>
              </a:ext>
            </a:extLst>
          </p:cNvPr>
          <p:cNvSpPr>
            <a:spLocks noGrp="1"/>
          </p:cNvSpPr>
          <p:nvPr>
            <p:ph type="body" sz="quarter" idx="14"/>
          </p:nvPr>
        </p:nvSpPr>
        <p:spPr>
          <a:xfrm>
            <a:off x="269525" y="837645"/>
            <a:ext cx="7865071" cy="566738"/>
          </a:xfrm>
        </p:spPr>
        <p:txBody>
          <a:bodyPr>
            <a:normAutofit/>
          </a:bodyPr>
          <a:lstStyle>
            <a:lvl1pPr>
              <a:defRPr sz="2000" b="0">
                <a:solidFill>
                  <a:schemeClr val="tx1"/>
                </a:solidFill>
                <a:latin typeface="Arial" panose="020B0604020202020204" pitchFamily="34" charset="0"/>
              </a:defRPr>
            </a:lvl1pPr>
          </a:lstStyle>
          <a:p>
            <a:pPr lvl="0"/>
            <a:r>
              <a:rPr lang="en-US"/>
              <a:t>Click to edit Master text styles</a:t>
            </a:r>
          </a:p>
        </p:txBody>
      </p:sp>
      <p:sp>
        <p:nvSpPr>
          <p:cNvPr id="32" name="Content Placeholder 26">
            <a:extLst>
              <a:ext uri="{FF2B5EF4-FFF2-40B4-BE49-F238E27FC236}">
                <a16:creationId xmlns:a16="http://schemas.microsoft.com/office/drawing/2014/main" id="{86857AE1-27E8-4BBC-9A47-A48FE2DE9AD1}"/>
              </a:ext>
            </a:extLst>
          </p:cNvPr>
          <p:cNvSpPr>
            <a:spLocks noGrp="1"/>
          </p:cNvSpPr>
          <p:nvPr>
            <p:ph sz="quarter" idx="15"/>
          </p:nvPr>
        </p:nvSpPr>
        <p:spPr>
          <a:xfrm>
            <a:off x="266700" y="1708185"/>
            <a:ext cx="6459220" cy="241677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a:extLst>
              <a:ext uri="{FF2B5EF4-FFF2-40B4-BE49-F238E27FC236}">
                <a16:creationId xmlns:a16="http://schemas.microsoft.com/office/drawing/2014/main" id="{2657F688-62BD-DA9D-884A-63154636AA7A}"/>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5473657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ark_content with image square">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AB92927-53FD-4C4F-A02F-6CD2689F1058}"/>
              </a:ext>
            </a:extLst>
          </p:cNvPr>
          <p:cNvSpPr>
            <a:spLocks noGrp="1"/>
          </p:cNvSpPr>
          <p:nvPr>
            <p:ph type="pic" sz="quarter" idx="16" hasCustomPrompt="1"/>
          </p:nvPr>
        </p:nvSpPr>
        <p:spPr>
          <a:xfrm>
            <a:off x="5319713" y="277813"/>
            <a:ext cx="6872287" cy="6584950"/>
          </a:xfrm>
          <a:prstGeom prst="snip1Rect">
            <a:avLst>
              <a:gd name="adj" fmla="val 49713"/>
            </a:avLst>
          </a:prstGeom>
        </p:spPr>
        <p:txBody>
          <a:bodyPr/>
          <a:lstStyle>
            <a:lvl1pPr>
              <a:defRPr sz="1800">
                <a:solidFill>
                  <a:schemeClr val="bg1"/>
                </a:solidFill>
              </a:defRPr>
            </a:lvl1pPr>
          </a:lstStyle>
          <a:p>
            <a:r>
              <a:rPr lang="en-US" dirty="0"/>
              <a:t>Click to add image</a:t>
            </a:r>
          </a:p>
        </p:txBody>
      </p:sp>
      <p:sp>
        <p:nvSpPr>
          <p:cNvPr id="29" name="Title 1">
            <a:extLst>
              <a:ext uri="{FF2B5EF4-FFF2-40B4-BE49-F238E27FC236}">
                <a16:creationId xmlns:a16="http://schemas.microsoft.com/office/drawing/2014/main" id="{13386DF7-66BE-44E6-8AE1-37084B9FDED1}"/>
              </a:ext>
            </a:extLst>
          </p:cNvPr>
          <p:cNvSpPr>
            <a:spLocks noGrp="1"/>
          </p:cNvSpPr>
          <p:nvPr>
            <p:ph type="title" hasCustomPrompt="1"/>
          </p:nvPr>
        </p:nvSpPr>
        <p:spPr>
          <a:xfrm>
            <a:off x="269526" y="233362"/>
            <a:ext cx="485181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31" name="Text Placeholder 22">
            <a:extLst>
              <a:ext uri="{FF2B5EF4-FFF2-40B4-BE49-F238E27FC236}">
                <a16:creationId xmlns:a16="http://schemas.microsoft.com/office/drawing/2014/main" id="{772D0A84-3E4F-49C5-9AE8-327CCBE035FE}"/>
              </a:ext>
            </a:extLst>
          </p:cNvPr>
          <p:cNvSpPr>
            <a:spLocks noGrp="1"/>
          </p:cNvSpPr>
          <p:nvPr>
            <p:ph type="body" sz="quarter" idx="14"/>
          </p:nvPr>
        </p:nvSpPr>
        <p:spPr>
          <a:xfrm>
            <a:off x="266700" y="832931"/>
            <a:ext cx="4851816"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32" name="Content Placeholder 26">
            <a:extLst>
              <a:ext uri="{FF2B5EF4-FFF2-40B4-BE49-F238E27FC236}">
                <a16:creationId xmlns:a16="http://schemas.microsoft.com/office/drawing/2014/main" id="{86857AE1-27E8-4BBC-9A47-A48FE2DE9AD1}"/>
              </a:ext>
            </a:extLst>
          </p:cNvPr>
          <p:cNvSpPr>
            <a:spLocks noGrp="1"/>
          </p:cNvSpPr>
          <p:nvPr>
            <p:ph sz="quarter" idx="15"/>
          </p:nvPr>
        </p:nvSpPr>
        <p:spPr>
          <a:xfrm>
            <a:off x="266700" y="1708185"/>
            <a:ext cx="4853940" cy="488311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2" name="Group 11">
            <a:extLst>
              <a:ext uri="{FF2B5EF4-FFF2-40B4-BE49-F238E27FC236}">
                <a16:creationId xmlns:a16="http://schemas.microsoft.com/office/drawing/2014/main" id="{23541ED6-C1A0-4C02-84DC-DA9964881E00}"/>
              </a:ext>
            </a:extLst>
          </p:cNvPr>
          <p:cNvGrpSpPr/>
          <p:nvPr userDrawn="1"/>
        </p:nvGrpSpPr>
        <p:grpSpPr>
          <a:xfrm>
            <a:off x="5320280" y="-3533"/>
            <a:ext cx="6871720" cy="6861533"/>
            <a:chOff x="5320280" y="-3533"/>
            <a:chExt cx="6871720" cy="6861533"/>
          </a:xfrm>
        </p:grpSpPr>
        <p:sp>
          <p:nvSpPr>
            <p:cNvPr id="27" name="Right Triangle 26">
              <a:extLst>
                <a:ext uri="{FF2B5EF4-FFF2-40B4-BE49-F238E27FC236}">
                  <a16:creationId xmlns:a16="http://schemas.microsoft.com/office/drawing/2014/main" id="{719038C2-5302-47FD-96B7-8511C8452C2D}"/>
                </a:ext>
              </a:extLst>
            </p:cNvPr>
            <p:cNvSpPr/>
            <p:nvPr userDrawn="1"/>
          </p:nvSpPr>
          <p:spPr>
            <a:xfrm rot="10800000">
              <a:off x="8633864" y="-3533"/>
              <a:ext cx="3556863" cy="3587345"/>
            </a:xfrm>
            <a:custGeom>
              <a:avLst/>
              <a:gdLst>
                <a:gd name="connsiteX0" fmla="*/ 0 w 3535680"/>
                <a:gd name="connsiteY0" fmla="*/ 3566162 h 3566162"/>
                <a:gd name="connsiteX1" fmla="*/ 0 w 3535680"/>
                <a:gd name="connsiteY1" fmla="*/ 0 h 3566162"/>
                <a:gd name="connsiteX2" fmla="*/ 3535680 w 3535680"/>
                <a:gd name="connsiteY2" fmla="*/ 3566162 h 3566162"/>
                <a:gd name="connsiteX3" fmla="*/ 0 w 3535680"/>
                <a:gd name="connsiteY3" fmla="*/ 3566162 h 3566162"/>
                <a:gd name="connsiteX0" fmla="*/ 0 w 3556863"/>
                <a:gd name="connsiteY0" fmla="*/ 3569692 h 3569692"/>
                <a:gd name="connsiteX1" fmla="*/ 21183 w 3556863"/>
                <a:gd name="connsiteY1" fmla="*/ 0 h 3569692"/>
                <a:gd name="connsiteX2" fmla="*/ 3556863 w 3556863"/>
                <a:gd name="connsiteY2" fmla="*/ 3566162 h 3569692"/>
                <a:gd name="connsiteX3" fmla="*/ 0 w 3556863"/>
                <a:gd name="connsiteY3" fmla="*/ 3569692 h 3569692"/>
                <a:gd name="connsiteX0" fmla="*/ 0 w 3556863"/>
                <a:gd name="connsiteY0" fmla="*/ 3587345 h 3587345"/>
                <a:gd name="connsiteX1" fmla="*/ 0 w 3556863"/>
                <a:gd name="connsiteY1" fmla="*/ 0 h 3587345"/>
                <a:gd name="connsiteX2" fmla="*/ 3556863 w 3556863"/>
                <a:gd name="connsiteY2" fmla="*/ 3583815 h 3587345"/>
                <a:gd name="connsiteX3" fmla="*/ 0 w 3556863"/>
                <a:gd name="connsiteY3" fmla="*/ 3587345 h 3587345"/>
              </a:gdLst>
              <a:ahLst/>
              <a:cxnLst>
                <a:cxn ang="0">
                  <a:pos x="connsiteX0" y="connsiteY0"/>
                </a:cxn>
                <a:cxn ang="0">
                  <a:pos x="connsiteX1" y="connsiteY1"/>
                </a:cxn>
                <a:cxn ang="0">
                  <a:pos x="connsiteX2" y="connsiteY2"/>
                </a:cxn>
                <a:cxn ang="0">
                  <a:pos x="connsiteX3" y="connsiteY3"/>
                </a:cxn>
              </a:cxnLst>
              <a:rect l="l" t="t" r="r" b="b"/>
              <a:pathLst>
                <a:path w="3556863" h="3587345">
                  <a:moveTo>
                    <a:pt x="0" y="3587345"/>
                  </a:moveTo>
                  <a:lnTo>
                    <a:pt x="0" y="0"/>
                  </a:lnTo>
                  <a:lnTo>
                    <a:pt x="3556863" y="3583815"/>
                  </a:lnTo>
                  <a:lnTo>
                    <a:pt x="0" y="358734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600" dirty="0">
                <a:latin typeface="Arial" panose="020B0604020202020204" pitchFamily="34" charset="0"/>
              </a:endParaRPr>
            </a:p>
          </p:txBody>
        </p:sp>
        <p:sp>
          <p:nvSpPr>
            <p:cNvPr id="10" name="Right Triangle 9">
              <a:extLst>
                <a:ext uri="{FF2B5EF4-FFF2-40B4-BE49-F238E27FC236}">
                  <a16:creationId xmlns:a16="http://schemas.microsoft.com/office/drawing/2014/main" id="{D290BCFC-8A04-45B1-9BBF-79AE810ACAB3}"/>
                </a:ext>
              </a:extLst>
            </p:cNvPr>
            <p:cNvSpPr/>
            <p:nvPr userDrawn="1"/>
          </p:nvSpPr>
          <p:spPr>
            <a:xfrm rot="10800000">
              <a:off x="8920480" y="278606"/>
              <a:ext cx="3004820" cy="3024189"/>
            </a:xfrm>
            <a:prstGeom prst="rtTriangle">
              <a:avLst/>
            </a:prstGeom>
            <a:solidFill>
              <a:schemeClr val="accent3"/>
            </a:solidFill>
            <a:ln>
              <a:solidFill>
                <a:srgbClr val="CCAB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A8CC87B4-471C-438F-B613-FFC0D76C2871}"/>
                </a:ext>
              </a:extLst>
            </p:cNvPr>
            <p:cNvSpPr/>
            <p:nvPr userDrawn="1"/>
          </p:nvSpPr>
          <p:spPr>
            <a:xfrm>
              <a:off x="5320280" y="274223"/>
              <a:ext cx="6871720" cy="6583777"/>
            </a:xfrm>
            <a:custGeom>
              <a:avLst/>
              <a:gdLst>
                <a:gd name="connsiteX0" fmla="*/ 0 w 5597123"/>
                <a:gd name="connsiteY0" fmla="*/ 0 h 5348376"/>
                <a:gd name="connsiteX1" fmla="*/ 2922935 w 5597123"/>
                <a:gd name="connsiteY1" fmla="*/ 0 h 5348376"/>
                <a:gd name="connsiteX2" fmla="*/ 5597123 w 5597123"/>
                <a:gd name="connsiteY2" fmla="*/ 2674188 h 5348376"/>
                <a:gd name="connsiteX3" fmla="*/ 5597123 w 5597123"/>
                <a:gd name="connsiteY3" fmla="*/ 5348376 h 5348376"/>
                <a:gd name="connsiteX4" fmla="*/ 0 w 5597123"/>
                <a:gd name="connsiteY4" fmla="*/ 5348376 h 5348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7123" h="5348376">
                  <a:moveTo>
                    <a:pt x="0" y="0"/>
                  </a:moveTo>
                  <a:lnTo>
                    <a:pt x="2922935" y="0"/>
                  </a:lnTo>
                  <a:lnTo>
                    <a:pt x="5597123" y="2674188"/>
                  </a:lnTo>
                  <a:lnTo>
                    <a:pt x="5597123" y="5348376"/>
                  </a:lnTo>
                  <a:lnTo>
                    <a:pt x="0" y="5348376"/>
                  </a:lnTo>
                  <a:close/>
                </a:path>
              </a:pathLst>
            </a:custGeom>
            <a:gradFill flip="none" rotWithShape="1">
              <a:gsLst>
                <a:gs pos="0">
                  <a:srgbClr val="08C2C2">
                    <a:alpha val="16000"/>
                  </a:srgbClr>
                </a:gs>
                <a:gs pos="57000">
                  <a:srgbClr val="111121">
                    <a:alpha val="37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latin typeface="Arial" panose="020B0604020202020204" pitchFamily="34" charset="0"/>
              </a:endParaRPr>
            </a:p>
          </p:txBody>
        </p:sp>
      </p:grpSp>
      <p:pic>
        <p:nvPicPr>
          <p:cNvPr id="3" name="Picture 2">
            <a:extLst>
              <a:ext uri="{FF2B5EF4-FFF2-40B4-BE49-F238E27FC236}">
                <a16:creationId xmlns:a16="http://schemas.microsoft.com/office/drawing/2014/main" id="{E6ECFCAD-739F-BBF5-1F18-91E3E9361B46}"/>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14842317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_image">
    <p:bg>
      <p:bgRef idx="1001">
        <a:schemeClr val="bg2"/>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pic>
        <p:nvPicPr>
          <p:cNvPr id="52" name="Picture 51" descr="A picture containing laptop, computer, food&#10;&#10;Description automatically generated">
            <a:extLst>
              <a:ext uri="{FF2B5EF4-FFF2-40B4-BE49-F238E27FC236}">
                <a16:creationId xmlns:a16="http://schemas.microsoft.com/office/drawing/2014/main" id="{E9F7AD46-76E3-4588-A10B-3526E7FCFFF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562106"/>
            <a:ext cx="10447867" cy="5295893"/>
          </a:xfrm>
          <a:prstGeom prst="rect">
            <a:avLst/>
          </a:prstGeom>
        </p:spPr>
      </p:pic>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lstStyle>
            <a:lvl1pPr>
              <a:defRPr sz="1800">
                <a:solidFill>
                  <a:schemeClr val="bg1"/>
                </a:solidFill>
              </a:defRPr>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lstStyle>
            <a:lvl1pPr>
              <a:defRPr sz="1800"/>
            </a:lvl1pPr>
          </a:lstStyle>
          <a:p>
            <a:r>
              <a:rPr lang="en-US"/>
              <a:t>Click icon to add picture</a:t>
            </a:r>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lstStyle>
            <a:lvl1pPr>
              <a:defRPr sz="1800"/>
            </a:lvl1pPr>
          </a:lstStyle>
          <a:p>
            <a:r>
              <a:rPr lang="en-US"/>
              <a:t>Click icon to add picture</a:t>
            </a:r>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lstStyle>
            <a:lvl1pPr>
              <a:defRPr sz="1800"/>
            </a:lvl1pPr>
          </a:lstStyle>
          <a:p>
            <a:r>
              <a:rPr lang="en-US"/>
              <a:t>Click icon to add picture</a:t>
            </a:r>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100">
                <a:solidFill>
                  <a:schemeClr val="tx1"/>
                </a:solidFill>
              </a:defRPr>
            </a:lvl1pPr>
            <a:lvl2pPr>
              <a:defRPr sz="1100">
                <a:solidFill>
                  <a:schemeClr val="tx1"/>
                </a:solidFill>
              </a:defRPr>
            </a:lvl2pPr>
            <a:lvl3pPr>
              <a:defRPr sz="11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7" name="Straight Connector 16">
            <a:extLst>
              <a:ext uri="{FF2B5EF4-FFF2-40B4-BE49-F238E27FC236}">
                <a16:creationId xmlns:a16="http://schemas.microsoft.com/office/drawing/2014/main" id="{628CF13E-8EF2-42E7-B415-6A26DFC8F1EA}"/>
              </a:ext>
            </a:extLst>
          </p:cNvPr>
          <p:cNvCxnSpPr>
            <a:cxnSpLocks/>
          </p:cNvCxnSpPr>
          <p:nvPr userDrawn="1"/>
        </p:nvCxnSpPr>
        <p:spPr>
          <a:xfrm>
            <a:off x="793044"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7D1883A6-C904-4437-903F-F851541AB1A3}"/>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19" name="Straight Connector 18">
            <a:extLst>
              <a:ext uri="{FF2B5EF4-FFF2-40B4-BE49-F238E27FC236}">
                <a16:creationId xmlns:a16="http://schemas.microsoft.com/office/drawing/2014/main" id="{EE9F2148-7148-4767-9CC4-0679E5E4DE72}"/>
              </a:ext>
            </a:extLst>
          </p:cNvPr>
          <p:cNvCxnSpPr>
            <a:cxnSpLocks/>
          </p:cNvCxnSpPr>
          <p:nvPr userDrawn="1"/>
        </p:nvCxnSpPr>
        <p:spPr>
          <a:xfrm>
            <a:off x="0" y="6591300"/>
            <a:ext cx="11398956" cy="83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Slide Number Placeholder 3">
            <a:extLst>
              <a:ext uri="{FF2B5EF4-FFF2-40B4-BE49-F238E27FC236}">
                <a16:creationId xmlns:a16="http://schemas.microsoft.com/office/drawing/2014/main" id="{198BDE5C-C47C-4CC8-9D3C-C2C1B061F998}"/>
              </a:ext>
            </a:extLst>
          </p:cNvPr>
          <p:cNvSpPr>
            <a:spLocks noGrp="1"/>
          </p:cNvSpPr>
          <p:nvPr>
            <p:ph type="sldNum" sz="quarter" idx="20"/>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pic>
        <p:nvPicPr>
          <p:cNvPr id="2" name="Picture 1">
            <a:extLst>
              <a:ext uri="{FF2B5EF4-FFF2-40B4-BE49-F238E27FC236}">
                <a16:creationId xmlns:a16="http://schemas.microsoft.com/office/drawing/2014/main" id="{95FE296D-CA97-C584-030B-5FA41781B00D}"/>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4140158718"/>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01">
    <p:bg>
      <p:bgRef idx="1001">
        <a:schemeClr val="bg2"/>
      </p:bgRef>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152CE98C-9924-4CDE-8430-EA024D3C9C85}"/>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0940" r="32367" b="11681"/>
          <a:stretch/>
        </p:blipFill>
        <p:spPr>
          <a:xfrm rot="5400000">
            <a:off x="2666999" y="-2667001"/>
            <a:ext cx="6858000" cy="12192001"/>
          </a:xfrm>
          <a:prstGeom prst="rect">
            <a:avLst/>
          </a:prstGeom>
        </p:spPr>
      </p:pic>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732123"/>
            <a:ext cx="7508661" cy="1328738"/>
          </a:xfrm>
        </p:spPr>
        <p:txBody>
          <a:bodyPr>
            <a:noAutofit/>
          </a:bodyPr>
          <a:lstStyle>
            <a:lvl1pPr>
              <a:defRPr sz="2800" b="1">
                <a:solidFill>
                  <a:schemeClr val="bg1"/>
                </a:solidFill>
                <a:latin typeface="Arial" panose="020B0604020202020204" pitchFamily="34" charset="0"/>
              </a:defRPr>
            </a:lvl1pPr>
          </a:lstStyle>
          <a:p>
            <a:r>
              <a:rPr lang="en-US" dirty="0"/>
              <a:t>INSERT TEXT HERE</a:t>
            </a:r>
          </a:p>
        </p:txBody>
      </p:sp>
    </p:spTree>
    <p:extLst>
      <p:ext uri="{BB962C8B-B14F-4D97-AF65-F5344CB8AC3E}">
        <p14:creationId xmlns:p14="http://schemas.microsoft.com/office/powerpoint/2010/main" val="404086670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02">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6A629BC-41C7-40CA-8FF8-0D9E635D9FB2}"/>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2374" t="14928" r="22374" b="14927"/>
          <a:stretch/>
        </p:blipFill>
        <p:spPr>
          <a:xfrm rot="5400000">
            <a:off x="2666999" y="-2667001"/>
            <a:ext cx="6858000" cy="12192002"/>
          </a:xfrm>
          <a:prstGeom prst="rect">
            <a:avLst/>
          </a:prstGeom>
        </p:spPr>
      </p:pic>
      <p:sp>
        <p:nvSpPr>
          <p:cNvPr id="8" name="Title 1">
            <a:extLst>
              <a:ext uri="{FF2B5EF4-FFF2-40B4-BE49-F238E27FC236}">
                <a16:creationId xmlns:a16="http://schemas.microsoft.com/office/drawing/2014/main" id="{872EE01B-EA4F-47E5-AF4C-830B92A1B819}"/>
              </a:ext>
            </a:extLst>
          </p:cNvPr>
          <p:cNvSpPr>
            <a:spLocks noGrp="1"/>
          </p:cNvSpPr>
          <p:nvPr>
            <p:ph type="title" hasCustomPrompt="1"/>
          </p:nvPr>
        </p:nvSpPr>
        <p:spPr>
          <a:xfrm>
            <a:off x="269526" y="2764631"/>
            <a:ext cx="7508661" cy="1328738"/>
          </a:xfrm>
        </p:spPr>
        <p:txBody>
          <a:bodyPr>
            <a:noAutofit/>
          </a:bodyPr>
          <a:lstStyle>
            <a:lvl1pPr>
              <a:defRPr sz="2800" b="1">
                <a:solidFill>
                  <a:schemeClr val="bg1"/>
                </a:solidFill>
                <a:latin typeface="Arial" panose="020B0604020202020204" pitchFamily="34" charset="0"/>
              </a:defRPr>
            </a:lvl1pPr>
          </a:lstStyle>
          <a:p>
            <a:r>
              <a:rPr lang="en-US" dirty="0"/>
              <a:t>INSERT TEXT HERE</a:t>
            </a:r>
          </a:p>
        </p:txBody>
      </p:sp>
      <p:pic>
        <p:nvPicPr>
          <p:cNvPr id="3" name="Picture 2">
            <a:extLst>
              <a:ext uri="{FF2B5EF4-FFF2-40B4-BE49-F238E27FC236}">
                <a16:creationId xmlns:a16="http://schemas.microsoft.com/office/drawing/2014/main" id="{C779C23C-B5BF-AF79-F30A-5C0008712916}"/>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2837259874"/>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amp; image">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5264430"/>
            <a:ext cx="7508661" cy="1328738"/>
          </a:xfrm>
        </p:spPr>
        <p:txBody>
          <a:bodyPr>
            <a:noAutofit/>
          </a:bodyPr>
          <a:lstStyle>
            <a:lvl1pPr>
              <a:defRPr sz="2800" b="1">
                <a:solidFill>
                  <a:srgbClr val="111121"/>
                </a:solidFill>
                <a:latin typeface="Arial" panose="020B0604020202020204" pitchFamily="34" charset="0"/>
              </a:defRPr>
            </a:lvl1pPr>
          </a:lstStyle>
          <a:p>
            <a:r>
              <a:rPr lang="en-US" dirty="0"/>
              <a:t>INSERT TEXT HERE</a:t>
            </a:r>
          </a:p>
        </p:txBody>
      </p:sp>
      <p:sp>
        <p:nvSpPr>
          <p:cNvPr id="4" name="Freeform: Shape 3">
            <a:extLst>
              <a:ext uri="{FF2B5EF4-FFF2-40B4-BE49-F238E27FC236}">
                <a16:creationId xmlns:a16="http://schemas.microsoft.com/office/drawing/2014/main" id="{1D3D216C-F07E-4A2C-9293-8DD9F8DA1E4D}"/>
              </a:ext>
            </a:extLst>
          </p:cNvPr>
          <p:cNvSpPr/>
          <p:nvPr userDrawn="1"/>
        </p:nvSpPr>
        <p:spPr>
          <a:xfrm>
            <a:off x="7293416" y="0"/>
            <a:ext cx="4898584" cy="4898498"/>
          </a:xfrm>
          <a:custGeom>
            <a:avLst/>
            <a:gdLst>
              <a:gd name="connsiteX0" fmla="*/ 4890573 w 4890573"/>
              <a:gd name="connsiteY0" fmla="*/ 4890487 h 4890487"/>
              <a:gd name="connsiteX1" fmla="*/ 2445244 w 4890573"/>
              <a:gd name="connsiteY1" fmla="*/ 4890487 h 4890487"/>
              <a:gd name="connsiteX2" fmla="*/ 0 w 4890573"/>
              <a:gd name="connsiteY2" fmla="*/ 0 h 4890487"/>
              <a:gd name="connsiteX3" fmla="*/ 4890573 w 4890573"/>
              <a:gd name="connsiteY3" fmla="*/ 0 h 4890487"/>
            </a:gdLst>
            <a:ahLst/>
            <a:cxnLst>
              <a:cxn ang="0">
                <a:pos x="connsiteX0" y="connsiteY0"/>
              </a:cxn>
              <a:cxn ang="0">
                <a:pos x="connsiteX1" y="connsiteY1"/>
              </a:cxn>
              <a:cxn ang="0">
                <a:pos x="connsiteX2" y="connsiteY2"/>
              </a:cxn>
              <a:cxn ang="0">
                <a:pos x="connsiteX3" y="connsiteY3"/>
              </a:cxn>
            </a:cxnLst>
            <a:rect l="l" t="t" r="r" b="b"/>
            <a:pathLst>
              <a:path w="4890573" h="4890487">
                <a:moveTo>
                  <a:pt x="4890573" y="4890487"/>
                </a:moveTo>
                <a:lnTo>
                  <a:pt x="2445244" y="4890487"/>
                </a:lnTo>
                <a:lnTo>
                  <a:pt x="0" y="0"/>
                </a:lnTo>
                <a:lnTo>
                  <a:pt x="4890573" y="0"/>
                </a:lnTo>
                <a:close/>
              </a:path>
            </a:pathLst>
          </a:custGeom>
          <a:solidFill>
            <a:srgbClr val="111121"/>
          </a:solidFill>
          <a:ln w="8624" cap="flat">
            <a:noFill/>
            <a:prstDash val="solid"/>
            <a:miter/>
          </a:ln>
        </p:spPr>
        <p:txBody>
          <a:bodyPr rtlCol="0" anchor="ctr"/>
          <a:lstStyle/>
          <a:p>
            <a:endParaRPr lang="en-US" sz="1600" dirty="0">
              <a:latin typeface="Arial" panose="020B0604020202020204" pitchFamily="34" charset="0"/>
            </a:endParaRPr>
          </a:p>
        </p:txBody>
      </p:sp>
      <p:sp>
        <p:nvSpPr>
          <p:cNvPr id="5" name="Freeform: Shape 4">
            <a:extLst>
              <a:ext uri="{FF2B5EF4-FFF2-40B4-BE49-F238E27FC236}">
                <a16:creationId xmlns:a16="http://schemas.microsoft.com/office/drawing/2014/main" id="{F9963A3F-6E73-4B03-863E-E641CB4EA669}"/>
              </a:ext>
            </a:extLst>
          </p:cNvPr>
          <p:cNvSpPr/>
          <p:nvPr userDrawn="1"/>
        </p:nvSpPr>
        <p:spPr>
          <a:xfrm>
            <a:off x="9741024" y="4898498"/>
            <a:ext cx="2450976" cy="1959502"/>
          </a:xfrm>
          <a:custGeom>
            <a:avLst/>
            <a:gdLst>
              <a:gd name="connsiteX0" fmla="*/ 2446969 w 2446968"/>
              <a:gd name="connsiteY0" fmla="*/ 0 h 1956298"/>
              <a:gd name="connsiteX1" fmla="*/ 0 w 2446968"/>
              <a:gd name="connsiteY1" fmla="*/ 0 h 1956298"/>
              <a:gd name="connsiteX2" fmla="*/ 978149 w 2446968"/>
              <a:gd name="connsiteY2" fmla="*/ 1956299 h 1956298"/>
              <a:gd name="connsiteX3" fmla="*/ 2446969 w 2446968"/>
              <a:gd name="connsiteY3" fmla="*/ 1956299 h 1956298"/>
            </a:gdLst>
            <a:ahLst/>
            <a:cxnLst>
              <a:cxn ang="0">
                <a:pos x="connsiteX0" y="connsiteY0"/>
              </a:cxn>
              <a:cxn ang="0">
                <a:pos x="connsiteX1" y="connsiteY1"/>
              </a:cxn>
              <a:cxn ang="0">
                <a:pos x="connsiteX2" y="connsiteY2"/>
              </a:cxn>
              <a:cxn ang="0">
                <a:pos x="connsiteX3" y="connsiteY3"/>
              </a:cxn>
            </a:cxnLst>
            <a:rect l="l" t="t" r="r" b="b"/>
            <a:pathLst>
              <a:path w="2446968" h="1956298">
                <a:moveTo>
                  <a:pt x="2446969" y="0"/>
                </a:moveTo>
                <a:lnTo>
                  <a:pt x="0" y="0"/>
                </a:lnTo>
                <a:lnTo>
                  <a:pt x="978149" y="1956299"/>
                </a:lnTo>
                <a:lnTo>
                  <a:pt x="2446969" y="1956299"/>
                </a:lnTo>
                <a:close/>
              </a:path>
            </a:pathLst>
          </a:custGeom>
          <a:solidFill>
            <a:srgbClr val="089ED1"/>
          </a:solidFill>
          <a:ln w="8624" cap="flat">
            <a:noFill/>
            <a:prstDash val="solid"/>
            <a:miter/>
          </a:ln>
        </p:spPr>
        <p:txBody>
          <a:bodyPr rtlCol="0" anchor="ctr"/>
          <a:lstStyle/>
          <a:p>
            <a:endParaRPr lang="en-US" sz="1600" dirty="0">
              <a:latin typeface="Arial" panose="020B0604020202020204" pitchFamily="34" charset="0"/>
            </a:endParaRPr>
          </a:p>
        </p:txBody>
      </p:sp>
      <p:sp>
        <p:nvSpPr>
          <p:cNvPr id="3" name="Picture Placeholder 2">
            <a:extLst>
              <a:ext uri="{FF2B5EF4-FFF2-40B4-BE49-F238E27FC236}">
                <a16:creationId xmlns:a16="http://schemas.microsoft.com/office/drawing/2014/main" id="{43AC07EA-187D-4CBE-8720-0BFDF05F45E0}"/>
              </a:ext>
            </a:extLst>
          </p:cNvPr>
          <p:cNvSpPr>
            <a:spLocks noGrp="1"/>
          </p:cNvSpPr>
          <p:nvPr>
            <p:ph type="pic" sz="quarter" idx="10"/>
          </p:nvPr>
        </p:nvSpPr>
        <p:spPr>
          <a:xfrm>
            <a:off x="1" y="0"/>
            <a:ext cx="9741024" cy="4899025"/>
          </a:xfrm>
          <a:custGeom>
            <a:avLst/>
            <a:gdLst>
              <a:gd name="connsiteX0" fmla="*/ 0 w 9885363"/>
              <a:gd name="connsiteY0" fmla="*/ 0 h 4899025"/>
              <a:gd name="connsiteX1" fmla="*/ 9885363 w 9885363"/>
              <a:gd name="connsiteY1" fmla="*/ 0 h 4899025"/>
              <a:gd name="connsiteX2" fmla="*/ 9885363 w 9885363"/>
              <a:gd name="connsiteY2" fmla="*/ 4899025 h 4899025"/>
              <a:gd name="connsiteX3" fmla="*/ 0 w 9885363"/>
              <a:gd name="connsiteY3" fmla="*/ 4899025 h 4899025"/>
              <a:gd name="connsiteX4" fmla="*/ 0 w 9885363"/>
              <a:gd name="connsiteY4" fmla="*/ 0 h 4899025"/>
              <a:gd name="connsiteX0" fmla="*/ 0 w 9885363"/>
              <a:gd name="connsiteY0" fmla="*/ 0 h 4899025"/>
              <a:gd name="connsiteX1" fmla="*/ 7315784 w 9885363"/>
              <a:gd name="connsiteY1" fmla="*/ 0 h 4899025"/>
              <a:gd name="connsiteX2" fmla="*/ 9885363 w 9885363"/>
              <a:gd name="connsiteY2" fmla="*/ 4899025 h 4899025"/>
              <a:gd name="connsiteX3" fmla="*/ 0 w 9885363"/>
              <a:gd name="connsiteY3" fmla="*/ 4899025 h 4899025"/>
              <a:gd name="connsiteX4" fmla="*/ 0 w 9885363"/>
              <a:gd name="connsiteY4" fmla="*/ 0 h 4899025"/>
              <a:gd name="connsiteX0" fmla="*/ 0 w 9746467"/>
              <a:gd name="connsiteY0" fmla="*/ 0 h 4899025"/>
              <a:gd name="connsiteX1" fmla="*/ 7315784 w 9746467"/>
              <a:gd name="connsiteY1" fmla="*/ 0 h 4899025"/>
              <a:gd name="connsiteX2" fmla="*/ 9746467 w 9746467"/>
              <a:gd name="connsiteY2" fmla="*/ 4887450 h 4899025"/>
              <a:gd name="connsiteX3" fmla="*/ 0 w 9746467"/>
              <a:gd name="connsiteY3" fmla="*/ 4899025 h 4899025"/>
              <a:gd name="connsiteX4" fmla="*/ 0 w 9746467"/>
              <a:gd name="connsiteY4" fmla="*/ 0 h 4899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6467" h="4899025">
                <a:moveTo>
                  <a:pt x="0" y="0"/>
                </a:moveTo>
                <a:lnTo>
                  <a:pt x="7315784" y="0"/>
                </a:lnTo>
                <a:lnTo>
                  <a:pt x="9746467" y="4887450"/>
                </a:lnTo>
                <a:lnTo>
                  <a:pt x="0" y="4899025"/>
                </a:lnTo>
                <a:lnTo>
                  <a:pt x="0" y="0"/>
                </a:lnTo>
                <a:close/>
              </a:path>
            </a:pathLst>
          </a:custGeom>
        </p:spPr>
        <p:txBody>
          <a:bodyPr>
            <a:normAutofit/>
          </a:bodyPr>
          <a:lstStyle>
            <a:lvl1pPr>
              <a:defRPr sz="1800"/>
            </a:lvl1pPr>
          </a:lstStyle>
          <a:p>
            <a:r>
              <a:rPr lang="en-US"/>
              <a:t>Click icon to add picture</a:t>
            </a:r>
            <a:endParaRPr lang="en-US" dirty="0"/>
          </a:p>
        </p:txBody>
      </p:sp>
      <p:pic>
        <p:nvPicPr>
          <p:cNvPr id="6" name="Picture 5">
            <a:extLst>
              <a:ext uri="{FF2B5EF4-FFF2-40B4-BE49-F238E27FC236}">
                <a16:creationId xmlns:a16="http://schemas.microsoft.com/office/drawing/2014/main" id="{62070635-210A-969D-CA2C-EC06A1485417}"/>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22596196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_image">
    <p:bg>
      <p:bgRef idx="1001">
        <a:schemeClr val="bg1"/>
      </p:bgRef>
    </p:bg>
    <p:spTree>
      <p:nvGrpSpPr>
        <p:cNvPr id="1" name=""/>
        <p:cNvGrpSpPr/>
        <p:nvPr/>
      </p:nvGrpSpPr>
      <p:grpSpPr>
        <a:xfrm>
          <a:off x="0" y="0"/>
          <a:ext cx="0" cy="0"/>
          <a:chOff x="0" y="0"/>
          <a:chExt cx="0" cy="0"/>
        </a:xfrm>
      </p:grpSpPr>
      <p:pic>
        <p:nvPicPr>
          <p:cNvPr id="21" name="Picture 20" descr="A picture containing food, bird&#10;&#10;Description automatically generated">
            <a:extLst>
              <a:ext uri="{FF2B5EF4-FFF2-40B4-BE49-F238E27FC236}">
                <a16:creationId xmlns:a16="http://schemas.microsoft.com/office/drawing/2014/main" id="{346799C7-3DBD-4F3F-93F1-332AA0DF37E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r="4427"/>
          <a:stretch/>
        </p:blipFill>
        <p:spPr>
          <a:xfrm>
            <a:off x="-3832" y="1562106"/>
            <a:ext cx="2415245" cy="5295894"/>
          </a:xfrm>
          <a:prstGeom prst="rect">
            <a:avLst/>
          </a:prstGeom>
        </p:spPr>
      </p:pic>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normAutofit/>
          </a:bodyPr>
          <a:lstStyle>
            <a:lvl1pPr>
              <a:defRPr sz="1600"/>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normAutofit/>
          </a:bodyPr>
          <a:lstStyle>
            <a:lvl1pPr>
              <a:defRPr sz="1600"/>
            </a:lvl1pPr>
          </a:lstStyle>
          <a:p>
            <a:r>
              <a:rPr lang="en-US"/>
              <a:t>Click icon to add picture</a:t>
            </a:r>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normAutofit/>
          </a:bodyPr>
          <a:lstStyle>
            <a:lvl1pPr>
              <a:defRPr sz="1600"/>
            </a:lvl1pPr>
          </a:lstStyle>
          <a:p>
            <a:r>
              <a:rPr lang="en-US"/>
              <a:t>Click icon to add picture</a:t>
            </a:r>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normAutofit/>
          </a:bodyPr>
          <a:lstStyle>
            <a:lvl1pPr>
              <a:defRPr sz="1600"/>
            </a:lvl1pPr>
          </a:lstStyle>
          <a:p>
            <a:r>
              <a:rPr lang="en-US"/>
              <a:t>Click icon to add picture</a:t>
            </a:r>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600">
                <a:solidFill>
                  <a:srgbClr val="111121"/>
                </a:solidFill>
              </a:defRPr>
            </a:lvl1pPr>
            <a:lvl2pPr>
              <a:defRPr sz="1600">
                <a:solidFill>
                  <a:srgbClr val="111121"/>
                </a:solidFill>
              </a:defRPr>
            </a:lvl2pPr>
            <a:lvl3pPr>
              <a:defRPr sz="1600">
                <a:solidFill>
                  <a:srgbClr val="111121"/>
                </a:solidFill>
              </a:defRPr>
            </a:lvl3pPr>
            <a:lvl4pPr>
              <a:defRPr sz="1600">
                <a:solidFill>
                  <a:srgbClr val="111121"/>
                </a:solidFill>
              </a:defRPr>
            </a:lvl4pPr>
            <a:lvl5pPr>
              <a:defRPr sz="1600">
                <a:solidFill>
                  <a:srgbClr val="11112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itle 1">
            <a:extLst>
              <a:ext uri="{FF2B5EF4-FFF2-40B4-BE49-F238E27FC236}">
                <a16:creationId xmlns:a16="http://schemas.microsoft.com/office/drawing/2014/main" id="{0C79DD41-CB55-42F0-A933-4F11514F1BB7}"/>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pic>
        <p:nvPicPr>
          <p:cNvPr id="26" name="Graphic 25">
            <a:extLst>
              <a:ext uri="{FF2B5EF4-FFF2-40B4-BE49-F238E27FC236}">
                <a16:creationId xmlns:a16="http://schemas.microsoft.com/office/drawing/2014/main" id="{86CDD72B-AC17-4A30-B93E-6B0CFE21C765}"/>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7" name="Straight Connector 26">
            <a:extLst>
              <a:ext uri="{FF2B5EF4-FFF2-40B4-BE49-F238E27FC236}">
                <a16:creationId xmlns:a16="http://schemas.microsoft.com/office/drawing/2014/main" id="{F8C4CE34-F3BD-4967-B4BC-558F2A8BA7D4}"/>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8" name="Slide Number Placeholder 3">
            <a:extLst>
              <a:ext uri="{FF2B5EF4-FFF2-40B4-BE49-F238E27FC236}">
                <a16:creationId xmlns:a16="http://schemas.microsoft.com/office/drawing/2014/main" id="{C7439E59-1C5E-4A48-AB00-566F366A2BA2}"/>
              </a:ext>
            </a:extLst>
          </p:cNvPr>
          <p:cNvSpPr>
            <a:spLocks noGrp="1"/>
          </p:cNvSpPr>
          <p:nvPr>
            <p:ph type="sldNum" sz="quarter" idx="22"/>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grpSp>
        <p:nvGrpSpPr>
          <p:cNvPr id="17" name="Group 16">
            <a:extLst>
              <a:ext uri="{FF2B5EF4-FFF2-40B4-BE49-F238E27FC236}">
                <a16:creationId xmlns:a16="http://schemas.microsoft.com/office/drawing/2014/main" id="{7D339F83-B703-41FB-ADF6-F03A7513CFCD}"/>
              </a:ext>
            </a:extLst>
          </p:cNvPr>
          <p:cNvGrpSpPr/>
          <p:nvPr userDrawn="1"/>
        </p:nvGrpSpPr>
        <p:grpSpPr>
          <a:xfrm>
            <a:off x="11997463" y="3105617"/>
            <a:ext cx="134097" cy="646767"/>
            <a:chOff x="11838508" y="3057525"/>
            <a:chExt cx="155496" cy="749979"/>
          </a:xfrm>
        </p:grpSpPr>
        <p:sp>
          <p:nvSpPr>
            <p:cNvPr id="18" name="Rectangle 17">
              <a:extLst>
                <a:ext uri="{FF2B5EF4-FFF2-40B4-BE49-F238E27FC236}">
                  <a16:creationId xmlns:a16="http://schemas.microsoft.com/office/drawing/2014/main" id="{6E2BDD1A-9617-4140-92EB-4876275C4C87}"/>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9" name="Graphic 18">
              <a:extLst>
                <a:ext uri="{FF2B5EF4-FFF2-40B4-BE49-F238E27FC236}">
                  <a16:creationId xmlns:a16="http://schemas.microsoft.com/office/drawing/2014/main" id="{F32D4D33-99A1-42C9-AC4C-FAAEBDFE33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11604289" y="3357212"/>
              <a:ext cx="623935" cy="150605"/>
            </a:xfrm>
            <a:prstGeom prst="rect">
              <a:avLst/>
            </a:prstGeom>
          </p:spPr>
        </p:pic>
      </p:grpSp>
      <p:sp>
        <p:nvSpPr>
          <p:cNvPr id="16" name="Text Placeholder 22">
            <a:extLst>
              <a:ext uri="{FF2B5EF4-FFF2-40B4-BE49-F238E27FC236}">
                <a16:creationId xmlns:a16="http://schemas.microsoft.com/office/drawing/2014/main" id="{1F963DED-BB1B-4850-A848-2C2A4E8C4362}"/>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191593739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Light_image">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3E50292-6AB5-43B1-88A3-036F24E235E8}"/>
              </a:ext>
            </a:extLst>
          </p:cNvPr>
          <p:cNvSpPr/>
          <p:nvPr userDrawn="1"/>
        </p:nvSpPr>
        <p:spPr>
          <a:xfrm>
            <a:off x="-3832" y="1562100"/>
            <a:ext cx="2415245" cy="5295900"/>
          </a:xfrm>
          <a:prstGeom prst="rect">
            <a:avLst/>
          </a:prstGeom>
          <a:solidFill>
            <a:srgbClr val="CCAB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11112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normAutofit/>
          </a:bodyPr>
          <a:lstStyle>
            <a:lvl1pPr>
              <a:defRPr sz="1600"/>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normAutofit/>
          </a:bodyPr>
          <a:lstStyle>
            <a:lvl1pPr>
              <a:defRPr sz="1600"/>
            </a:lvl1pPr>
          </a:lstStyle>
          <a:p>
            <a:r>
              <a:rPr lang="en-US"/>
              <a:t>Click icon to add picture</a:t>
            </a:r>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normAutofit/>
          </a:bodyPr>
          <a:lstStyle>
            <a:lvl1pPr>
              <a:defRPr sz="1600"/>
            </a:lvl1pPr>
          </a:lstStyle>
          <a:p>
            <a:r>
              <a:rPr lang="en-US"/>
              <a:t>Click icon to add picture</a:t>
            </a:r>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normAutofit/>
          </a:bodyPr>
          <a:lstStyle>
            <a:lvl1pPr>
              <a:defRPr sz="1600"/>
            </a:lvl1pPr>
          </a:lstStyle>
          <a:p>
            <a:r>
              <a:rPr lang="en-US"/>
              <a:t>Click icon to add picture</a:t>
            </a:r>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600">
                <a:solidFill>
                  <a:srgbClr val="111121"/>
                </a:solidFill>
              </a:defRPr>
            </a:lvl1pPr>
            <a:lvl2pPr>
              <a:defRPr sz="1600">
                <a:solidFill>
                  <a:srgbClr val="111121"/>
                </a:solidFill>
              </a:defRPr>
            </a:lvl2pPr>
            <a:lvl3pPr>
              <a:defRPr sz="1600">
                <a:solidFill>
                  <a:srgbClr val="111121"/>
                </a:solidFill>
              </a:defRPr>
            </a:lvl3pPr>
            <a:lvl4pPr>
              <a:defRPr sz="1600">
                <a:solidFill>
                  <a:srgbClr val="111121"/>
                </a:solidFill>
              </a:defRPr>
            </a:lvl4pPr>
            <a:lvl5pPr>
              <a:defRPr sz="1600">
                <a:solidFill>
                  <a:srgbClr val="11112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 13">
            <a:extLst>
              <a:ext uri="{FF2B5EF4-FFF2-40B4-BE49-F238E27FC236}">
                <a16:creationId xmlns:a16="http://schemas.microsoft.com/office/drawing/2014/main" id="{6AF7FC0D-5BDB-445D-BA36-932991B60F93}"/>
              </a:ext>
            </a:extLst>
          </p:cNvPr>
          <p:cNvGrpSpPr/>
          <p:nvPr userDrawn="1"/>
        </p:nvGrpSpPr>
        <p:grpSpPr>
          <a:xfrm>
            <a:off x="11997463" y="3105617"/>
            <a:ext cx="134097" cy="646767"/>
            <a:chOff x="11838508" y="3057525"/>
            <a:chExt cx="155496" cy="749979"/>
          </a:xfrm>
        </p:grpSpPr>
        <p:sp>
          <p:nvSpPr>
            <p:cNvPr id="15" name="Rectangle 14">
              <a:extLst>
                <a:ext uri="{FF2B5EF4-FFF2-40B4-BE49-F238E27FC236}">
                  <a16:creationId xmlns:a16="http://schemas.microsoft.com/office/drawing/2014/main" id="{5AF3C24E-5183-4814-B711-132EB37223E0}"/>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6" name="Graphic 15">
              <a:extLst>
                <a:ext uri="{FF2B5EF4-FFF2-40B4-BE49-F238E27FC236}">
                  <a16:creationId xmlns:a16="http://schemas.microsoft.com/office/drawing/2014/main" id="{4FC10B83-42E8-4FD4-96EC-7222628B9F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21" name="Graphic 20">
            <a:extLst>
              <a:ext uri="{FF2B5EF4-FFF2-40B4-BE49-F238E27FC236}">
                <a16:creationId xmlns:a16="http://schemas.microsoft.com/office/drawing/2014/main" id="{83984917-CAE0-4BE3-8B25-BDC1929771C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507536C3-3352-4CC3-9211-9957BF77DA35}"/>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Slide Number Placeholder 3">
            <a:extLst>
              <a:ext uri="{FF2B5EF4-FFF2-40B4-BE49-F238E27FC236}">
                <a16:creationId xmlns:a16="http://schemas.microsoft.com/office/drawing/2014/main" id="{BF244C74-5532-412C-B05C-8CAFBB42C6B5}"/>
              </a:ext>
            </a:extLst>
          </p:cNvPr>
          <p:cNvSpPr>
            <a:spLocks noGrp="1"/>
          </p:cNvSpPr>
          <p:nvPr>
            <p:ph type="sldNum" sz="quarter" idx="20"/>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612336781"/>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_option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4" name="Straight Connector 13">
            <a:extLst>
              <a:ext uri="{FF2B5EF4-FFF2-40B4-BE49-F238E27FC236}">
                <a16:creationId xmlns:a16="http://schemas.microsoft.com/office/drawing/2014/main" id="{83BD7C40-4702-410F-949F-C1CDDDE5C361}"/>
              </a:ext>
            </a:extLst>
          </p:cNvPr>
          <p:cNvCxnSpPr>
            <a:cxnSpLocks/>
          </p:cNvCxnSpPr>
          <p:nvPr userDrawn="1"/>
        </p:nvCxnSpPr>
        <p:spPr>
          <a:xfrm>
            <a:off x="41910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sp>
        <p:nvSpPr>
          <p:cNvPr id="21" name="Content Placeholder 26">
            <a:extLst>
              <a:ext uri="{FF2B5EF4-FFF2-40B4-BE49-F238E27FC236}">
                <a16:creationId xmlns:a16="http://schemas.microsoft.com/office/drawing/2014/main" id="{B6C4475F-9486-4114-A2CC-EF439582C231}"/>
              </a:ext>
            </a:extLst>
          </p:cNvPr>
          <p:cNvSpPr>
            <a:spLocks noGrp="1"/>
          </p:cNvSpPr>
          <p:nvPr>
            <p:ph sz="quarter" idx="15"/>
          </p:nvPr>
        </p:nvSpPr>
        <p:spPr>
          <a:xfrm>
            <a:off x="266700" y="1554481"/>
            <a:ext cx="11658600" cy="4491213"/>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6" name="Graphic 15">
            <a:extLst>
              <a:ext uri="{FF2B5EF4-FFF2-40B4-BE49-F238E27FC236}">
                <a16:creationId xmlns:a16="http://schemas.microsoft.com/office/drawing/2014/main" id="{3A2B55A2-92A0-47CA-BC77-5ED57B0690BF}"/>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E2B9AC9A-659E-47FD-A0C0-899628AFA2CC}"/>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Slide Number Placeholder 3">
            <a:extLst>
              <a:ext uri="{FF2B5EF4-FFF2-40B4-BE49-F238E27FC236}">
                <a16:creationId xmlns:a16="http://schemas.microsoft.com/office/drawing/2014/main" id="{A22EDFCB-D408-41F8-83D6-F52D721537F3}"/>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6520975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_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8" name="Content Placeholder 26">
            <a:extLst>
              <a:ext uri="{FF2B5EF4-FFF2-40B4-BE49-F238E27FC236}">
                <a16:creationId xmlns:a16="http://schemas.microsoft.com/office/drawing/2014/main" id="{92F8849D-3CF9-4F64-982E-A0BB1C9D6925}"/>
              </a:ext>
            </a:extLst>
          </p:cNvPr>
          <p:cNvSpPr>
            <a:spLocks noGrp="1"/>
          </p:cNvSpPr>
          <p:nvPr>
            <p:ph sz="quarter" idx="15"/>
          </p:nvPr>
        </p:nvSpPr>
        <p:spPr>
          <a:xfrm>
            <a:off x="266700" y="1554481"/>
            <a:ext cx="11658600" cy="4491213"/>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4513169A-A287-45BE-9CA8-1E1DD393D74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13" name="Straight Connector 12">
            <a:extLst>
              <a:ext uri="{FF2B5EF4-FFF2-40B4-BE49-F238E27FC236}">
                <a16:creationId xmlns:a16="http://schemas.microsoft.com/office/drawing/2014/main" id="{B0E916A1-5015-4077-8742-35FD0981572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4" name="Slide Number Placeholder 3">
            <a:extLst>
              <a:ext uri="{FF2B5EF4-FFF2-40B4-BE49-F238E27FC236}">
                <a16:creationId xmlns:a16="http://schemas.microsoft.com/office/drawing/2014/main" id="{FCA21049-D9EA-496D-B135-D20BF410391D}"/>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4052577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_option 2">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rgbClr val="089E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sp>
        <p:nvSpPr>
          <p:cNvPr id="21" name="Content Placeholder 26">
            <a:extLst>
              <a:ext uri="{FF2B5EF4-FFF2-40B4-BE49-F238E27FC236}">
                <a16:creationId xmlns:a16="http://schemas.microsoft.com/office/drawing/2014/main" id="{B6C4475F-9486-4114-A2CC-EF439582C231}"/>
              </a:ext>
            </a:extLst>
          </p:cNvPr>
          <p:cNvSpPr>
            <a:spLocks noGrp="1"/>
          </p:cNvSpPr>
          <p:nvPr>
            <p:ph sz="quarter" idx="15"/>
          </p:nvPr>
        </p:nvSpPr>
        <p:spPr>
          <a:xfrm>
            <a:off x="266700" y="1554481"/>
            <a:ext cx="11658600" cy="4491213"/>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Group 12">
            <a:extLst>
              <a:ext uri="{FF2B5EF4-FFF2-40B4-BE49-F238E27FC236}">
                <a16:creationId xmlns:a16="http://schemas.microsoft.com/office/drawing/2014/main" id="{4EEB1629-2228-49B2-A3A9-B3DAFB78D56F}"/>
              </a:ext>
            </a:extLst>
          </p:cNvPr>
          <p:cNvGrpSpPr/>
          <p:nvPr userDrawn="1"/>
        </p:nvGrpSpPr>
        <p:grpSpPr>
          <a:xfrm>
            <a:off x="11997463" y="3105617"/>
            <a:ext cx="134097" cy="646767"/>
            <a:chOff x="11838508" y="3057525"/>
            <a:chExt cx="155496" cy="749979"/>
          </a:xfrm>
        </p:grpSpPr>
        <p:sp>
          <p:nvSpPr>
            <p:cNvPr id="14" name="Rectangle 13">
              <a:extLst>
                <a:ext uri="{FF2B5EF4-FFF2-40B4-BE49-F238E27FC236}">
                  <a16:creationId xmlns:a16="http://schemas.microsoft.com/office/drawing/2014/main" id="{E96FFFE6-9718-4749-BEFF-5F600FCBCBE5}"/>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5" name="Graphic 14">
              <a:extLst>
                <a:ext uri="{FF2B5EF4-FFF2-40B4-BE49-F238E27FC236}">
                  <a16:creationId xmlns:a16="http://schemas.microsoft.com/office/drawing/2014/main" id="{24F1D728-50DB-46A1-BCFA-626B1AFB66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17" name="Graphic 16">
            <a:extLst>
              <a:ext uri="{FF2B5EF4-FFF2-40B4-BE49-F238E27FC236}">
                <a16:creationId xmlns:a16="http://schemas.microsoft.com/office/drawing/2014/main" id="{6FD7AF00-222A-49AD-8962-7BEC8E6BC03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5" name="Straight Connector 24">
            <a:extLst>
              <a:ext uri="{FF2B5EF4-FFF2-40B4-BE49-F238E27FC236}">
                <a16:creationId xmlns:a16="http://schemas.microsoft.com/office/drawing/2014/main" id="{8CFBDF43-3869-43A4-A2F3-CAF5E748359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DE88D89-6961-76DD-0C3A-10447D5D9A2A}"/>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5223076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meline_option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4" name="Straight Connector 13">
            <a:extLst>
              <a:ext uri="{FF2B5EF4-FFF2-40B4-BE49-F238E27FC236}">
                <a16:creationId xmlns:a16="http://schemas.microsoft.com/office/drawing/2014/main" id="{83BD7C40-4702-410F-949F-C1CDDDE5C361}"/>
              </a:ext>
            </a:extLst>
          </p:cNvPr>
          <p:cNvCxnSpPr>
            <a:cxnSpLocks/>
          </p:cNvCxnSpPr>
          <p:nvPr userDrawn="1"/>
        </p:nvCxnSpPr>
        <p:spPr>
          <a:xfrm>
            <a:off x="41910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sp>
        <p:nvSpPr>
          <p:cNvPr id="22" name="Content Placeholder 3">
            <a:extLst>
              <a:ext uri="{FF2B5EF4-FFF2-40B4-BE49-F238E27FC236}">
                <a16:creationId xmlns:a16="http://schemas.microsoft.com/office/drawing/2014/main" id="{3F0E9AEB-D1C9-40DB-815F-8F8B7C7403B4}"/>
              </a:ext>
            </a:extLst>
          </p:cNvPr>
          <p:cNvSpPr>
            <a:spLocks noGrp="1"/>
          </p:cNvSpPr>
          <p:nvPr>
            <p:ph sz="half" idx="2"/>
          </p:nvPr>
        </p:nvSpPr>
        <p:spPr>
          <a:xfrm>
            <a:off x="266699" y="4398387"/>
            <a:ext cx="2592247" cy="1647302"/>
          </a:xfrm>
        </p:spPr>
        <p:txBody>
          <a:bodyPr>
            <a:normAutofit/>
          </a:bodyPr>
          <a:lstStyle>
            <a:lvl1pPr>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23" name="Content Placeholder 3">
            <a:extLst>
              <a:ext uri="{FF2B5EF4-FFF2-40B4-BE49-F238E27FC236}">
                <a16:creationId xmlns:a16="http://schemas.microsoft.com/office/drawing/2014/main" id="{F1774DCE-CC00-44D4-BEA1-2C31C1A36345}"/>
              </a:ext>
            </a:extLst>
          </p:cNvPr>
          <p:cNvSpPr>
            <a:spLocks noGrp="1"/>
          </p:cNvSpPr>
          <p:nvPr>
            <p:ph sz="half" idx="19"/>
          </p:nvPr>
        </p:nvSpPr>
        <p:spPr>
          <a:xfrm>
            <a:off x="3284903"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E1F55D8D-DB03-4D54-B44E-79172B5EF1DA}"/>
              </a:ext>
            </a:extLst>
          </p:cNvPr>
          <p:cNvSpPr>
            <a:spLocks noGrp="1"/>
          </p:cNvSpPr>
          <p:nvPr>
            <p:ph sz="half" idx="20"/>
          </p:nvPr>
        </p:nvSpPr>
        <p:spPr>
          <a:xfrm>
            <a:off x="6303107"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25" name="Content Placeholder 3">
            <a:extLst>
              <a:ext uri="{FF2B5EF4-FFF2-40B4-BE49-F238E27FC236}">
                <a16:creationId xmlns:a16="http://schemas.microsoft.com/office/drawing/2014/main" id="{4FA9F438-9A43-4043-8B59-DDA772ADFF15}"/>
              </a:ext>
            </a:extLst>
          </p:cNvPr>
          <p:cNvSpPr>
            <a:spLocks noGrp="1"/>
          </p:cNvSpPr>
          <p:nvPr>
            <p:ph sz="half" idx="21"/>
          </p:nvPr>
        </p:nvSpPr>
        <p:spPr>
          <a:xfrm>
            <a:off x="9321311"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pic>
        <p:nvPicPr>
          <p:cNvPr id="16" name="Graphic 15">
            <a:extLst>
              <a:ext uri="{FF2B5EF4-FFF2-40B4-BE49-F238E27FC236}">
                <a16:creationId xmlns:a16="http://schemas.microsoft.com/office/drawing/2014/main" id="{0483EBED-C36D-4745-9072-B74BC5427BD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1" name="Straight Connector 20">
            <a:extLst>
              <a:ext uri="{FF2B5EF4-FFF2-40B4-BE49-F238E27FC236}">
                <a16:creationId xmlns:a16="http://schemas.microsoft.com/office/drawing/2014/main" id="{1F8815DB-6897-4FE0-A799-5454996662C4}"/>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857ED999-64B6-4519-86FB-BCAE5DCFBC7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824111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meline option2">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rgbClr val="089E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30" name="Straight Connector 29">
            <a:extLst>
              <a:ext uri="{FF2B5EF4-FFF2-40B4-BE49-F238E27FC236}">
                <a16:creationId xmlns:a16="http://schemas.microsoft.com/office/drawing/2014/main" id="{68FB8EF5-5EC0-476C-AD5B-350016F2B3FD}"/>
              </a:ext>
            </a:extLst>
          </p:cNvPr>
          <p:cNvCxnSpPr/>
          <p:nvPr userDrawn="1"/>
        </p:nvCxnSpPr>
        <p:spPr>
          <a:xfrm>
            <a:off x="72761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DF5367-4935-4325-882D-D2994ACA82FF}"/>
              </a:ext>
            </a:extLst>
          </p:cNvPr>
          <p:cNvCxnSpPr/>
          <p:nvPr userDrawn="1"/>
        </p:nvCxnSpPr>
        <p:spPr>
          <a:xfrm>
            <a:off x="2473297"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55054BF-1606-4FA9-BE04-A2D764C5074A}"/>
              </a:ext>
            </a:extLst>
          </p:cNvPr>
          <p:cNvCxnSpPr/>
          <p:nvPr userDrawn="1"/>
        </p:nvCxnSpPr>
        <p:spPr>
          <a:xfrm>
            <a:off x="4428064"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C8578E-8CC4-4964-92ED-1595EFF46737}"/>
              </a:ext>
            </a:extLst>
          </p:cNvPr>
          <p:cNvCxnSpPr/>
          <p:nvPr userDrawn="1"/>
        </p:nvCxnSpPr>
        <p:spPr>
          <a:xfrm>
            <a:off x="638283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0A7457-5A36-4180-A901-A7344AC87595}"/>
              </a:ext>
            </a:extLst>
          </p:cNvPr>
          <p:cNvCxnSpPr/>
          <p:nvPr userDrawn="1"/>
        </p:nvCxnSpPr>
        <p:spPr>
          <a:xfrm>
            <a:off x="8337598"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17E079-4B23-4976-8B64-B7ABB3F7906D}"/>
              </a:ext>
            </a:extLst>
          </p:cNvPr>
          <p:cNvCxnSpPr/>
          <p:nvPr userDrawn="1"/>
        </p:nvCxnSpPr>
        <p:spPr>
          <a:xfrm>
            <a:off x="10192592"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6" name="Content Placeholder 3">
            <a:extLst>
              <a:ext uri="{FF2B5EF4-FFF2-40B4-BE49-F238E27FC236}">
                <a16:creationId xmlns:a16="http://schemas.microsoft.com/office/drawing/2014/main" id="{E328A152-FBD1-40F1-B81A-CD7FE27DC15F}"/>
              </a:ext>
            </a:extLst>
          </p:cNvPr>
          <p:cNvSpPr>
            <a:spLocks noGrp="1"/>
          </p:cNvSpPr>
          <p:nvPr>
            <p:ph sz="half" idx="2"/>
          </p:nvPr>
        </p:nvSpPr>
        <p:spPr>
          <a:xfrm>
            <a:off x="72761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CC8BEC0F-5CEE-4F79-BBEB-5D7CDB0138A1}"/>
              </a:ext>
            </a:extLst>
          </p:cNvPr>
          <p:cNvSpPr>
            <a:spLocks noGrp="1"/>
          </p:cNvSpPr>
          <p:nvPr>
            <p:ph sz="half" idx="19"/>
          </p:nvPr>
        </p:nvSpPr>
        <p:spPr>
          <a:xfrm>
            <a:off x="2473296"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445E4B63-257C-4B55-B502-A8C670562658}"/>
              </a:ext>
            </a:extLst>
          </p:cNvPr>
          <p:cNvSpPr>
            <a:spLocks noGrp="1"/>
          </p:cNvSpPr>
          <p:nvPr>
            <p:ph sz="half" idx="20"/>
          </p:nvPr>
        </p:nvSpPr>
        <p:spPr>
          <a:xfrm>
            <a:off x="4428063"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39" name="Content Placeholder 3">
            <a:extLst>
              <a:ext uri="{FF2B5EF4-FFF2-40B4-BE49-F238E27FC236}">
                <a16:creationId xmlns:a16="http://schemas.microsoft.com/office/drawing/2014/main" id="{15A8A333-4779-49B2-9088-2463DE5B2357}"/>
              </a:ext>
            </a:extLst>
          </p:cNvPr>
          <p:cNvSpPr>
            <a:spLocks noGrp="1"/>
          </p:cNvSpPr>
          <p:nvPr>
            <p:ph sz="half" idx="21"/>
          </p:nvPr>
        </p:nvSpPr>
        <p:spPr>
          <a:xfrm>
            <a:off x="638283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40" name="Content Placeholder 3">
            <a:extLst>
              <a:ext uri="{FF2B5EF4-FFF2-40B4-BE49-F238E27FC236}">
                <a16:creationId xmlns:a16="http://schemas.microsoft.com/office/drawing/2014/main" id="{04EC62E2-26E9-459B-809A-843888E22E39}"/>
              </a:ext>
            </a:extLst>
          </p:cNvPr>
          <p:cNvSpPr>
            <a:spLocks noGrp="1"/>
          </p:cNvSpPr>
          <p:nvPr>
            <p:ph sz="half" idx="22"/>
          </p:nvPr>
        </p:nvSpPr>
        <p:spPr>
          <a:xfrm>
            <a:off x="8337598"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41" name="Content Placeholder 3">
            <a:extLst>
              <a:ext uri="{FF2B5EF4-FFF2-40B4-BE49-F238E27FC236}">
                <a16:creationId xmlns:a16="http://schemas.microsoft.com/office/drawing/2014/main" id="{25D0D093-C682-4143-B282-3C44BFB1C61C}"/>
              </a:ext>
            </a:extLst>
          </p:cNvPr>
          <p:cNvSpPr>
            <a:spLocks noGrp="1"/>
          </p:cNvSpPr>
          <p:nvPr>
            <p:ph sz="half" idx="23"/>
          </p:nvPr>
        </p:nvSpPr>
        <p:spPr>
          <a:xfrm>
            <a:off x="1019259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a:t>Click to edit Master text styles</a:t>
            </a:r>
          </a:p>
        </p:txBody>
      </p:sp>
      <p:sp>
        <p:nvSpPr>
          <p:cNvPr id="43" name="Text Placeholder 2">
            <a:extLst>
              <a:ext uri="{FF2B5EF4-FFF2-40B4-BE49-F238E27FC236}">
                <a16:creationId xmlns:a16="http://schemas.microsoft.com/office/drawing/2014/main" id="{AFF9C789-2B1D-49E9-B86B-26EE3A9019CB}"/>
              </a:ext>
            </a:extLst>
          </p:cNvPr>
          <p:cNvSpPr>
            <a:spLocks noGrp="1"/>
          </p:cNvSpPr>
          <p:nvPr>
            <p:ph type="body" sz="quarter" idx="25"/>
          </p:nvPr>
        </p:nvSpPr>
        <p:spPr>
          <a:xfrm>
            <a:off x="247329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4" name="Text Placeholder 2">
            <a:extLst>
              <a:ext uri="{FF2B5EF4-FFF2-40B4-BE49-F238E27FC236}">
                <a16:creationId xmlns:a16="http://schemas.microsoft.com/office/drawing/2014/main" id="{805CB37C-256D-4953-BE0A-B71FEDD44ECC}"/>
              </a:ext>
            </a:extLst>
          </p:cNvPr>
          <p:cNvSpPr>
            <a:spLocks noGrp="1"/>
          </p:cNvSpPr>
          <p:nvPr>
            <p:ph type="body" sz="quarter" idx="26"/>
          </p:nvPr>
        </p:nvSpPr>
        <p:spPr>
          <a:xfrm>
            <a:off x="442806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5" name="Text Placeholder 2">
            <a:extLst>
              <a:ext uri="{FF2B5EF4-FFF2-40B4-BE49-F238E27FC236}">
                <a16:creationId xmlns:a16="http://schemas.microsoft.com/office/drawing/2014/main" id="{ACEEC02A-7690-4CCE-9B80-C7E067E7F61E}"/>
              </a:ext>
            </a:extLst>
          </p:cNvPr>
          <p:cNvSpPr>
            <a:spLocks noGrp="1"/>
          </p:cNvSpPr>
          <p:nvPr>
            <p:ph type="body" sz="quarter" idx="27"/>
          </p:nvPr>
        </p:nvSpPr>
        <p:spPr>
          <a:xfrm>
            <a:off x="638282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6" name="Text Placeholder 2">
            <a:extLst>
              <a:ext uri="{FF2B5EF4-FFF2-40B4-BE49-F238E27FC236}">
                <a16:creationId xmlns:a16="http://schemas.microsoft.com/office/drawing/2014/main" id="{508DE878-0318-49B3-9015-EB1B780C52CF}"/>
              </a:ext>
            </a:extLst>
          </p:cNvPr>
          <p:cNvSpPr>
            <a:spLocks noGrp="1"/>
          </p:cNvSpPr>
          <p:nvPr>
            <p:ph type="body" sz="quarter" idx="28"/>
          </p:nvPr>
        </p:nvSpPr>
        <p:spPr>
          <a:xfrm>
            <a:off x="833759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7" name="Text Placeholder 2">
            <a:extLst>
              <a:ext uri="{FF2B5EF4-FFF2-40B4-BE49-F238E27FC236}">
                <a16:creationId xmlns:a16="http://schemas.microsoft.com/office/drawing/2014/main" id="{A5C91AEF-1938-4C62-8205-240A93A5BF3A}"/>
              </a:ext>
            </a:extLst>
          </p:cNvPr>
          <p:cNvSpPr>
            <a:spLocks noGrp="1"/>
          </p:cNvSpPr>
          <p:nvPr>
            <p:ph type="body" sz="quarter" idx="29"/>
          </p:nvPr>
        </p:nvSpPr>
        <p:spPr>
          <a:xfrm>
            <a:off x="1019259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8" name="Text Placeholder 2">
            <a:extLst>
              <a:ext uri="{FF2B5EF4-FFF2-40B4-BE49-F238E27FC236}">
                <a16:creationId xmlns:a16="http://schemas.microsoft.com/office/drawing/2014/main" id="{EA711763-97DB-4CC8-84CB-2FD430DCA278}"/>
              </a:ext>
            </a:extLst>
          </p:cNvPr>
          <p:cNvSpPr>
            <a:spLocks noGrp="1"/>
          </p:cNvSpPr>
          <p:nvPr>
            <p:ph type="body" sz="quarter" idx="30"/>
          </p:nvPr>
        </p:nvSpPr>
        <p:spPr>
          <a:xfrm>
            <a:off x="72761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pic>
        <p:nvPicPr>
          <p:cNvPr id="57" name="Graphic 56">
            <a:extLst>
              <a:ext uri="{FF2B5EF4-FFF2-40B4-BE49-F238E27FC236}">
                <a16:creationId xmlns:a16="http://schemas.microsoft.com/office/drawing/2014/main" id="{9BB69165-6ED0-4862-8C0B-B0DFDC94C19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58" name="Straight Connector 57">
            <a:extLst>
              <a:ext uri="{FF2B5EF4-FFF2-40B4-BE49-F238E27FC236}">
                <a16:creationId xmlns:a16="http://schemas.microsoft.com/office/drawing/2014/main" id="{3980E3A6-C595-4A60-A319-E678D0C237E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59" name="Slide Number Placeholder 3">
            <a:extLst>
              <a:ext uri="{FF2B5EF4-FFF2-40B4-BE49-F238E27FC236}">
                <a16:creationId xmlns:a16="http://schemas.microsoft.com/office/drawing/2014/main" id="{84C9D40C-3E72-4021-AA58-315366032EE2}"/>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D8E330A1-F1F4-80A0-9727-FCC4C7917A06}"/>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812806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_Timeline option2">
    <p:bg>
      <p:bgRef idx="1001">
        <a:schemeClr val="bg2"/>
      </p:bgRef>
    </p:bg>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rgbClr val="111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23" name="Straight Connector 22">
            <a:extLst>
              <a:ext uri="{FF2B5EF4-FFF2-40B4-BE49-F238E27FC236}">
                <a16:creationId xmlns:a16="http://schemas.microsoft.com/office/drawing/2014/main" id="{71434596-59F0-4F85-B080-3F2F632E1E40}"/>
              </a:ext>
            </a:extLst>
          </p:cNvPr>
          <p:cNvCxnSpPr>
            <a:cxnSpLocks/>
          </p:cNvCxnSpPr>
          <p:nvPr userDrawn="1"/>
        </p:nvCxnSpPr>
        <p:spPr>
          <a:xfrm>
            <a:off x="793044"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8FB8EF5-5EC0-476C-AD5B-350016F2B3FD}"/>
              </a:ext>
            </a:extLst>
          </p:cNvPr>
          <p:cNvCxnSpPr/>
          <p:nvPr userDrawn="1"/>
        </p:nvCxnSpPr>
        <p:spPr>
          <a:xfrm>
            <a:off x="72761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DF5367-4935-4325-882D-D2994ACA82FF}"/>
              </a:ext>
            </a:extLst>
          </p:cNvPr>
          <p:cNvCxnSpPr/>
          <p:nvPr userDrawn="1"/>
        </p:nvCxnSpPr>
        <p:spPr>
          <a:xfrm>
            <a:off x="2473297"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55054BF-1606-4FA9-BE04-A2D764C5074A}"/>
              </a:ext>
            </a:extLst>
          </p:cNvPr>
          <p:cNvCxnSpPr/>
          <p:nvPr userDrawn="1"/>
        </p:nvCxnSpPr>
        <p:spPr>
          <a:xfrm>
            <a:off x="4428064"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C8578E-8CC4-4964-92ED-1595EFF46737}"/>
              </a:ext>
            </a:extLst>
          </p:cNvPr>
          <p:cNvCxnSpPr/>
          <p:nvPr userDrawn="1"/>
        </p:nvCxnSpPr>
        <p:spPr>
          <a:xfrm>
            <a:off x="638283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0A7457-5A36-4180-A901-A7344AC87595}"/>
              </a:ext>
            </a:extLst>
          </p:cNvPr>
          <p:cNvCxnSpPr/>
          <p:nvPr userDrawn="1"/>
        </p:nvCxnSpPr>
        <p:spPr>
          <a:xfrm>
            <a:off x="8337598"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17E079-4B23-4976-8B64-B7ABB3F7906D}"/>
              </a:ext>
            </a:extLst>
          </p:cNvPr>
          <p:cNvCxnSpPr/>
          <p:nvPr userDrawn="1"/>
        </p:nvCxnSpPr>
        <p:spPr>
          <a:xfrm>
            <a:off x="10192592"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6" name="Content Placeholder 3">
            <a:extLst>
              <a:ext uri="{FF2B5EF4-FFF2-40B4-BE49-F238E27FC236}">
                <a16:creationId xmlns:a16="http://schemas.microsoft.com/office/drawing/2014/main" id="{E328A152-FBD1-40F1-B81A-CD7FE27DC15F}"/>
              </a:ext>
            </a:extLst>
          </p:cNvPr>
          <p:cNvSpPr>
            <a:spLocks noGrp="1"/>
          </p:cNvSpPr>
          <p:nvPr>
            <p:ph sz="half" idx="2"/>
          </p:nvPr>
        </p:nvSpPr>
        <p:spPr>
          <a:xfrm>
            <a:off x="72761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CC8BEC0F-5CEE-4F79-BBEB-5D7CDB0138A1}"/>
              </a:ext>
            </a:extLst>
          </p:cNvPr>
          <p:cNvSpPr>
            <a:spLocks noGrp="1"/>
          </p:cNvSpPr>
          <p:nvPr>
            <p:ph sz="half" idx="19"/>
          </p:nvPr>
        </p:nvSpPr>
        <p:spPr>
          <a:xfrm>
            <a:off x="2473296"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445E4B63-257C-4B55-B502-A8C670562658}"/>
              </a:ext>
            </a:extLst>
          </p:cNvPr>
          <p:cNvSpPr>
            <a:spLocks noGrp="1"/>
          </p:cNvSpPr>
          <p:nvPr>
            <p:ph sz="half" idx="20"/>
          </p:nvPr>
        </p:nvSpPr>
        <p:spPr>
          <a:xfrm>
            <a:off x="4428063"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39" name="Content Placeholder 3">
            <a:extLst>
              <a:ext uri="{FF2B5EF4-FFF2-40B4-BE49-F238E27FC236}">
                <a16:creationId xmlns:a16="http://schemas.microsoft.com/office/drawing/2014/main" id="{15A8A333-4779-49B2-9088-2463DE5B2357}"/>
              </a:ext>
            </a:extLst>
          </p:cNvPr>
          <p:cNvSpPr>
            <a:spLocks noGrp="1"/>
          </p:cNvSpPr>
          <p:nvPr>
            <p:ph sz="half" idx="21"/>
          </p:nvPr>
        </p:nvSpPr>
        <p:spPr>
          <a:xfrm>
            <a:off x="638283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40" name="Content Placeholder 3">
            <a:extLst>
              <a:ext uri="{FF2B5EF4-FFF2-40B4-BE49-F238E27FC236}">
                <a16:creationId xmlns:a16="http://schemas.microsoft.com/office/drawing/2014/main" id="{04EC62E2-26E9-459B-809A-843888E22E39}"/>
              </a:ext>
            </a:extLst>
          </p:cNvPr>
          <p:cNvSpPr>
            <a:spLocks noGrp="1"/>
          </p:cNvSpPr>
          <p:nvPr>
            <p:ph sz="half" idx="22"/>
          </p:nvPr>
        </p:nvSpPr>
        <p:spPr>
          <a:xfrm>
            <a:off x="8337598"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41" name="Content Placeholder 3">
            <a:extLst>
              <a:ext uri="{FF2B5EF4-FFF2-40B4-BE49-F238E27FC236}">
                <a16:creationId xmlns:a16="http://schemas.microsoft.com/office/drawing/2014/main" id="{25D0D093-C682-4143-B282-3C44BFB1C61C}"/>
              </a:ext>
            </a:extLst>
          </p:cNvPr>
          <p:cNvSpPr>
            <a:spLocks noGrp="1"/>
          </p:cNvSpPr>
          <p:nvPr>
            <p:ph sz="half" idx="23"/>
          </p:nvPr>
        </p:nvSpPr>
        <p:spPr>
          <a:xfrm>
            <a:off x="1019259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43" name="Text Placeholder 2">
            <a:extLst>
              <a:ext uri="{FF2B5EF4-FFF2-40B4-BE49-F238E27FC236}">
                <a16:creationId xmlns:a16="http://schemas.microsoft.com/office/drawing/2014/main" id="{AFF9C789-2B1D-49E9-B86B-26EE3A9019CB}"/>
              </a:ext>
            </a:extLst>
          </p:cNvPr>
          <p:cNvSpPr>
            <a:spLocks noGrp="1"/>
          </p:cNvSpPr>
          <p:nvPr>
            <p:ph type="body" sz="quarter" idx="25"/>
          </p:nvPr>
        </p:nvSpPr>
        <p:spPr>
          <a:xfrm>
            <a:off x="247329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4" name="Text Placeholder 2">
            <a:extLst>
              <a:ext uri="{FF2B5EF4-FFF2-40B4-BE49-F238E27FC236}">
                <a16:creationId xmlns:a16="http://schemas.microsoft.com/office/drawing/2014/main" id="{805CB37C-256D-4953-BE0A-B71FEDD44ECC}"/>
              </a:ext>
            </a:extLst>
          </p:cNvPr>
          <p:cNvSpPr>
            <a:spLocks noGrp="1"/>
          </p:cNvSpPr>
          <p:nvPr>
            <p:ph type="body" sz="quarter" idx="26"/>
          </p:nvPr>
        </p:nvSpPr>
        <p:spPr>
          <a:xfrm>
            <a:off x="442806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5" name="Text Placeholder 2">
            <a:extLst>
              <a:ext uri="{FF2B5EF4-FFF2-40B4-BE49-F238E27FC236}">
                <a16:creationId xmlns:a16="http://schemas.microsoft.com/office/drawing/2014/main" id="{ACEEC02A-7690-4CCE-9B80-C7E067E7F61E}"/>
              </a:ext>
            </a:extLst>
          </p:cNvPr>
          <p:cNvSpPr>
            <a:spLocks noGrp="1"/>
          </p:cNvSpPr>
          <p:nvPr>
            <p:ph type="body" sz="quarter" idx="27"/>
          </p:nvPr>
        </p:nvSpPr>
        <p:spPr>
          <a:xfrm>
            <a:off x="6382827"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6" name="Text Placeholder 2">
            <a:extLst>
              <a:ext uri="{FF2B5EF4-FFF2-40B4-BE49-F238E27FC236}">
                <a16:creationId xmlns:a16="http://schemas.microsoft.com/office/drawing/2014/main" id="{508DE878-0318-49B3-9015-EB1B780C52CF}"/>
              </a:ext>
            </a:extLst>
          </p:cNvPr>
          <p:cNvSpPr>
            <a:spLocks noGrp="1"/>
          </p:cNvSpPr>
          <p:nvPr>
            <p:ph type="body" sz="quarter" idx="28"/>
          </p:nvPr>
        </p:nvSpPr>
        <p:spPr>
          <a:xfrm>
            <a:off x="8337592"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7" name="Text Placeholder 2">
            <a:extLst>
              <a:ext uri="{FF2B5EF4-FFF2-40B4-BE49-F238E27FC236}">
                <a16:creationId xmlns:a16="http://schemas.microsoft.com/office/drawing/2014/main" id="{A5C91AEF-1938-4C62-8205-240A93A5BF3A}"/>
              </a:ext>
            </a:extLst>
          </p:cNvPr>
          <p:cNvSpPr>
            <a:spLocks noGrp="1"/>
          </p:cNvSpPr>
          <p:nvPr>
            <p:ph type="body" sz="quarter" idx="29"/>
          </p:nvPr>
        </p:nvSpPr>
        <p:spPr>
          <a:xfrm>
            <a:off x="1019259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sp>
        <p:nvSpPr>
          <p:cNvPr id="48" name="Text Placeholder 2">
            <a:extLst>
              <a:ext uri="{FF2B5EF4-FFF2-40B4-BE49-F238E27FC236}">
                <a16:creationId xmlns:a16="http://schemas.microsoft.com/office/drawing/2014/main" id="{EA711763-97DB-4CC8-84CB-2FD430DCA278}"/>
              </a:ext>
            </a:extLst>
          </p:cNvPr>
          <p:cNvSpPr>
            <a:spLocks noGrp="1"/>
          </p:cNvSpPr>
          <p:nvPr>
            <p:ph type="body" sz="quarter" idx="30"/>
          </p:nvPr>
        </p:nvSpPr>
        <p:spPr>
          <a:xfrm>
            <a:off x="727610" y="3973288"/>
            <a:ext cx="1304925" cy="416012"/>
          </a:xfrm>
        </p:spPr>
        <p:txBody>
          <a:bodyPr anchor="ctr">
            <a:noAutofit/>
          </a:bodyPr>
          <a:lstStyle>
            <a:lvl1pPr>
              <a:defRPr sz="1600" b="1">
                <a:solidFill>
                  <a:srgbClr val="089ED1"/>
                </a:solidFill>
              </a:defRPr>
            </a:lvl1pPr>
          </a:lstStyle>
          <a:p>
            <a:pPr lvl="0"/>
            <a:r>
              <a:rPr lang="en-US"/>
              <a:t>Click to edit Master text styles</a:t>
            </a:r>
          </a:p>
        </p:txBody>
      </p:sp>
      <p:pic>
        <p:nvPicPr>
          <p:cNvPr id="50" name="Graphic 49">
            <a:extLst>
              <a:ext uri="{FF2B5EF4-FFF2-40B4-BE49-F238E27FC236}">
                <a16:creationId xmlns:a16="http://schemas.microsoft.com/office/drawing/2014/main" id="{AC9DF60C-9E4E-4C2B-8D01-7C742F4880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11795477" y="3364061"/>
            <a:ext cx="538069" cy="129879"/>
          </a:xfrm>
          <a:prstGeom prst="rect">
            <a:avLst/>
          </a:prstGeom>
        </p:spPr>
      </p:pic>
      <p:pic>
        <p:nvPicPr>
          <p:cNvPr id="51" name="Graphic 50">
            <a:extLst>
              <a:ext uri="{FF2B5EF4-FFF2-40B4-BE49-F238E27FC236}">
                <a16:creationId xmlns:a16="http://schemas.microsoft.com/office/drawing/2014/main" id="{4C3BCE8F-7C76-4729-A0B1-CFD26E18BB8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52" name="Straight Connector 51">
            <a:extLst>
              <a:ext uri="{FF2B5EF4-FFF2-40B4-BE49-F238E27FC236}">
                <a16:creationId xmlns:a16="http://schemas.microsoft.com/office/drawing/2014/main" id="{7EC394C3-89F2-46A6-9D9D-5E1D791ABA3B}"/>
              </a:ext>
            </a:extLst>
          </p:cNvPr>
          <p:cNvCxnSpPr>
            <a:cxnSpLocks/>
          </p:cNvCxnSpPr>
          <p:nvPr userDrawn="1"/>
        </p:nvCxnSpPr>
        <p:spPr>
          <a:xfrm>
            <a:off x="0" y="6591300"/>
            <a:ext cx="11398956" cy="83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Slide Number Placeholder 3">
            <a:extLst>
              <a:ext uri="{FF2B5EF4-FFF2-40B4-BE49-F238E27FC236}">
                <a16:creationId xmlns:a16="http://schemas.microsoft.com/office/drawing/2014/main" id="{CA224A4D-45E4-46B5-A4AC-DF88D17793B1}"/>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16797566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aph_lay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2" name="Chart Placeholder 2">
            <a:extLst>
              <a:ext uri="{FF2B5EF4-FFF2-40B4-BE49-F238E27FC236}">
                <a16:creationId xmlns:a16="http://schemas.microsoft.com/office/drawing/2014/main" id="{A9F980DB-D4C4-4B12-81E6-A15F5D80173E}"/>
              </a:ext>
            </a:extLst>
          </p:cNvPr>
          <p:cNvSpPr>
            <a:spLocks noGrp="1"/>
          </p:cNvSpPr>
          <p:nvPr>
            <p:ph type="chart" sz="quarter" idx="20"/>
          </p:nvPr>
        </p:nvSpPr>
        <p:spPr>
          <a:xfrm>
            <a:off x="266700" y="1554163"/>
            <a:ext cx="3770313" cy="4491037"/>
          </a:xfrm>
        </p:spPr>
        <p:txBody>
          <a:bodyPr/>
          <a:lstStyle>
            <a:lvl1pPr>
              <a:defRPr sz="1800"/>
            </a:lvl1pPr>
          </a:lstStyle>
          <a:p>
            <a:r>
              <a:rPr lang="en-US"/>
              <a:t>Click icon to add chart</a:t>
            </a:r>
            <a:endParaRPr lang="en-US" dirty="0"/>
          </a:p>
        </p:txBody>
      </p:sp>
      <p:sp>
        <p:nvSpPr>
          <p:cNvPr id="13" name="Content Placeholder 3">
            <a:extLst>
              <a:ext uri="{FF2B5EF4-FFF2-40B4-BE49-F238E27FC236}">
                <a16:creationId xmlns:a16="http://schemas.microsoft.com/office/drawing/2014/main" id="{571C74E5-CC7D-4352-BD53-DDE0A1538FF4}"/>
              </a:ext>
            </a:extLst>
          </p:cNvPr>
          <p:cNvSpPr>
            <a:spLocks noGrp="1"/>
          </p:cNvSpPr>
          <p:nvPr>
            <p:ph sz="half" idx="2"/>
          </p:nvPr>
        </p:nvSpPr>
        <p:spPr>
          <a:xfrm>
            <a:off x="5321246" y="1598795"/>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23" name="Content Placeholder 3">
            <a:extLst>
              <a:ext uri="{FF2B5EF4-FFF2-40B4-BE49-F238E27FC236}">
                <a16:creationId xmlns:a16="http://schemas.microsoft.com/office/drawing/2014/main" id="{3087B595-A398-4C1C-8A01-96433B095DEA}"/>
              </a:ext>
            </a:extLst>
          </p:cNvPr>
          <p:cNvSpPr>
            <a:spLocks noGrp="1"/>
          </p:cNvSpPr>
          <p:nvPr>
            <p:ph sz="half" idx="21"/>
          </p:nvPr>
        </p:nvSpPr>
        <p:spPr>
          <a:xfrm>
            <a:off x="5321246" y="2869780"/>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E4E604AD-5614-458D-8EEF-B3C3EBBCB89F}"/>
              </a:ext>
            </a:extLst>
          </p:cNvPr>
          <p:cNvSpPr>
            <a:spLocks noGrp="1"/>
          </p:cNvSpPr>
          <p:nvPr>
            <p:ph sz="half" idx="22"/>
          </p:nvPr>
        </p:nvSpPr>
        <p:spPr>
          <a:xfrm>
            <a:off x="5321246" y="4140765"/>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26" name="Content Placeholder 3">
            <a:extLst>
              <a:ext uri="{FF2B5EF4-FFF2-40B4-BE49-F238E27FC236}">
                <a16:creationId xmlns:a16="http://schemas.microsoft.com/office/drawing/2014/main" id="{AA0F5642-88B1-4C18-A891-578D0521B226}"/>
              </a:ext>
            </a:extLst>
          </p:cNvPr>
          <p:cNvSpPr>
            <a:spLocks noGrp="1"/>
          </p:cNvSpPr>
          <p:nvPr>
            <p:ph sz="half" idx="23"/>
          </p:nvPr>
        </p:nvSpPr>
        <p:spPr>
          <a:xfrm>
            <a:off x="5321245" y="5411749"/>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5" name="Content Placeholder 3">
            <a:extLst>
              <a:ext uri="{FF2B5EF4-FFF2-40B4-BE49-F238E27FC236}">
                <a16:creationId xmlns:a16="http://schemas.microsoft.com/office/drawing/2014/main" id="{5E3AD2B8-5BC5-4DB5-8CB3-EBC2315C6A00}"/>
              </a:ext>
            </a:extLst>
          </p:cNvPr>
          <p:cNvSpPr>
            <a:spLocks noGrp="1"/>
          </p:cNvSpPr>
          <p:nvPr>
            <p:ph sz="half" idx="24"/>
          </p:nvPr>
        </p:nvSpPr>
        <p:spPr>
          <a:xfrm>
            <a:off x="9259035" y="1598795"/>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6087171E-E66F-4659-976C-8A10F2F88E73}"/>
              </a:ext>
            </a:extLst>
          </p:cNvPr>
          <p:cNvSpPr>
            <a:spLocks noGrp="1"/>
          </p:cNvSpPr>
          <p:nvPr>
            <p:ph sz="half" idx="25"/>
          </p:nvPr>
        </p:nvSpPr>
        <p:spPr>
          <a:xfrm>
            <a:off x="9259035" y="2869780"/>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EE8E214E-5137-442B-BF4A-38DE3663AFD8}"/>
              </a:ext>
            </a:extLst>
          </p:cNvPr>
          <p:cNvSpPr>
            <a:spLocks noGrp="1"/>
          </p:cNvSpPr>
          <p:nvPr>
            <p:ph sz="half" idx="26"/>
          </p:nvPr>
        </p:nvSpPr>
        <p:spPr>
          <a:xfrm>
            <a:off x="9259035" y="4140765"/>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CE0D3D43-113E-4452-936D-940397E3B381}"/>
              </a:ext>
            </a:extLst>
          </p:cNvPr>
          <p:cNvSpPr>
            <a:spLocks noGrp="1"/>
          </p:cNvSpPr>
          <p:nvPr>
            <p:ph sz="half" idx="27"/>
          </p:nvPr>
        </p:nvSpPr>
        <p:spPr>
          <a:xfrm>
            <a:off x="9259035" y="5411749"/>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a:t>Click to edit Master text styles</a:t>
            </a:r>
          </a:p>
        </p:txBody>
      </p:sp>
      <p:pic>
        <p:nvPicPr>
          <p:cNvPr id="21" name="Graphic 20">
            <a:extLst>
              <a:ext uri="{FF2B5EF4-FFF2-40B4-BE49-F238E27FC236}">
                <a16:creationId xmlns:a16="http://schemas.microsoft.com/office/drawing/2014/main" id="{D44D80FC-B355-4E8D-B2BC-FF53340A171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26046041-955E-4339-9BC5-F9EC2B19231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7" name="Slide Number Placeholder 3">
            <a:extLst>
              <a:ext uri="{FF2B5EF4-FFF2-40B4-BE49-F238E27FC236}">
                <a16:creationId xmlns:a16="http://schemas.microsoft.com/office/drawing/2014/main" id="{29843910-92E3-4D08-82E7-F7BC3829310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0022675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raphic_lay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00C2ACC-5F88-4B78-BE9C-F0A1A455B756}"/>
              </a:ext>
            </a:extLst>
          </p:cNvPr>
          <p:cNvCxnSpPr>
            <a:cxnSpLocks/>
          </p:cNvCxnSpPr>
          <p:nvPr userDrawn="1"/>
        </p:nvCxnSpPr>
        <p:spPr>
          <a:xfrm>
            <a:off x="269526"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3BA9BA-1108-4BC7-8643-7BB94628F87F}"/>
              </a:ext>
            </a:extLst>
          </p:cNvPr>
          <p:cNvCxnSpPr>
            <a:cxnSpLocks/>
          </p:cNvCxnSpPr>
          <p:nvPr userDrawn="1"/>
        </p:nvCxnSpPr>
        <p:spPr>
          <a:xfrm>
            <a:off x="4765190"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DB1E88C-E1E6-4A84-B603-CEB957D3D4C4}"/>
              </a:ext>
            </a:extLst>
          </p:cNvPr>
          <p:cNvCxnSpPr>
            <a:cxnSpLocks/>
          </p:cNvCxnSpPr>
          <p:nvPr userDrawn="1"/>
        </p:nvCxnSpPr>
        <p:spPr>
          <a:xfrm>
            <a:off x="9260855"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94F17E9-B2B3-4844-A51D-78EECF429280}"/>
              </a:ext>
            </a:extLst>
          </p:cNvPr>
          <p:cNvCxnSpPr>
            <a:cxnSpLocks/>
          </p:cNvCxnSpPr>
          <p:nvPr userDrawn="1"/>
        </p:nvCxnSpPr>
        <p:spPr>
          <a:xfrm>
            <a:off x="269527"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4A69C0A-6F12-4116-98AA-3B0E49567C3A}"/>
              </a:ext>
            </a:extLst>
          </p:cNvPr>
          <p:cNvCxnSpPr>
            <a:cxnSpLocks/>
          </p:cNvCxnSpPr>
          <p:nvPr userDrawn="1"/>
        </p:nvCxnSpPr>
        <p:spPr>
          <a:xfrm>
            <a:off x="4765190"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70DC05F-347B-4812-BBE7-B2A3AB474A1B}"/>
              </a:ext>
            </a:extLst>
          </p:cNvPr>
          <p:cNvCxnSpPr>
            <a:cxnSpLocks/>
          </p:cNvCxnSpPr>
          <p:nvPr userDrawn="1"/>
        </p:nvCxnSpPr>
        <p:spPr>
          <a:xfrm>
            <a:off x="9260856"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6" name="Content Placeholder 3">
            <a:extLst>
              <a:ext uri="{FF2B5EF4-FFF2-40B4-BE49-F238E27FC236}">
                <a16:creationId xmlns:a16="http://schemas.microsoft.com/office/drawing/2014/main" id="{E33D731A-DA17-484E-B32E-FEB76FD4B291}"/>
              </a:ext>
            </a:extLst>
          </p:cNvPr>
          <p:cNvSpPr>
            <a:spLocks noGrp="1"/>
          </p:cNvSpPr>
          <p:nvPr>
            <p:ph sz="half" idx="21"/>
          </p:nvPr>
        </p:nvSpPr>
        <p:spPr>
          <a:xfrm>
            <a:off x="269526"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7" name="Content Placeholder 3">
            <a:extLst>
              <a:ext uri="{FF2B5EF4-FFF2-40B4-BE49-F238E27FC236}">
                <a16:creationId xmlns:a16="http://schemas.microsoft.com/office/drawing/2014/main" id="{0459D79B-4B28-4298-8E60-69D135AB4319}"/>
              </a:ext>
            </a:extLst>
          </p:cNvPr>
          <p:cNvSpPr>
            <a:spLocks noGrp="1"/>
          </p:cNvSpPr>
          <p:nvPr>
            <p:ph sz="half" idx="22"/>
          </p:nvPr>
        </p:nvSpPr>
        <p:spPr>
          <a:xfrm>
            <a:off x="271346"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9" name="Content Placeholder 3">
            <a:extLst>
              <a:ext uri="{FF2B5EF4-FFF2-40B4-BE49-F238E27FC236}">
                <a16:creationId xmlns:a16="http://schemas.microsoft.com/office/drawing/2014/main" id="{DDD408BB-040E-440A-BC6F-B1438EE62049}"/>
              </a:ext>
            </a:extLst>
          </p:cNvPr>
          <p:cNvSpPr>
            <a:spLocks noGrp="1"/>
          </p:cNvSpPr>
          <p:nvPr>
            <p:ph sz="half" idx="23"/>
          </p:nvPr>
        </p:nvSpPr>
        <p:spPr>
          <a:xfrm>
            <a:off x="4765190"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0" name="Content Placeholder 3">
            <a:extLst>
              <a:ext uri="{FF2B5EF4-FFF2-40B4-BE49-F238E27FC236}">
                <a16:creationId xmlns:a16="http://schemas.microsoft.com/office/drawing/2014/main" id="{D7578BAB-AADD-4A05-88EE-102C120BCFC4}"/>
              </a:ext>
            </a:extLst>
          </p:cNvPr>
          <p:cNvSpPr>
            <a:spLocks noGrp="1"/>
          </p:cNvSpPr>
          <p:nvPr>
            <p:ph sz="half" idx="24"/>
          </p:nvPr>
        </p:nvSpPr>
        <p:spPr>
          <a:xfrm>
            <a:off x="4766100"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1" name="Content Placeholder 3">
            <a:extLst>
              <a:ext uri="{FF2B5EF4-FFF2-40B4-BE49-F238E27FC236}">
                <a16:creationId xmlns:a16="http://schemas.microsoft.com/office/drawing/2014/main" id="{F6B73815-8443-420C-8F0B-6AF35BCF66E9}"/>
              </a:ext>
            </a:extLst>
          </p:cNvPr>
          <p:cNvSpPr>
            <a:spLocks noGrp="1"/>
          </p:cNvSpPr>
          <p:nvPr>
            <p:ph sz="half" idx="25"/>
          </p:nvPr>
        </p:nvSpPr>
        <p:spPr>
          <a:xfrm>
            <a:off x="9260855"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2" name="Content Placeholder 3">
            <a:extLst>
              <a:ext uri="{FF2B5EF4-FFF2-40B4-BE49-F238E27FC236}">
                <a16:creationId xmlns:a16="http://schemas.microsoft.com/office/drawing/2014/main" id="{76ADF24D-6184-4224-BD66-A0BF4B18CADB}"/>
              </a:ext>
            </a:extLst>
          </p:cNvPr>
          <p:cNvSpPr>
            <a:spLocks noGrp="1"/>
          </p:cNvSpPr>
          <p:nvPr>
            <p:ph sz="half" idx="26"/>
          </p:nvPr>
        </p:nvSpPr>
        <p:spPr>
          <a:xfrm>
            <a:off x="9260855"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3" name="Content Placeholder 3">
            <a:extLst>
              <a:ext uri="{FF2B5EF4-FFF2-40B4-BE49-F238E27FC236}">
                <a16:creationId xmlns:a16="http://schemas.microsoft.com/office/drawing/2014/main" id="{40247D91-8784-43F7-B572-032C6DDFE1CE}"/>
              </a:ext>
            </a:extLst>
          </p:cNvPr>
          <p:cNvSpPr>
            <a:spLocks noGrp="1"/>
          </p:cNvSpPr>
          <p:nvPr>
            <p:ph sz="half" idx="27"/>
          </p:nvPr>
        </p:nvSpPr>
        <p:spPr>
          <a:xfrm>
            <a:off x="269526" y="5147874"/>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4" name="Content Placeholder 3">
            <a:extLst>
              <a:ext uri="{FF2B5EF4-FFF2-40B4-BE49-F238E27FC236}">
                <a16:creationId xmlns:a16="http://schemas.microsoft.com/office/drawing/2014/main" id="{441A76BA-3211-4787-869C-7ABB86E09160}"/>
              </a:ext>
            </a:extLst>
          </p:cNvPr>
          <p:cNvSpPr>
            <a:spLocks noGrp="1"/>
          </p:cNvSpPr>
          <p:nvPr>
            <p:ph sz="half" idx="28"/>
          </p:nvPr>
        </p:nvSpPr>
        <p:spPr>
          <a:xfrm>
            <a:off x="271346" y="5576669"/>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5" name="Content Placeholder 3">
            <a:extLst>
              <a:ext uri="{FF2B5EF4-FFF2-40B4-BE49-F238E27FC236}">
                <a16:creationId xmlns:a16="http://schemas.microsoft.com/office/drawing/2014/main" id="{1D41E310-C249-46E1-B780-9BCD3B34AC67}"/>
              </a:ext>
            </a:extLst>
          </p:cNvPr>
          <p:cNvSpPr>
            <a:spLocks noGrp="1"/>
          </p:cNvSpPr>
          <p:nvPr>
            <p:ph sz="half" idx="29"/>
          </p:nvPr>
        </p:nvSpPr>
        <p:spPr>
          <a:xfrm>
            <a:off x="4765190" y="5147874"/>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36211825-8307-43E6-83EF-2D6A77B6B915}"/>
              </a:ext>
            </a:extLst>
          </p:cNvPr>
          <p:cNvSpPr>
            <a:spLocks noGrp="1"/>
          </p:cNvSpPr>
          <p:nvPr>
            <p:ph sz="half" idx="30"/>
          </p:nvPr>
        </p:nvSpPr>
        <p:spPr>
          <a:xfrm>
            <a:off x="4766100" y="5576669"/>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7" name="Content Placeholder 3">
            <a:extLst>
              <a:ext uri="{FF2B5EF4-FFF2-40B4-BE49-F238E27FC236}">
                <a16:creationId xmlns:a16="http://schemas.microsoft.com/office/drawing/2014/main" id="{BCFB85A4-C30C-44B0-91A8-7C8C17EBD2CC}"/>
              </a:ext>
            </a:extLst>
          </p:cNvPr>
          <p:cNvSpPr>
            <a:spLocks noGrp="1"/>
          </p:cNvSpPr>
          <p:nvPr>
            <p:ph sz="half" idx="31"/>
          </p:nvPr>
        </p:nvSpPr>
        <p:spPr>
          <a:xfrm>
            <a:off x="9259035" y="5147874"/>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8" name="Content Placeholder 3">
            <a:extLst>
              <a:ext uri="{FF2B5EF4-FFF2-40B4-BE49-F238E27FC236}">
                <a16:creationId xmlns:a16="http://schemas.microsoft.com/office/drawing/2014/main" id="{E81ABF52-F78B-4AA7-831C-A7A98701E1AD}"/>
              </a:ext>
            </a:extLst>
          </p:cNvPr>
          <p:cNvSpPr>
            <a:spLocks noGrp="1"/>
          </p:cNvSpPr>
          <p:nvPr>
            <p:ph sz="half" idx="32"/>
          </p:nvPr>
        </p:nvSpPr>
        <p:spPr>
          <a:xfrm>
            <a:off x="9260855" y="5576669"/>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pic>
        <p:nvPicPr>
          <p:cNvPr id="39" name="Graphic 38">
            <a:extLst>
              <a:ext uri="{FF2B5EF4-FFF2-40B4-BE49-F238E27FC236}">
                <a16:creationId xmlns:a16="http://schemas.microsoft.com/office/drawing/2014/main" id="{89428EF3-3572-4CCA-AFBF-9603204D704C}"/>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0" name="Straight Connector 39">
            <a:extLst>
              <a:ext uri="{FF2B5EF4-FFF2-40B4-BE49-F238E27FC236}">
                <a16:creationId xmlns:a16="http://schemas.microsoft.com/office/drawing/2014/main" id="{CE9C6FC3-8BF6-4E71-BA3B-7C7093F73BE1}"/>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1" name="Slide Number Placeholder 3">
            <a:extLst>
              <a:ext uri="{FF2B5EF4-FFF2-40B4-BE49-F238E27FC236}">
                <a16:creationId xmlns:a16="http://schemas.microsoft.com/office/drawing/2014/main" id="{BFFE8832-BC6E-4397-8124-A1E8980FAEEA}"/>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0796445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graph_layout option 3">
    <p:spTree>
      <p:nvGrpSpPr>
        <p:cNvPr id="1" name=""/>
        <p:cNvGrpSpPr/>
        <p:nvPr/>
      </p:nvGrpSpPr>
      <p:grpSpPr>
        <a:xfrm>
          <a:off x="0" y="0"/>
          <a:ext cx="0" cy="0"/>
          <a:chOff x="0" y="0"/>
          <a:chExt cx="0" cy="0"/>
        </a:xfrm>
      </p:grpSpPr>
      <p:sp>
        <p:nvSpPr>
          <p:cNvPr id="12" name="Graphic 3">
            <a:extLst>
              <a:ext uri="{FF2B5EF4-FFF2-40B4-BE49-F238E27FC236}">
                <a16:creationId xmlns:a16="http://schemas.microsoft.com/office/drawing/2014/main" id="{8A000640-BB62-409B-9CB3-759235FC31FF}"/>
              </a:ext>
            </a:extLst>
          </p:cNvPr>
          <p:cNvSpPr/>
          <p:nvPr userDrawn="1"/>
        </p:nvSpPr>
        <p:spPr>
          <a:xfrm flipV="1">
            <a:off x="4885508" y="0"/>
            <a:ext cx="7306491"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6ABD17-5F47-4F51-9154-7C92646677DB}"/>
              </a:ext>
            </a:extLst>
          </p:cNvPr>
          <p:cNvCxnSpPr>
            <a:cxnSpLocks/>
          </p:cNvCxnSpPr>
          <p:nvPr userDrawn="1"/>
        </p:nvCxnSpPr>
        <p:spPr>
          <a:xfrm>
            <a:off x="7380097" y="3651895"/>
            <a:ext cx="4205940" cy="0"/>
          </a:xfrm>
          <a:prstGeom prst="line">
            <a:avLst/>
          </a:prstGeom>
          <a:ln w="3175">
            <a:solidFill>
              <a:srgbClr val="089ED1"/>
            </a:solidFill>
          </a:ln>
        </p:spPr>
        <p:style>
          <a:lnRef idx="1">
            <a:schemeClr val="accent1"/>
          </a:lnRef>
          <a:fillRef idx="0">
            <a:schemeClr val="accent1"/>
          </a:fillRef>
          <a:effectRef idx="0">
            <a:schemeClr val="accent1"/>
          </a:effectRef>
          <a:fontRef idx="minor">
            <a:schemeClr val="tx1"/>
          </a:fontRef>
        </p:style>
      </p:cxnSp>
      <p:sp>
        <p:nvSpPr>
          <p:cNvPr id="23" name="Content Placeholder 3">
            <a:extLst>
              <a:ext uri="{FF2B5EF4-FFF2-40B4-BE49-F238E27FC236}">
                <a16:creationId xmlns:a16="http://schemas.microsoft.com/office/drawing/2014/main" id="{E3985D13-9E0B-4FFF-9236-C2A37691AB85}"/>
              </a:ext>
            </a:extLst>
          </p:cNvPr>
          <p:cNvSpPr>
            <a:spLocks noGrp="1"/>
          </p:cNvSpPr>
          <p:nvPr>
            <p:ph sz="half" idx="25"/>
          </p:nvPr>
        </p:nvSpPr>
        <p:spPr>
          <a:xfrm>
            <a:off x="7380096" y="2328251"/>
            <a:ext cx="4208827" cy="428795"/>
          </a:xfrm>
        </p:spPr>
        <p:txBody>
          <a:bodyPr>
            <a:noAutofit/>
          </a:bodyPr>
          <a:lstStyle>
            <a:lvl1pPr>
              <a:lnSpc>
                <a:spcPct val="100000"/>
              </a:lnSpc>
              <a:defRPr sz="20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EBFEF2EF-E69E-4880-AF73-1E72381DD343}"/>
              </a:ext>
            </a:extLst>
          </p:cNvPr>
          <p:cNvSpPr>
            <a:spLocks noGrp="1"/>
          </p:cNvSpPr>
          <p:nvPr>
            <p:ph sz="half" idx="26"/>
          </p:nvPr>
        </p:nvSpPr>
        <p:spPr>
          <a:xfrm>
            <a:off x="7380097" y="2877260"/>
            <a:ext cx="4205940" cy="617670"/>
          </a:xfrm>
        </p:spPr>
        <p:txBody>
          <a:bodyPr>
            <a:normAutofit/>
          </a:bodyPr>
          <a:lstStyle>
            <a:lvl1pPr>
              <a:lnSpc>
                <a:spcPct val="100000"/>
              </a:lnSpc>
              <a:defRPr sz="10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5" name="Chart Placeholder 4">
            <a:extLst>
              <a:ext uri="{FF2B5EF4-FFF2-40B4-BE49-F238E27FC236}">
                <a16:creationId xmlns:a16="http://schemas.microsoft.com/office/drawing/2014/main" id="{43573C9A-3FA4-4F82-ACF0-9D370BD80B26}"/>
              </a:ext>
            </a:extLst>
          </p:cNvPr>
          <p:cNvSpPr>
            <a:spLocks noGrp="1"/>
          </p:cNvSpPr>
          <p:nvPr>
            <p:ph type="chart" sz="quarter" idx="27"/>
          </p:nvPr>
        </p:nvSpPr>
        <p:spPr>
          <a:xfrm>
            <a:off x="266700" y="1554163"/>
            <a:ext cx="4814888" cy="4648200"/>
          </a:xfrm>
        </p:spPr>
        <p:txBody>
          <a:bodyPr/>
          <a:lstStyle>
            <a:lvl1pPr>
              <a:defRPr sz="1800"/>
            </a:lvl1pPr>
          </a:lstStyle>
          <a:p>
            <a:r>
              <a:rPr lang="en-US"/>
              <a:t>Click icon to add chart</a:t>
            </a:r>
            <a:endParaRPr lang="en-US" dirty="0"/>
          </a:p>
        </p:txBody>
      </p:sp>
      <p:sp>
        <p:nvSpPr>
          <p:cNvPr id="32" name="Content Placeholder 3">
            <a:extLst>
              <a:ext uri="{FF2B5EF4-FFF2-40B4-BE49-F238E27FC236}">
                <a16:creationId xmlns:a16="http://schemas.microsoft.com/office/drawing/2014/main" id="{4AB124EA-980F-449A-BAA5-9F95B80C9D08}"/>
              </a:ext>
            </a:extLst>
          </p:cNvPr>
          <p:cNvSpPr>
            <a:spLocks noGrp="1"/>
          </p:cNvSpPr>
          <p:nvPr>
            <p:ph sz="half" idx="28"/>
          </p:nvPr>
        </p:nvSpPr>
        <p:spPr>
          <a:xfrm>
            <a:off x="7380097" y="3853046"/>
            <a:ext cx="1962023" cy="306109"/>
          </a:xfrm>
        </p:spPr>
        <p:txBody>
          <a:bodyPr>
            <a:noAutofit/>
          </a:bodyPr>
          <a:lstStyle>
            <a:lvl1pPr rtl="0">
              <a:lnSpc>
                <a:spcPct val="100000"/>
              </a:lnSpc>
              <a:defRPr sz="12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4" name="Content Placeholder 3">
            <a:extLst>
              <a:ext uri="{FF2B5EF4-FFF2-40B4-BE49-F238E27FC236}">
                <a16:creationId xmlns:a16="http://schemas.microsoft.com/office/drawing/2014/main" id="{201263F4-7245-4D24-90F9-3736BAC21B08}"/>
              </a:ext>
            </a:extLst>
          </p:cNvPr>
          <p:cNvSpPr>
            <a:spLocks noGrp="1"/>
          </p:cNvSpPr>
          <p:nvPr>
            <p:ph sz="half" idx="29"/>
          </p:nvPr>
        </p:nvSpPr>
        <p:spPr>
          <a:xfrm>
            <a:off x="7380097" y="4446732"/>
            <a:ext cx="1962023" cy="306109"/>
          </a:xfrm>
        </p:spPr>
        <p:txBody>
          <a:bodyPr>
            <a:noAutofit/>
          </a:bodyPr>
          <a:lstStyle>
            <a:lvl1pPr rtl="0">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5" name="Content Placeholder 3">
            <a:extLst>
              <a:ext uri="{FF2B5EF4-FFF2-40B4-BE49-F238E27FC236}">
                <a16:creationId xmlns:a16="http://schemas.microsoft.com/office/drawing/2014/main" id="{297201D8-6FC2-4C20-80FD-9EA40AAE671B}"/>
              </a:ext>
            </a:extLst>
          </p:cNvPr>
          <p:cNvSpPr>
            <a:spLocks noGrp="1"/>
          </p:cNvSpPr>
          <p:nvPr>
            <p:ph sz="half" idx="30"/>
          </p:nvPr>
        </p:nvSpPr>
        <p:spPr>
          <a:xfrm>
            <a:off x="9626900" y="3853046"/>
            <a:ext cx="1962023" cy="306109"/>
          </a:xfrm>
        </p:spPr>
        <p:txBody>
          <a:bodyPr>
            <a:noAutofit/>
          </a:bodyPr>
          <a:lstStyle>
            <a:lvl1pPr rtl="0">
              <a:lnSpc>
                <a:spcPct val="100000"/>
              </a:lnSpc>
              <a:defRPr sz="12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1FF13629-F80B-4412-B94D-7D0B90C53B22}"/>
              </a:ext>
            </a:extLst>
          </p:cNvPr>
          <p:cNvSpPr>
            <a:spLocks noGrp="1"/>
          </p:cNvSpPr>
          <p:nvPr>
            <p:ph sz="half" idx="31"/>
          </p:nvPr>
        </p:nvSpPr>
        <p:spPr>
          <a:xfrm>
            <a:off x="9626900" y="4446732"/>
            <a:ext cx="1962023" cy="306109"/>
          </a:xfrm>
        </p:spPr>
        <p:txBody>
          <a:bodyPr>
            <a:noAutofit/>
          </a:bodyPr>
          <a:lstStyle>
            <a:lvl1pPr rtl="0">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pic>
        <p:nvPicPr>
          <p:cNvPr id="19" name="Graphic 18">
            <a:extLst>
              <a:ext uri="{FF2B5EF4-FFF2-40B4-BE49-F238E27FC236}">
                <a16:creationId xmlns:a16="http://schemas.microsoft.com/office/drawing/2014/main" id="{20A4A551-A63F-43BD-AC64-071B3A9337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11795477" y="3364061"/>
            <a:ext cx="538069" cy="129879"/>
          </a:xfrm>
          <a:prstGeom prst="rect">
            <a:avLst/>
          </a:prstGeom>
        </p:spPr>
      </p:pic>
      <p:pic>
        <p:nvPicPr>
          <p:cNvPr id="20" name="Graphic 19">
            <a:extLst>
              <a:ext uri="{FF2B5EF4-FFF2-40B4-BE49-F238E27FC236}">
                <a16:creationId xmlns:a16="http://schemas.microsoft.com/office/drawing/2014/main" id="{A478BAF2-0D3A-4D7D-8B54-0A443D6DC704}"/>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C676E274-8969-4ED3-AA64-17AFBA1EDAE3}"/>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0A6A20B2-8B64-4439-8B6C-6D7CDAE107AC}"/>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6E676E9A-BC9D-BDD7-FF7E-FF1CB4D36798}"/>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3421057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 Graph_layout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B6A907-192B-404C-898F-B7725EA3EE11}"/>
              </a:ext>
            </a:extLst>
          </p:cNvPr>
          <p:cNvCxnSpPr>
            <a:cxnSpLocks/>
          </p:cNvCxnSpPr>
          <p:nvPr userDrawn="1"/>
        </p:nvCxnSpPr>
        <p:spPr>
          <a:xfrm>
            <a:off x="6105366" y="1562100"/>
            <a:ext cx="0" cy="4546600"/>
          </a:xfrm>
          <a:prstGeom prst="line">
            <a:avLst/>
          </a:prstGeom>
          <a:ln>
            <a:solidFill>
              <a:srgbClr val="111121"/>
            </a:solidFill>
          </a:ln>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CBD890B8-8C8C-4558-B24F-681090FD2D49}"/>
              </a:ext>
            </a:extLst>
          </p:cNvPr>
          <p:cNvSpPr>
            <a:spLocks noGrp="1"/>
          </p:cNvSpPr>
          <p:nvPr>
            <p:ph type="chart" sz="quarter" idx="19"/>
          </p:nvPr>
        </p:nvSpPr>
        <p:spPr>
          <a:xfrm>
            <a:off x="6370639" y="1562100"/>
            <a:ext cx="5554663" cy="4546600"/>
          </a:xfrm>
        </p:spPr>
        <p:txBody>
          <a:bodyPr/>
          <a:lstStyle>
            <a:lvl1pPr>
              <a:defRPr sz="1800"/>
            </a:lvl1pPr>
          </a:lstStyle>
          <a:p>
            <a:r>
              <a:rPr lang="en-US"/>
              <a:t>Click icon to add chart</a:t>
            </a:r>
            <a:endParaRPr lang="en-US" dirty="0"/>
          </a:p>
        </p:txBody>
      </p:sp>
      <p:cxnSp>
        <p:nvCxnSpPr>
          <p:cNvPr id="17" name="Straight Connector 16">
            <a:extLst>
              <a:ext uri="{FF2B5EF4-FFF2-40B4-BE49-F238E27FC236}">
                <a16:creationId xmlns:a16="http://schemas.microsoft.com/office/drawing/2014/main" id="{730B006D-99FA-4028-9490-80B7373B6F71}"/>
              </a:ext>
            </a:extLst>
          </p:cNvPr>
          <p:cNvCxnSpPr>
            <a:cxnSpLocks/>
          </p:cNvCxnSpPr>
          <p:nvPr userDrawn="1"/>
        </p:nvCxnSpPr>
        <p:spPr>
          <a:xfrm>
            <a:off x="270436" y="1932206"/>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1" name="Content Placeholder 3">
            <a:extLst>
              <a:ext uri="{FF2B5EF4-FFF2-40B4-BE49-F238E27FC236}">
                <a16:creationId xmlns:a16="http://schemas.microsoft.com/office/drawing/2014/main" id="{49CACBB6-9BCA-4582-80B4-08B3F8A6231B}"/>
              </a:ext>
            </a:extLst>
          </p:cNvPr>
          <p:cNvSpPr>
            <a:spLocks noGrp="1"/>
          </p:cNvSpPr>
          <p:nvPr>
            <p:ph sz="half" idx="21"/>
          </p:nvPr>
        </p:nvSpPr>
        <p:spPr>
          <a:xfrm>
            <a:off x="270436" y="1563920"/>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2" name="Content Placeholder 3">
            <a:extLst>
              <a:ext uri="{FF2B5EF4-FFF2-40B4-BE49-F238E27FC236}">
                <a16:creationId xmlns:a16="http://schemas.microsoft.com/office/drawing/2014/main" id="{846A90F2-DAD1-43FC-A94D-F034CB6F7FEF}"/>
              </a:ext>
            </a:extLst>
          </p:cNvPr>
          <p:cNvSpPr>
            <a:spLocks noGrp="1"/>
          </p:cNvSpPr>
          <p:nvPr>
            <p:ph sz="half" idx="22"/>
          </p:nvPr>
        </p:nvSpPr>
        <p:spPr>
          <a:xfrm>
            <a:off x="271346" y="1992715"/>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2852D0A2-E0B6-4D24-82FE-19C3915E2699}"/>
              </a:ext>
            </a:extLst>
          </p:cNvPr>
          <p:cNvCxnSpPr>
            <a:cxnSpLocks/>
          </p:cNvCxnSpPr>
          <p:nvPr userDrawn="1"/>
        </p:nvCxnSpPr>
        <p:spPr>
          <a:xfrm>
            <a:off x="3187446" y="1932206"/>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4" name="Content Placeholder 3">
            <a:extLst>
              <a:ext uri="{FF2B5EF4-FFF2-40B4-BE49-F238E27FC236}">
                <a16:creationId xmlns:a16="http://schemas.microsoft.com/office/drawing/2014/main" id="{350E5C96-2E02-4FB7-8BDA-A20A148FDD8B}"/>
              </a:ext>
            </a:extLst>
          </p:cNvPr>
          <p:cNvSpPr>
            <a:spLocks noGrp="1"/>
          </p:cNvSpPr>
          <p:nvPr>
            <p:ph sz="half" idx="23"/>
          </p:nvPr>
        </p:nvSpPr>
        <p:spPr>
          <a:xfrm>
            <a:off x="3187446" y="1563920"/>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6" name="Content Placeholder 3">
            <a:extLst>
              <a:ext uri="{FF2B5EF4-FFF2-40B4-BE49-F238E27FC236}">
                <a16:creationId xmlns:a16="http://schemas.microsoft.com/office/drawing/2014/main" id="{334E5DCF-BC59-4586-9F94-DE498536D061}"/>
              </a:ext>
            </a:extLst>
          </p:cNvPr>
          <p:cNvSpPr>
            <a:spLocks noGrp="1"/>
          </p:cNvSpPr>
          <p:nvPr>
            <p:ph sz="half" idx="24"/>
          </p:nvPr>
        </p:nvSpPr>
        <p:spPr>
          <a:xfrm>
            <a:off x="3188356" y="1992715"/>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7" name="Straight Connector 26">
            <a:extLst>
              <a:ext uri="{FF2B5EF4-FFF2-40B4-BE49-F238E27FC236}">
                <a16:creationId xmlns:a16="http://schemas.microsoft.com/office/drawing/2014/main" id="{D3EBB0BC-4A6B-483C-92C3-2DBD2671D6F9}"/>
              </a:ext>
            </a:extLst>
          </p:cNvPr>
          <p:cNvCxnSpPr>
            <a:cxnSpLocks/>
          </p:cNvCxnSpPr>
          <p:nvPr userDrawn="1"/>
        </p:nvCxnSpPr>
        <p:spPr>
          <a:xfrm>
            <a:off x="270436" y="3654304"/>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9" name="Content Placeholder 3">
            <a:extLst>
              <a:ext uri="{FF2B5EF4-FFF2-40B4-BE49-F238E27FC236}">
                <a16:creationId xmlns:a16="http://schemas.microsoft.com/office/drawing/2014/main" id="{D0DA4754-3D2D-4897-BDF4-637815C199CF}"/>
              </a:ext>
            </a:extLst>
          </p:cNvPr>
          <p:cNvSpPr>
            <a:spLocks noGrp="1"/>
          </p:cNvSpPr>
          <p:nvPr>
            <p:ph sz="half" idx="25"/>
          </p:nvPr>
        </p:nvSpPr>
        <p:spPr>
          <a:xfrm>
            <a:off x="270436" y="3286018"/>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0" name="Content Placeholder 3">
            <a:extLst>
              <a:ext uri="{FF2B5EF4-FFF2-40B4-BE49-F238E27FC236}">
                <a16:creationId xmlns:a16="http://schemas.microsoft.com/office/drawing/2014/main" id="{A728B4B6-8B43-41B7-9FC9-E4E9649C25FE}"/>
              </a:ext>
            </a:extLst>
          </p:cNvPr>
          <p:cNvSpPr>
            <a:spLocks noGrp="1"/>
          </p:cNvSpPr>
          <p:nvPr>
            <p:ph sz="half" idx="26"/>
          </p:nvPr>
        </p:nvSpPr>
        <p:spPr>
          <a:xfrm>
            <a:off x="271346" y="3714813"/>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31" name="Straight Connector 30">
            <a:extLst>
              <a:ext uri="{FF2B5EF4-FFF2-40B4-BE49-F238E27FC236}">
                <a16:creationId xmlns:a16="http://schemas.microsoft.com/office/drawing/2014/main" id="{14AC1779-FDE1-41B5-9CC7-8C32B4AE7834}"/>
              </a:ext>
            </a:extLst>
          </p:cNvPr>
          <p:cNvCxnSpPr>
            <a:cxnSpLocks/>
          </p:cNvCxnSpPr>
          <p:nvPr userDrawn="1"/>
        </p:nvCxnSpPr>
        <p:spPr>
          <a:xfrm>
            <a:off x="3187446" y="3652522"/>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2" name="Content Placeholder 3">
            <a:extLst>
              <a:ext uri="{FF2B5EF4-FFF2-40B4-BE49-F238E27FC236}">
                <a16:creationId xmlns:a16="http://schemas.microsoft.com/office/drawing/2014/main" id="{F31862DD-ED48-45EF-8678-21B4EC31CD13}"/>
              </a:ext>
            </a:extLst>
          </p:cNvPr>
          <p:cNvSpPr>
            <a:spLocks noGrp="1"/>
          </p:cNvSpPr>
          <p:nvPr>
            <p:ph sz="half" idx="27"/>
          </p:nvPr>
        </p:nvSpPr>
        <p:spPr>
          <a:xfrm>
            <a:off x="3187446" y="3284236"/>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3" name="Content Placeholder 3">
            <a:extLst>
              <a:ext uri="{FF2B5EF4-FFF2-40B4-BE49-F238E27FC236}">
                <a16:creationId xmlns:a16="http://schemas.microsoft.com/office/drawing/2014/main" id="{DBC1030E-EC77-4872-8FFB-663817ECFE14}"/>
              </a:ext>
            </a:extLst>
          </p:cNvPr>
          <p:cNvSpPr>
            <a:spLocks noGrp="1"/>
          </p:cNvSpPr>
          <p:nvPr>
            <p:ph sz="half" idx="28"/>
          </p:nvPr>
        </p:nvSpPr>
        <p:spPr>
          <a:xfrm>
            <a:off x="3188356" y="3713031"/>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34" name="Straight Connector 33">
            <a:extLst>
              <a:ext uri="{FF2B5EF4-FFF2-40B4-BE49-F238E27FC236}">
                <a16:creationId xmlns:a16="http://schemas.microsoft.com/office/drawing/2014/main" id="{DDE85C8C-537E-4E9E-B531-E7790702C45A}"/>
              </a:ext>
            </a:extLst>
          </p:cNvPr>
          <p:cNvCxnSpPr>
            <a:cxnSpLocks/>
          </p:cNvCxnSpPr>
          <p:nvPr userDrawn="1"/>
        </p:nvCxnSpPr>
        <p:spPr>
          <a:xfrm>
            <a:off x="270436" y="5370833"/>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5" name="Content Placeholder 3">
            <a:extLst>
              <a:ext uri="{FF2B5EF4-FFF2-40B4-BE49-F238E27FC236}">
                <a16:creationId xmlns:a16="http://schemas.microsoft.com/office/drawing/2014/main" id="{EA813ACA-CAE2-4EE1-A9EB-E0634A53EF99}"/>
              </a:ext>
            </a:extLst>
          </p:cNvPr>
          <p:cNvSpPr>
            <a:spLocks noGrp="1"/>
          </p:cNvSpPr>
          <p:nvPr>
            <p:ph sz="half" idx="29"/>
          </p:nvPr>
        </p:nvSpPr>
        <p:spPr>
          <a:xfrm>
            <a:off x="270436" y="5002547"/>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6" name="Content Placeholder 3">
            <a:extLst>
              <a:ext uri="{FF2B5EF4-FFF2-40B4-BE49-F238E27FC236}">
                <a16:creationId xmlns:a16="http://schemas.microsoft.com/office/drawing/2014/main" id="{4F0A0B03-6A56-405C-9EB2-D7A5B8664C98}"/>
              </a:ext>
            </a:extLst>
          </p:cNvPr>
          <p:cNvSpPr>
            <a:spLocks noGrp="1"/>
          </p:cNvSpPr>
          <p:nvPr>
            <p:ph sz="half" idx="30"/>
          </p:nvPr>
        </p:nvSpPr>
        <p:spPr>
          <a:xfrm>
            <a:off x="271346" y="5431342"/>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37" name="Straight Connector 36">
            <a:extLst>
              <a:ext uri="{FF2B5EF4-FFF2-40B4-BE49-F238E27FC236}">
                <a16:creationId xmlns:a16="http://schemas.microsoft.com/office/drawing/2014/main" id="{8EF090DE-E6D3-44E0-B166-A87D81F694B4}"/>
              </a:ext>
            </a:extLst>
          </p:cNvPr>
          <p:cNvCxnSpPr>
            <a:cxnSpLocks/>
          </p:cNvCxnSpPr>
          <p:nvPr userDrawn="1"/>
        </p:nvCxnSpPr>
        <p:spPr>
          <a:xfrm>
            <a:off x="3187446" y="5370833"/>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8" name="Content Placeholder 3">
            <a:extLst>
              <a:ext uri="{FF2B5EF4-FFF2-40B4-BE49-F238E27FC236}">
                <a16:creationId xmlns:a16="http://schemas.microsoft.com/office/drawing/2014/main" id="{744BD49B-D6E8-43A1-B812-E15983FBDA2E}"/>
              </a:ext>
            </a:extLst>
          </p:cNvPr>
          <p:cNvSpPr>
            <a:spLocks noGrp="1"/>
          </p:cNvSpPr>
          <p:nvPr>
            <p:ph sz="half" idx="31"/>
          </p:nvPr>
        </p:nvSpPr>
        <p:spPr>
          <a:xfrm>
            <a:off x="3187446" y="5002547"/>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9" name="Content Placeholder 3">
            <a:extLst>
              <a:ext uri="{FF2B5EF4-FFF2-40B4-BE49-F238E27FC236}">
                <a16:creationId xmlns:a16="http://schemas.microsoft.com/office/drawing/2014/main" id="{063E9CFE-1C20-47DB-826F-D6226998455C}"/>
              </a:ext>
            </a:extLst>
          </p:cNvPr>
          <p:cNvSpPr>
            <a:spLocks noGrp="1"/>
          </p:cNvSpPr>
          <p:nvPr>
            <p:ph sz="half" idx="32"/>
          </p:nvPr>
        </p:nvSpPr>
        <p:spPr>
          <a:xfrm>
            <a:off x="3188356" y="5431342"/>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grpSp>
        <p:nvGrpSpPr>
          <p:cNvPr id="40" name="Group 39">
            <a:extLst>
              <a:ext uri="{FF2B5EF4-FFF2-40B4-BE49-F238E27FC236}">
                <a16:creationId xmlns:a16="http://schemas.microsoft.com/office/drawing/2014/main" id="{B70B8CEA-DCCB-4ED0-AB67-B6C7E6C58B79}"/>
              </a:ext>
            </a:extLst>
          </p:cNvPr>
          <p:cNvGrpSpPr/>
          <p:nvPr userDrawn="1"/>
        </p:nvGrpSpPr>
        <p:grpSpPr>
          <a:xfrm>
            <a:off x="11997463" y="3105617"/>
            <a:ext cx="134097" cy="646767"/>
            <a:chOff x="11838508" y="3057525"/>
            <a:chExt cx="155496" cy="749979"/>
          </a:xfrm>
        </p:grpSpPr>
        <p:sp>
          <p:nvSpPr>
            <p:cNvPr id="41" name="Rectangle 40">
              <a:extLst>
                <a:ext uri="{FF2B5EF4-FFF2-40B4-BE49-F238E27FC236}">
                  <a16:creationId xmlns:a16="http://schemas.microsoft.com/office/drawing/2014/main" id="{CAB99278-B6B0-4CFB-994E-50ACB1DAA6A8}"/>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42" name="Graphic 41">
              <a:extLst>
                <a:ext uri="{FF2B5EF4-FFF2-40B4-BE49-F238E27FC236}">
                  <a16:creationId xmlns:a16="http://schemas.microsoft.com/office/drawing/2014/main" id="{89480B70-C5D0-4284-A6A6-B70E271CA0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6" name="Graphic 45">
            <a:extLst>
              <a:ext uri="{FF2B5EF4-FFF2-40B4-BE49-F238E27FC236}">
                <a16:creationId xmlns:a16="http://schemas.microsoft.com/office/drawing/2014/main" id="{72675D8F-9254-4AAC-91EC-DAD6D58C711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7" name="Straight Connector 46">
            <a:extLst>
              <a:ext uri="{FF2B5EF4-FFF2-40B4-BE49-F238E27FC236}">
                <a16:creationId xmlns:a16="http://schemas.microsoft.com/office/drawing/2014/main" id="{CB10603D-6FB2-47BB-B8B3-B8FFE4DA3933}"/>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8" name="Slide Number Placeholder 3">
            <a:extLst>
              <a:ext uri="{FF2B5EF4-FFF2-40B4-BE49-F238E27FC236}">
                <a16:creationId xmlns:a16="http://schemas.microsoft.com/office/drawing/2014/main" id="{26BFAC01-4004-4178-A792-59823904A81F}"/>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935543311"/>
      </p:ext>
    </p:extLst>
  </p:cSld>
  <p:clrMapOvr>
    <a:masterClrMapping/>
  </p:clrMapOvr>
  <p:extLst>
    <p:ext uri="{DCECCB84-F9BA-43D5-87BE-67443E8EF086}">
      <p15:sldGuideLst xmlns:p15="http://schemas.microsoft.com/office/powerpoint/2012/main">
        <p15:guide id="1" orient="horz" pos="98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 Infographic and images">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01EAEE63-75D2-4147-A96F-1F6010411478}"/>
              </a:ext>
            </a:extLst>
          </p:cNvPr>
          <p:cNvSpPr>
            <a:spLocks noGrp="1"/>
          </p:cNvSpPr>
          <p:nvPr>
            <p:ph type="pic" sz="quarter" idx="13"/>
          </p:nvPr>
        </p:nvSpPr>
        <p:spPr>
          <a:xfrm>
            <a:off x="5652241"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sp>
        <p:nvSpPr>
          <p:cNvPr id="8" name="Picture Placeholder 10">
            <a:extLst>
              <a:ext uri="{FF2B5EF4-FFF2-40B4-BE49-F238E27FC236}">
                <a16:creationId xmlns:a16="http://schemas.microsoft.com/office/drawing/2014/main" id="{200B6B1A-3E06-437E-9E40-C9021A59EBD2}"/>
              </a:ext>
            </a:extLst>
          </p:cNvPr>
          <p:cNvSpPr>
            <a:spLocks noGrp="1"/>
          </p:cNvSpPr>
          <p:nvPr>
            <p:ph type="pic" sz="quarter" idx="14"/>
          </p:nvPr>
        </p:nvSpPr>
        <p:spPr>
          <a:xfrm>
            <a:off x="288509"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sp>
        <p:nvSpPr>
          <p:cNvPr id="9" name="Picture Placeholder 11">
            <a:extLst>
              <a:ext uri="{FF2B5EF4-FFF2-40B4-BE49-F238E27FC236}">
                <a16:creationId xmlns:a16="http://schemas.microsoft.com/office/drawing/2014/main" id="{7CBEB7B1-166A-422D-9D97-5B06778B6216}"/>
              </a:ext>
            </a:extLst>
          </p:cNvPr>
          <p:cNvSpPr>
            <a:spLocks noGrp="1"/>
          </p:cNvSpPr>
          <p:nvPr>
            <p:ph type="pic" sz="quarter" idx="15"/>
          </p:nvPr>
        </p:nvSpPr>
        <p:spPr>
          <a:xfrm>
            <a:off x="2970375"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pic>
        <p:nvPicPr>
          <p:cNvPr id="10" name="Picture 9" descr="A picture containing food, bird&#10;&#10;Description automatically generated">
            <a:extLst>
              <a:ext uri="{FF2B5EF4-FFF2-40B4-BE49-F238E27FC236}">
                <a16:creationId xmlns:a16="http://schemas.microsoft.com/office/drawing/2014/main" id="{BE447A8C-4F52-4688-8655-8E6C6C4E1C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a:stretch/>
        </p:blipFill>
        <p:spPr>
          <a:xfrm>
            <a:off x="8334105" y="336128"/>
            <a:ext cx="3569386" cy="4786369"/>
          </a:xfrm>
          <a:prstGeom prst="rect">
            <a:avLst/>
          </a:prstGeom>
        </p:spPr>
      </p:pic>
      <p:sp>
        <p:nvSpPr>
          <p:cNvPr id="11" name="Freeform: Shape 10">
            <a:extLst>
              <a:ext uri="{FF2B5EF4-FFF2-40B4-BE49-F238E27FC236}">
                <a16:creationId xmlns:a16="http://schemas.microsoft.com/office/drawing/2014/main" id="{C7938D4E-E135-4246-BD41-BED35BC2C779}"/>
              </a:ext>
            </a:extLst>
          </p:cNvPr>
          <p:cNvSpPr/>
          <p:nvPr userDrawn="1"/>
        </p:nvSpPr>
        <p:spPr>
          <a:xfrm rot="16200000" flipH="1">
            <a:off x="6833813" y="1499812"/>
            <a:ext cx="6858481" cy="3857895"/>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16" name="Title 1">
            <a:extLst>
              <a:ext uri="{FF2B5EF4-FFF2-40B4-BE49-F238E27FC236}">
                <a16:creationId xmlns:a16="http://schemas.microsoft.com/office/drawing/2014/main" id="{87D287CF-1BBF-48D1-8977-295EB3B933FA}"/>
              </a:ext>
            </a:extLst>
          </p:cNvPr>
          <p:cNvSpPr>
            <a:spLocks noGrp="1"/>
          </p:cNvSpPr>
          <p:nvPr>
            <p:ph type="title" hasCustomPrompt="1"/>
          </p:nvPr>
        </p:nvSpPr>
        <p:spPr>
          <a:xfrm>
            <a:off x="269526" y="233362"/>
            <a:ext cx="7968700"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7" name="Text Placeholder 22">
            <a:extLst>
              <a:ext uri="{FF2B5EF4-FFF2-40B4-BE49-F238E27FC236}">
                <a16:creationId xmlns:a16="http://schemas.microsoft.com/office/drawing/2014/main" id="{8159E0FF-0534-4727-B0F0-FD72188DA497}"/>
              </a:ext>
            </a:extLst>
          </p:cNvPr>
          <p:cNvSpPr>
            <a:spLocks noGrp="1"/>
          </p:cNvSpPr>
          <p:nvPr>
            <p:ph type="body" sz="quarter" idx="16"/>
          </p:nvPr>
        </p:nvSpPr>
        <p:spPr>
          <a:xfrm>
            <a:off x="269526" y="812306"/>
            <a:ext cx="7968700"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9E70EB7D-7C0C-4FDE-9C4B-8126944F809C}"/>
              </a:ext>
            </a:extLst>
          </p:cNvPr>
          <p:cNvCxnSpPr>
            <a:cxnSpLocks/>
          </p:cNvCxnSpPr>
          <p:nvPr userDrawn="1"/>
        </p:nvCxnSpPr>
        <p:spPr>
          <a:xfrm>
            <a:off x="0" y="1381910"/>
            <a:ext cx="8334105"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Content Placeholder 3">
            <a:extLst>
              <a:ext uri="{FF2B5EF4-FFF2-40B4-BE49-F238E27FC236}">
                <a16:creationId xmlns:a16="http://schemas.microsoft.com/office/drawing/2014/main" id="{908503A1-7D1B-4A7F-BF56-BCF8F713B673}"/>
              </a:ext>
            </a:extLst>
          </p:cNvPr>
          <p:cNvSpPr>
            <a:spLocks noGrp="1"/>
          </p:cNvSpPr>
          <p:nvPr>
            <p:ph sz="half" idx="27"/>
          </p:nvPr>
        </p:nvSpPr>
        <p:spPr>
          <a:xfrm>
            <a:off x="8514081" y="2612896"/>
            <a:ext cx="3389410" cy="963609"/>
          </a:xfrm>
        </p:spPr>
        <p:txBody>
          <a:bodyPr>
            <a:noAutofit/>
          </a:bodyPr>
          <a:lstStyle>
            <a:lvl1pPr>
              <a:lnSpc>
                <a:spcPct val="100000"/>
              </a:lnSpc>
              <a:defRPr sz="24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4" name="Content Placeholder 3">
            <a:extLst>
              <a:ext uri="{FF2B5EF4-FFF2-40B4-BE49-F238E27FC236}">
                <a16:creationId xmlns:a16="http://schemas.microsoft.com/office/drawing/2014/main" id="{B9AEC4D1-506E-4F6C-A2F5-1334323BED4B}"/>
              </a:ext>
            </a:extLst>
          </p:cNvPr>
          <p:cNvSpPr>
            <a:spLocks noGrp="1"/>
          </p:cNvSpPr>
          <p:nvPr>
            <p:ph sz="half" idx="28"/>
          </p:nvPr>
        </p:nvSpPr>
        <p:spPr>
          <a:xfrm>
            <a:off x="8514081" y="3713030"/>
            <a:ext cx="3411219" cy="963609"/>
          </a:xfrm>
        </p:spPr>
        <p:txBody>
          <a:bodyPr>
            <a:normAutofit/>
          </a:bodyPr>
          <a:lstStyle>
            <a:lvl1pPr>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pic>
        <p:nvPicPr>
          <p:cNvPr id="22" name="Graphic 21">
            <a:extLst>
              <a:ext uri="{FF2B5EF4-FFF2-40B4-BE49-F238E27FC236}">
                <a16:creationId xmlns:a16="http://schemas.microsoft.com/office/drawing/2014/main" id="{0705DA69-D9FB-4500-B03C-44773B660648}"/>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5" name="Straight Connector 24">
            <a:extLst>
              <a:ext uri="{FF2B5EF4-FFF2-40B4-BE49-F238E27FC236}">
                <a16:creationId xmlns:a16="http://schemas.microsoft.com/office/drawing/2014/main" id="{39B7567A-B6A1-4F80-9CE8-984281DEB97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AF5B6C94-8846-4B7D-A460-678FEE594D97}"/>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5588159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ight Infographic and images">
    <p:spTree>
      <p:nvGrpSpPr>
        <p:cNvPr id="1" name=""/>
        <p:cNvGrpSpPr/>
        <p:nvPr/>
      </p:nvGrpSpPr>
      <p:grpSpPr>
        <a:xfrm>
          <a:off x="0" y="0"/>
          <a:ext cx="0" cy="0"/>
          <a:chOff x="0" y="0"/>
          <a:chExt cx="0" cy="0"/>
        </a:xfrm>
      </p:grpSpPr>
      <p:pic>
        <p:nvPicPr>
          <p:cNvPr id="10" name="Picture 9" descr="A picture containing food, bird&#10;&#10;Description automatically generated">
            <a:extLst>
              <a:ext uri="{FF2B5EF4-FFF2-40B4-BE49-F238E27FC236}">
                <a16:creationId xmlns:a16="http://schemas.microsoft.com/office/drawing/2014/main" id="{BE447A8C-4F52-4688-8655-8E6C6C4E1C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a:stretch/>
        </p:blipFill>
        <p:spPr>
          <a:xfrm>
            <a:off x="8334105" y="336128"/>
            <a:ext cx="3569386" cy="4786369"/>
          </a:xfrm>
          <a:prstGeom prst="rect">
            <a:avLst/>
          </a:prstGeom>
        </p:spPr>
      </p:pic>
      <p:sp>
        <p:nvSpPr>
          <p:cNvPr id="16" name="Title 1">
            <a:extLst>
              <a:ext uri="{FF2B5EF4-FFF2-40B4-BE49-F238E27FC236}">
                <a16:creationId xmlns:a16="http://schemas.microsoft.com/office/drawing/2014/main" id="{87D287CF-1BBF-48D1-8977-295EB3B933FA}"/>
              </a:ext>
            </a:extLst>
          </p:cNvPr>
          <p:cNvSpPr>
            <a:spLocks noGrp="1"/>
          </p:cNvSpPr>
          <p:nvPr>
            <p:ph type="title" hasCustomPrompt="1"/>
          </p:nvPr>
        </p:nvSpPr>
        <p:spPr>
          <a:xfrm>
            <a:off x="269526" y="233362"/>
            <a:ext cx="7959302"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7" name="Text Placeholder 22">
            <a:extLst>
              <a:ext uri="{FF2B5EF4-FFF2-40B4-BE49-F238E27FC236}">
                <a16:creationId xmlns:a16="http://schemas.microsoft.com/office/drawing/2014/main" id="{8159E0FF-0534-4727-B0F0-FD72188DA497}"/>
              </a:ext>
            </a:extLst>
          </p:cNvPr>
          <p:cNvSpPr>
            <a:spLocks noGrp="1"/>
          </p:cNvSpPr>
          <p:nvPr>
            <p:ph type="body" sz="quarter" idx="16"/>
          </p:nvPr>
        </p:nvSpPr>
        <p:spPr>
          <a:xfrm>
            <a:off x="269526" y="812306"/>
            <a:ext cx="7959302"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9E70EB7D-7C0C-4FDE-9C4B-8126944F809C}"/>
              </a:ext>
            </a:extLst>
          </p:cNvPr>
          <p:cNvCxnSpPr>
            <a:cxnSpLocks/>
          </p:cNvCxnSpPr>
          <p:nvPr userDrawn="1"/>
        </p:nvCxnSpPr>
        <p:spPr>
          <a:xfrm>
            <a:off x="0" y="1381910"/>
            <a:ext cx="8334105"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3E69D9E0-63BB-4ED5-BE5C-7A0F8B649D7D}"/>
              </a:ext>
            </a:extLst>
          </p:cNvPr>
          <p:cNvSpPr>
            <a:spLocks noGrp="1"/>
          </p:cNvSpPr>
          <p:nvPr>
            <p:ph type="pic" sz="quarter" idx="29"/>
          </p:nvPr>
        </p:nvSpPr>
        <p:spPr>
          <a:xfrm>
            <a:off x="8322800" y="0"/>
            <a:ext cx="3869200" cy="6858000"/>
          </a:xfrm>
          <a:custGeom>
            <a:avLst/>
            <a:gdLst>
              <a:gd name="connsiteX0" fmla="*/ 0 w 3857625"/>
              <a:gd name="connsiteY0" fmla="*/ 0 h 6858000"/>
              <a:gd name="connsiteX1" fmla="*/ 3857625 w 3857625"/>
              <a:gd name="connsiteY1" fmla="*/ 0 h 6858000"/>
              <a:gd name="connsiteX2" fmla="*/ 3857625 w 3857625"/>
              <a:gd name="connsiteY2" fmla="*/ 6858000 h 6858000"/>
              <a:gd name="connsiteX3" fmla="*/ 0 w 3857625"/>
              <a:gd name="connsiteY3" fmla="*/ 6858000 h 6858000"/>
              <a:gd name="connsiteX4" fmla="*/ 0 w 3857625"/>
              <a:gd name="connsiteY4" fmla="*/ 0 h 6858000"/>
              <a:gd name="connsiteX0" fmla="*/ 0 w 3869200"/>
              <a:gd name="connsiteY0" fmla="*/ 0 h 6858000"/>
              <a:gd name="connsiteX1" fmla="*/ 3869200 w 3869200"/>
              <a:gd name="connsiteY1" fmla="*/ 2245488 h 6858000"/>
              <a:gd name="connsiteX2" fmla="*/ 3857625 w 3869200"/>
              <a:gd name="connsiteY2" fmla="*/ 6858000 h 6858000"/>
              <a:gd name="connsiteX3" fmla="*/ 0 w 3869200"/>
              <a:gd name="connsiteY3" fmla="*/ 6858000 h 6858000"/>
              <a:gd name="connsiteX4" fmla="*/ 0 w 3869200"/>
              <a:gd name="connsiteY4" fmla="*/ 0 h 6858000"/>
              <a:gd name="connsiteX0" fmla="*/ 0 w 3869200"/>
              <a:gd name="connsiteY0" fmla="*/ 0 h 6858000"/>
              <a:gd name="connsiteX1" fmla="*/ 3869200 w 3869200"/>
              <a:gd name="connsiteY1" fmla="*/ 2581154 h 6858000"/>
              <a:gd name="connsiteX2" fmla="*/ 3857625 w 3869200"/>
              <a:gd name="connsiteY2" fmla="*/ 6858000 h 6858000"/>
              <a:gd name="connsiteX3" fmla="*/ 0 w 3869200"/>
              <a:gd name="connsiteY3" fmla="*/ 6858000 h 6858000"/>
              <a:gd name="connsiteX4" fmla="*/ 0 w 38692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9200" h="6858000">
                <a:moveTo>
                  <a:pt x="0" y="0"/>
                </a:moveTo>
                <a:lnTo>
                  <a:pt x="3869200" y="2581154"/>
                </a:lnTo>
                <a:cubicBezTo>
                  <a:pt x="3865342" y="4118658"/>
                  <a:pt x="3861483" y="5320496"/>
                  <a:pt x="3857625" y="6858000"/>
                </a:cubicBezTo>
                <a:lnTo>
                  <a:pt x="0" y="6858000"/>
                </a:lnTo>
                <a:lnTo>
                  <a:pt x="0" y="0"/>
                </a:lnTo>
                <a:close/>
              </a:path>
            </a:pathLst>
          </a:custGeom>
        </p:spPr>
        <p:txBody>
          <a:bodyPr>
            <a:normAutofit/>
          </a:bodyPr>
          <a:lstStyle>
            <a:lvl1pPr>
              <a:defRPr sz="1800"/>
            </a:lvl1pPr>
          </a:lstStyle>
          <a:p>
            <a:r>
              <a:rPr lang="en-US"/>
              <a:t>Click icon to add picture</a:t>
            </a:r>
            <a:endParaRPr lang="en-US" dirty="0"/>
          </a:p>
        </p:txBody>
      </p:sp>
      <p:cxnSp>
        <p:nvCxnSpPr>
          <p:cNvPr id="22" name="Straight Connector 21">
            <a:extLst>
              <a:ext uri="{FF2B5EF4-FFF2-40B4-BE49-F238E27FC236}">
                <a16:creationId xmlns:a16="http://schemas.microsoft.com/office/drawing/2014/main" id="{0173CC07-1E54-4036-A118-8AC234528992}"/>
              </a:ext>
            </a:extLst>
          </p:cNvPr>
          <p:cNvCxnSpPr>
            <a:cxnSpLocks/>
          </p:cNvCxnSpPr>
          <p:nvPr userDrawn="1"/>
        </p:nvCxnSpPr>
        <p:spPr>
          <a:xfrm>
            <a:off x="260652" y="4413670"/>
            <a:ext cx="7773641" cy="0"/>
          </a:xfrm>
          <a:prstGeom prst="line">
            <a:avLst/>
          </a:prstGeom>
          <a:ln>
            <a:gradFill>
              <a:gsLst>
                <a:gs pos="0">
                  <a:srgbClr val="089ED1"/>
                </a:gs>
                <a:gs pos="100000">
                  <a:srgbClr val="08C2C2"/>
                </a:gs>
              </a:gsLst>
              <a:lin ang="5400000" scaled="1"/>
            </a:gradFill>
          </a:ln>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E4DC094E-3502-414A-82F9-DDB6547DAEE5}"/>
              </a:ext>
            </a:extLst>
          </p:cNvPr>
          <p:cNvSpPr>
            <a:spLocks noGrp="1"/>
          </p:cNvSpPr>
          <p:nvPr>
            <p:ph type="chart" sz="quarter" idx="30"/>
          </p:nvPr>
        </p:nvSpPr>
        <p:spPr>
          <a:xfrm>
            <a:off x="269876" y="4580458"/>
            <a:ext cx="3599326" cy="1693342"/>
          </a:xfrm>
        </p:spPr>
        <p:txBody>
          <a:bodyPr>
            <a:normAutofit/>
          </a:bodyPr>
          <a:lstStyle>
            <a:lvl1pPr>
              <a:defRPr sz="1800"/>
            </a:lvl1pPr>
          </a:lstStyle>
          <a:p>
            <a:r>
              <a:rPr lang="en-US"/>
              <a:t>Click icon to add chart</a:t>
            </a:r>
            <a:endParaRPr lang="en-US" dirty="0"/>
          </a:p>
        </p:txBody>
      </p:sp>
      <p:sp>
        <p:nvSpPr>
          <p:cNvPr id="26" name="Chart Placeholder 4">
            <a:extLst>
              <a:ext uri="{FF2B5EF4-FFF2-40B4-BE49-F238E27FC236}">
                <a16:creationId xmlns:a16="http://schemas.microsoft.com/office/drawing/2014/main" id="{CF9ED586-5131-4649-9675-CC85834AB750}"/>
              </a:ext>
            </a:extLst>
          </p:cNvPr>
          <p:cNvSpPr>
            <a:spLocks noGrp="1"/>
          </p:cNvSpPr>
          <p:nvPr>
            <p:ph type="chart" sz="quarter" idx="31"/>
          </p:nvPr>
        </p:nvSpPr>
        <p:spPr>
          <a:xfrm>
            <a:off x="4434965" y="4580458"/>
            <a:ext cx="3599326" cy="1693342"/>
          </a:xfrm>
        </p:spPr>
        <p:txBody>
          <a:bodyPr>
            <a:normAutofit/>
          </a:bodyPr>
          <a:lstStyle>
            <a:lvl1pPr>
              <a:defRPr sz="1800"/>
            </a:lvl1pPr>
          </a:lstStyle>
          <a:p>
            <a:r>
              <a:rPr lang="en-US"/>
              <a:t>Click icon to add chart</a:t>
            </a:r>
            <a:endParaRPr lang="en-US" dirty="0"/>
          </a:p>
        </p:txBody>
      </p:sp>
      <p:pic>
        <p:nvPicPr>
          <p:cNvPr id="28" name="Graphic 27">
            <a:extLst>
              <a:ext uri="{FF2B5EF4-FFF2-40B4-BE49-F238E27FC236}">
                <a16:creationId xmlns:a16="http://schemas.microsoft.com/office/drawing/2014/main" id="{FA339945-FA60-4CF6-84F7-2C7FD81ED058}"/>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9" name="Straight Connector 28">
            <a:extLst>
              <a:ext uri="{FF2B5EF4-FFF2-40B4-BE49-F238E27FC236}">
                <a16:creationId xmlns:a16="http://schemas.microsoft.com/office/drawing/2014/main" id="{B87F20CE-BE8E-42F5-8AD6-99D2E9B5B6F7}"/>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30" name="Slide Number Placeholder 3">
            <a:extLst>
              <a:ext uri="{FF2B5EF4-FFF2-40B4-BE49-F238E27FC236}">
                <a16:creationId xmlns:a16="http://schemas.microsoft.com/office/drawing/2014/main" id="{41AE4084-2AA1-4CD0-8522-75455D9E1E68}"/>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grpSp>
        <p:nvGrpSpPr>
          <p:cNvPr id="19" name="Group 18">
            <a:extLst>
              <a:ext uri="{FF2B5EF4-FFF2-40B4-BE49-F238E27FC236}">
                <a16:creationId xmlns:a16="http://schemas.microsoft.com/office/drawing/2014/main" id="{16992005-D955-4C52-9D79-BCEDB29CEE39}"/>
              </a:ext>
            </a:extLst>
          </p:cNvPr>
          <p:cNvGrpSpPr/>
          <p:nvPr userDrawn="1"/>
        </p:nvGrpSpPr>
        <p:grpSpPr>
          <a:xfrm>
            <a:off x="11997463" y="3105617"/>
            <a:ext cx="134097" cy="646767"/>
            <a:chOff x="11838508" y="3057525"/>
            <a:chExt cx="155496" cy="749979"/>
          </a:xfrm>
        </p:grpSpPr>
        <p:sp>
          <p:nvSpPr>
            <p:cNvPr id="20" name="Rectangle 19">
              <a:extLst>
                <a:ext uri="{FF2B5EF4-FFF2-40B4-BE49-F238E27FC236}">
                  <a16:creationId xmlns:a16="http://schemas.microsoft.com/office/drawing/2014/main" id="{A0C70FAD-72DF-4D49-B413-C3BD51D684F0}"/>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1" name="Graphic 20">
              <a:extLst>
                <a:ext uri="{FF2B5EF4-FFF2-40B4-BE49-F238E27FC236}">
                  <a16:creationId xmlns:a16="http://schemas.microsoft.com/office/drawing/2014/main" id="{ABD7F536-34FA-4160-AB66-793AD07C7A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11604289" y="3357212"/>
              <a:ext cx="623935" cy="150605"/>
            </a:xfrm>
            <a:prstGeom prst="rect">
              <a:avLst/>
            </a:prstGeom>
          </p:spPr>
        </p:pic>
      </p:grpSp>
    </p:spTree>
    <p:extLst>
      <p:ext uri="{BB962C8B-B14F-4D97-AF65-F5344CB8AC3E}">
        <p14:creationId xmlns:p14="http://schemas.microsoft.com/office/powerpoint/2010/main" val="20277016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s and caption ">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27B7AE64-26B1-4200-87D2-F8840ABDBFC5}"/>
              </a:ext>
            </a:extLst>
          </p:cNvPr>
          <p:cNvSpPr>
            <a:spLocks noGrp="1"/>
          </p:cNvSpPr>
          <p:nvPr>
            <p:ph type="pic" sz="quarter" idx="13"/>
          </p:nvPr>
        </p:nvSpPr>
        <p:spPr>
          <a:xfrm>
            <a:off x="281101" y="1577133"/>
            <a:ext cx="1863042" cy="1539144"/>
          </a:xfrm>
          <a:custGeom>
            <a:avLst/>
            <a:gdLst>
              <a:gd name="connsiteX0" fmla="*/ 0 w 1518469"/>
              <a:gd name="connsiteY0" fmla="*/ 0 h 1518469"/>
              <a:gd name="connsiteX1" fmla="*/ 1518469 w 1518469"/>
              <a:gd name="connsiteY1" fmla="*/ 0 h 1518469"/>
              <a:gd name="connsiteX2" fmla="*/ 1518469 w 1518469"/>
              <a:gd name="connsiteY2" fmla="*/ 1518469 h 1518469"/>
              <a:gd name="connsiteX3" fmla="*/ 0 w 1518469"/>
              <a:gd name="connsiteY3" fmla="*/ 1518469 h 1518469"/>
            </a:gdLst>
            <a:ahLst/>
            <a:cxnLst>
              <a:cxn ang="0">
                <a:pos x="connsiteX0" y="connsiteY0"/>
              </a:cxn>
              <a:cxn ang="0">
                <a:pos x="connsiteX1" y="connsiteY1"/>
              </a:cxn>
              <a:cxn ang="0">
                <a:pos x="connsiteX2" y="connsiteY2"/>
              </a:cxn>
              <a:cxn ang="0">
                <a:pos x="connsiteX3" y="connsiteY3"/>
              </a:cxn>
            </a:cxnLst>
            <a:rect l="l" t="t" r="r" b="b"/>
            <a:pathLst>
              <a:path w="1518469" h="1518469">
                <a:moveTo>
                  <a:pt x="0" y="0"/>
                </a:moveTo>
                <a:lnTo>
                  <a:pt x="1518469" y="0"/>
                </a:lnTo>
                <a:lnTo>
                  <a:pt x="1518469" y="1518469"/>
                </a:lnTo>
                <a:lnTo>
                  <a:pt x="0" y="1518469"/>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dirty="0"/>
          </a:p>
        </p:txBody>
      </p:sp>
      <p:sp>
        <p:nvSpPr>
          <p:cNvPr id="8" name="Picture Placeholder 12">
            <a:extLst>
              <a:ext uri="{FF2B5EF4-FFF2-40B4-BE49-F238E27FC236}">
                <a16:creationId xmlns:a16="http://schemas.microsoft.com/office/drawing/2014/main" id="{F01BBCF6-3AA7-4990-A106-089CEBDA0B56}"/>
              </a:ext>
            </a:extLst>
          </p:cNvPr>
          <p:cNvSpPr>
            <a:spLocks noGrp="1"/>
          </p:cNvSpPr>
          <p:nvPr>
            <p:ph type="pic" sz="quarter" idx="14"/>
          </p:nvPr>
        </p:nvSpPr>
        <p:spPr>
          <a:xfrm>
            <a:off x="281101" y="4211111"/>
            <a:ext cx="1863042" cy="1539144"/>
          </a:xfrm>
          <a:custGeom>
            <a:avLst/>
            <a:gdLst>
              <a:gd name="connsiteX0" fmla="*/ 0 w 1518469"/>
              <a:gd name="connsiteY0" fmla="*/ 0 h 1518469"/>
              <a:gd name="connsiteX1" fmla="*/ 1518469 w 1518469"/>
              <a:gd name="connsiteY1" fmla="*/ 0 h 1518469"/>
              <a:gd name="connsiteX2" fmla="*/ 1518469 w 1518469"/>
              <a:gd name="connsiteY2" fmla="*/ 1518469 h 1518469"/>
              <a:gd name="connsiteX3" fmla="*/ 0 w 1518469"/>
              <a:gd name="connsiteY3" fmla="*/ 1518469 h 1518469"/>
            </a:gdLst>
            <a:ahLst/>
            <a:cxnLst>
              <a:cxn ang="0">
                <a:pos x="connsiteX0" y="connsiteY0"/>
              </a:cxn>
              <a:cxn ang="0">
                <a:pos x="connsiteX1" y="connsiteY1"/>
              </a:cxn>
              <a:cxn ang="0">
                <a:pos x="connsiteX2" y="connsiteY2"/>
              </a:cxn>
              <a:cxn ang="0">
                <a:pos x="connsiteX3" y="connsiteY3"/>
              </a:cxn>
            </a:cxnLst>
            <a:rect l="l" t="t" r="r" b="b"/>
            <a:pathLst>
              <a:path w="1518469" h="1518469">
                <a:moveTo>
                  <a:pt x="0" y="0"/>
                </a:moveTo>
                <a:lnTo>
                  <a:pt x="1518469" y="0"/>
                </a:lnTo>
                <a:lnTo>
                  <a:pt x="1518469" y="1518469"/>
                </a:lnTo>
                <a:lnTo>
                  <a:pt x="0" y="1518469"/>
                </a:lnTo>
                <a:close/>
              </a:path>
            </a:pathLst>
          </a:custGeom>
          <a:solidFill>
            <a:schemeClr val="bg1">
              <a:lumMod val="95000"/>
            </a:schemeClr>
          </a:solidFill>
        </p:spPr>
        <p:txBody>
          <a:bodyPr wrap="square" anchor="ctr">
            <a:noAutofit/>
          </a:bodyPr>
          <a:lstStyle>
            <a:lvl1pPr marL="0" indent="0" algn="ctr">
              <a:buNone/>
              <a:defRPr sz="1100"/>
            </a:lvl1pPr>
          </a:lstStyle>
          <a:p>
            <a:r>
              <a:rPr lang="en-US"/>
              <a:t>Click icon to add picture</a:t>
            </a:r>
            <a:endParaRPr lang="id-ID"/>
          </a:p>
        </p:txBody>
      </p:sp>
      <p:sp>
        <p:nvSpPr>
          <p:cNvPr id="11" name="Title 1">
            <a:extLst>
              <a:ext uri="{FF2B5EF4-FFF2-40B4-BE49-F238E27FC236}">
                <a16:creationId xmlns:a16="http://schemas.microsoft.com/office/drawing/2014/main" id="{8C0EED79-827E-4BBC-AED0-304618A58089}"/>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2" name="Text Placeholder 22">
            <a:extLst>
              <a:ext uri="{FF2B5EF4-FFF2-40B4-BE49-F238E27FC236}">
                <a16:creationId xmlns:a16="http://schemas.microsoft.com/office/drawing/2014/main" id="{EC320F63-6F35-45C8-8604-8EFA857E64DE}"/>
              </a:ext>
            </a:extLst>
          </p:cNvPr>
          <p:cNvSpPr>
            <a:spLocks noGrp="1"/>
          </p:cNvSpPr>
          <p:nvPr>
            <p:ph type="body" sz="quarter" idx="17"/>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5" name="Straight Connector 14">
            <a:extLst>
              <a:ext uri="{FF2B5EF4-FFF2-40B4-BE49-F238E27FC236}">
                <a16:creationId xmlns:a16="http://schemas.microsoft.com/office/drawing/2014/main" id="{2B18A97D-74E2-434F-86EA-A476CBFE2A23}"/>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595E6457-D8A4-490E-A018-655F1FABD58E}"/>
              </a:ext>
            </a:extLst>
          </p:cNvPr>
          <p:cNvGrpSpPr/>
          <p:nvPr userDrawn="1"/>
        </p:nvGrpSpPr>
        <p:grpSpPr>
          <a:xfrm>
            <a:off x="11997463" y="3105617"/>
            <a:ext cx="134097" cy="646767"/>
            <a:chOff x="11838508" y="3057525"/>
            <a:chExt cx="155496" cy="749979"/>
          </a:xfrm>
        </p:grpSpPr>
        <p:sp>
          <p:nvSpPr>
            <p:cNvPr id="37" name="Rectangle 36">
              <a:extLst>
                <a:ext uri="{FF2B5EF4-FFF2-40B4-BE49-F238E27FC236}">
                  <a16:creationId xmlns:a16="http://schemas.microsoft.com/office/drawing/2014/main" id="{EF98A140-F6D7-431D-921A-30D641CEEA76}"/>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38" name="Graphic 37">
              <a:extLst>
                <a:ext uri="{FF2B5EF4-FFF2-40B4-BE49-F238E27FC236}">
                  <a16:creationId xmlns:a16="http://schemas.microsoft.com/office/drawing/2014/main" id="{8BAEFC69-A451-44BF-A6F1-8C8255AEC5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2" name="Graphic 41">
            <a:extLst>
              <a:ext uri="{FF2B5EF4-FFF2-40B4-BE49-F238E27FC236}">
                <a16:creationId xmlns:a16="http://schemas.microsoft.com/office/drawing/2014/main" id="{0A206978-23E9-4B4C-947F-7FE51D604044}"/>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3" name="Straight Connector 42">
            <a:extLst>
              <a:ext uri="{FF2B5EF4-FFF2-40B4-BE49-F238E27FC236}">
                <a16:creationId xmlns:a16="http://schemas.microsoft.com/office/drawing/2014/main" id="{E4C21E12-9701-4368-B93E-29FEE63B7DB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4" name="Slide Number Placeholder 3">
            <a:extLst>
              <a:ext uri="{FF2B5EF4-FFF2-40B4-BE49-F238E27FC236}">
                <a16:creationId xmlns:a16="http://schemas.microsoft.com/office/drawing/2014/main" id="{ADD047D4-2B19-4D26-8CEE-C9BF4C10AE41}"/>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249373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and caption_2">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94E2C28E-0073-4531-A1E1-D672C8857293}"/>
              </a:ext>
            </a:extLst>
          </p:cNvPr>
          <p:cNvSpPr>
            <a:spLocks noGrp="1"/>
          </p:cNvSpPr>
          <p:nvPr>
            <p:ph type="pic" sz="quarter" idx="13"/>
          </p:nvPr>
        </p:nvSpPr>
        <p:spPr>
          <a:xfrm>
            <a:off x="1006126" y="1562100"/>
            <a:ext cx="1838888" cy="2629952"/>
          </a:xfrm>
          <a:solidFill>
            <a:schemeClr val="bg1">
              <a:lumMod val="95000"/>
            </a:schemeClr>
          </a:solidFill>
        </p:spPr>
      </p:sp>
      <p:sp>
        <p:nvSpPr>
          <p:cNvPr id="12" name="Picture Placeholder 7">
            <a:extLst>
              <a:ext uri="{FF2B5EF4-FFF2-40B4-BE49-F238E27FC236}">
                <a16:creationId xmlns:a16="http://schemas.microsoft.com/office/drawing/2014/main" id="{3BF8558D-E513-43DD-B4C0-A2F10EC9259A}"/>
              </a:ext>
            </a:extLst>
          </p:cNvPr>
          <p:cNvSpPr>
            <a:spLocks noGrp="1"/>
          </p:cNvSpPr>
          <p:nvPr>
            <p:ph type="pic" sz="quarter" idx="14"/>
          </p:nvPr>
        </p:nvSpPr>
        <p:spPr>
          <a:xfrm>
            <a:off x="6572818" y="1562100"/>
            <a:ext cx="1838888" cy="2629952"/>
          </a:xfrm>
          <a:solidFill>
            <a:schemeClr val="bg1">
              <a:lumMod val="95000"/>
            </a:schemeClr>
          </a:solidFill>
        </p:spPr>
      </p:sp>
      <p:sp>
        <p:nvSpPr>
          <p:cNvPr id="13" name="Picture Placeholder 9">
            <a:extLst>
              <a:ext uri="{FF2B5EF4-FFF2-40B4-BE49-F238E27FC236}">
                <a16:creationId xmlns:a16="http://schemas.microsoft.com/office/drawing/2014/main" id="{3E800FB1-B5C1-45A7-BD01-A98898C6C0BE}"/>
              </a:ext>
            </a:extLst>
          </p:cNvPr>
          <p:cNvSpPr>
            <a:spLocks noGrp="1"/>
          </p:cNvSpPr>
          <p:nvPr>
            <p:ph type="pic" sz="quarter" idx="15"/>
          </p:nvPr>
        </p:nvSpPr>
        <p:spPr>
          <a:xfrm>
            <a:off x="9356163" y="3284711"/>
            <a:ext cx="1838888" cy="2629952"/>
          </a:xfrm>
          <a:solidFill>
            <a:schemeClr val="bg1">
              <a:lumMod val="95000"/>
            </a:schemeClr>
          </a:solidFill>
        </p:spPr>
      </p:sp>
      <p:sp>
        <p:nvSpPr>
          <p:cNvPr id="14" name="Picture Placeholder 4">
            <a:extLst>
              <a:ext uri="{FF2B5EF4-FFF2-40B4-BE49-F238E27FC236}">
                <a16:creationId xmlns:a16="http://schemas.microsoft.com/office/drawing/2014/main" id="{F009F280-99CB-4C75-8793-D700C6AC0081}"/>
              </a:ext>
            </a:extLst>
          </p:cNvPr>
          <p:cNvSpPr>
            <a:spLocks noGrp="1"/>
          </p:cNvSpPr>
          <p:nvPr>
            <p:ph type="pic" sz="quarter" idx="16"/>
          </p:nvPr>
        </p:nvSpPr>
        <p:spPr>
          <a:xfrm>
            <a:off x="3789472" y="3284711"/>
            <a:ext cx="1838888" cy="2629952"/>
          </a:xfrm>
          <a:solidFill>
            <a:schemeClr val="bg1">
              <a:lumMod val="95000"/>
            </a:schemeClr>
          </a:solidFill>
        </p:spPr>
      </p:sp>
      <p:sp>
        <p:nvSpPr>
          <p:cNvPr id="10" name="Title 1">
            <a:extLst>
              <a:ext uri="{FF2B5EF4-FFF2-40B4-BE49-F238E27FC236}">
                <a16:creationId xmlns:a16="http://schemas.microsoft.com/office/drawing/2014/main" id="{68DDB362-7739-400E-943F-58697FDBCE09}"/>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5" name="Text Placeholder 22">
            <a:extLst>
              <a:ext uri="{FF2B5EF4-FFF2-40B4-BE49-F238E27FC236}">
                <a16:creationId xmlns:a16="http://schemas.microsoft.com/office/drawing/2014/main" id="{E923A96E-F9A0-444B-86DD-9CD8E4EAD907}"/>
              </a:ext>
            </a:extLst>
          </p:cNvPr>
          <p:cNvSpPr>
            <a:spLocks noGrp="1"/>
          </p:cNvSpPr>
          <p:nvPr>
            <p:ph type="body" sz="quarter" idx="17"/>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EABAFBCF-8276-4631-AD2E-287861F5BB01}"/>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394588-1D76-4B5F-9095-134011F23B8E}"/>
              </a:ext>
            </a:extLst>
          </p:cNvPr>
          <p:cNvCxnSpPr>
            <a:cxnSpLocks/>
          </p:cNvCxnSpPr>
          <p:nvPr userDrawn="1"/>
        </p:nvCxnSpPr>
        <p:spPr>
          <a:xfrm>
            <a:off x="1006127" y="4739593"/>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1" name="Content Placeholder 3">
            <a:extLst>
              <a:ext uri="{FF2B5EF4-FFF2-40B4-BE49-F238E27FC236}">
                <a16:creationId xmlns:a16="http://schemas.microsoft.com/office/drawing/2014/main" id="{EE16E15C-F8F4-4EA4-BA38-ABE9DC90C2AA}"/>
              </a:ext>
            </a:extLst>
          </p:cNvPr>
          <p:cNvSpPr>
            <a:spLocks noGrp="1"/>
          </p:cNvSpPr>
          <p:nvPr>
            <p:ph sz="half" idx="25"/>
          </p:nvPr>
        </p:nvSpPr>
        <p:spPr>
          <a:xfrm>
            <a:off x="1006126" y="4340811"/>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2" name="Content Placeholder 3">
            <a:extLst>
              <a:ext uri="{FF2B5EF4-FFF2-40B4-BE49-F238E27FC236}">
                <a16:creationId xmlns:a16="http://schemas.microsoft.com/office/drawing/2014/main" id="{6FC73BE7-A0AD-4B43-929A-4DA79673E1B7}"/>
              </a:ext>
            </a:extLst>
          </p:cNvPr>
          <p:cNvSpPr>
            <a:spLocks noGrp="1"/>
          </p:cNvSpPr>
          <p:nvPr>
            <p:ph sz="half" idx="26"/>
          </p:nvPr>
        </p:nvSpPr>
        <p:spPr>
          <a:xfrm>
            <a:off x="1007037" y="4830597"/>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CEC3327F-8673-4FAE-8D71-A6CE1324AF4E}"/>
              </a:ext>
            </a:extLst>
          </p:cNvPr>
          <p:cNvCxnSpPr>
            <a:cxnSpLocks/>
          </p:cNvCxnSpPr>
          <p:nvPr userDrawn="1"/>
        </p:nvCxnSpPr>
        <p:spPr>
          <a:xfrm>
            <a:off x="6572819" y="4739593"/>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4" name="Content Placeholder 3">
            <a:extLst>
              <a:ext uri="{FF2B5EF4-FFF2-40B4-BE49-F238E27FC236}">
                <a16:creationId xmlns:a16="http://schemas.microsoft.com/office/drawing/2014/main" id="{06FB33A8-0D9C-48CC-B3C1-B998AC159EC0}"/>
              </a:ext>
            </a:extLst>
          </p:cNvPr>
          <p:cNvSpPr>
            <a:spLocks noGrp="1"/>
          </p:cNvSpPr>
          <p:nvPr>
            <p:ph sz="half" idx="27"/>
          </p:nvPr>
        </p:nvSpPr>
        <p:spPr>
          <a:xfrm>
            <a:off x="6572818" y="4340811"/>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5" name="Content Placeholder 3">
            <a:extLst>
              <a:ext uri="{FF2B5EF4-FFF2-40B4-BE49-F238E27FC236}">
                <a16:creationId xmlns:a16="http://schemas.microsoft.com/office/drawing/2014/main" id="{E48CEC7F-B5AF-47C4-97E6-AA270C79DCF4}"/>
              </a:ext>
            </a:extLst>
          </p:cNvPr>
          <p:cNvSpPr>
            <a:spLocks noGrp="1"/>
          </p:cNvSpPr>
          <p:nvPr>
            <p:ph sz="half" idx="28"/>
          </p:nvPr>
        </p:nvSpPr>
        <p:spPr>
          <a:xfrm>
            <a:off x="6573729" y="4830597"/>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61372347-8957-434F-8F16-BFCCBF77A0EE}"/>
              </a:ext>
            </a:extLst>
          </p:cNvPr>
          <p:cNvCxnSpPr>
            <a:cxnSpLocks/>
          </p:cNvCxnSpPr>
          <p:nvPr userDrawn="1"/>
        </p:nvCxnSpPr>
        <p:spPr>
          <a:xfrm>
            <a:off x="3789472" y="1963287"/>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7" name="Content Placeholder 3">
            <a:extLst>
              <a:ext uri="{FF2B5EF4-FFF2-40B4-BE49-F238E27FC236}">
                <a16:creationId xmlns:a16="http://schemas.microsoft.com/office/drawing/2014/main" id="{B8D5D895-2824-4066-8BAC-7611979023DB}"/>
              </a:ext>
            </a:extLst>
          </p:cNvPr>
          <p:cNvSpPr>
            <a:spLocks noGrp="1"/>
          </p:cNvSpPr>
          <p:nvPr>
            <p:ph sz="half" idx="29"/>
          </p:nvPr>
        </p:nvSpPr>
        <p:spPr>
          <a:xfrm>
            <a:off x="3789471" y="1564505"/>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28ED490B-538F-4686-ADCC-1E97FEB93811}"/>
              </a:ext>
            </a:extLst>
          </p:cNvPr>
          <p:cNvSpPr>
            <a:spLocks noGrp="1"/>
          </p:cNvSpPr>
          <p:nvPr>
            <p:ph sz="half" idx="30"/>
          </p:nvPr>
        </p:nvSpPr>
        <p:spPr>
          <a:xfrm>
            <a:off x="3790382" y="2054291"/>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cxnSp>
        <p:nvCxnSpPr>
          <p:cNvPr id="29" name="Straight Connector 28">
            <a:extLst>
              <a:ext uri="{FF2B5EF4-FFF2-40B4-BE49-F238E27FC236}">
                <a16:creationId xmlns:a16="http://schemas.microsoft.com/office/drawing/2014/main" id="{79AF6E5B-1CDF-43B8-92B0-27983766EA60}"/>
              </a:ext>
            </a:extLst>
          </p:cNvPr>
          <p:cNvCxnSpPr>
            <a:cxnSpLocks/>
          </p:cNvCxnSpPr>
          <p:nvPr userDrawn="1"/>
        </p:nvCxnSpPr>
        <p:spPr>
          <a:xfrm>
            <a:off x="9354901" y="1963287"/>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0" name="Content Placeholder 3">
            <a:extLst>
              <a:ext uri="{FF2B5EF4-FFF2-40B4-BE49-F238E27FC236}">
                <a16:creationId xmlns:a16="http://schemas.microsoft.com/office/drawing/2014/main" id="{2DE63D77-7A7A-477F-ABB0-1266B7CBDC78}"/>
              </a:ext>
            </a:extLst>
          </p:cNvPr>
          <p:cNvSpPr>
            <a:spLocks noGrp="1"/>
          </p:cNvSpPr>
          <p:nvPr>
            <p:ph sz="half" idx="31"/>
          </p:nvPr>
        </p:nvSpPr>
        <p:spPr>
          <a:xfrm>
            <a:off x="9354900" y="1564505"/>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sp>
        <p:nvSpPr>
          <p:cNvPr id="31" name="Content Placeholder 3">
            <a:extLst>
              <a:ext uri="{FF2B5EF4-FFF2-40B4-BE49-F238E27FC236}">
                <a16:creationId xmlns:a16="http://schemas.microsoft.com/office/drawing/2014/main" id="{F4642B8E-90A5-40DC-A37A-AA9650030E10}"/>
              </a:ext>
            </a:extLst>
          </p:cNvPr>
          <p:cNvSpPr>
            <a:spLocks noGrp="1"/>
          </p:cNvSpPr>
          <p:nvPr>
            <p:ph sz="half" idx="32"/>
          </p:nvPr>
        </p:nvSpPr>
        <p:spPr>
          <a:xfrm>
            <a:off x="9355811" y="2054291"/>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a:t>Click to edit Master text styles</a:t>
            </a:r>
          </a:p>
        </p:txBody>
      </p:sp>
      <p:grpSp>
        <p:nvGrpSpPr>
          <p:cNvPr id="38" name="Group 37">
            <a:extLst>
              <a:ext uri="{FF2B5EF4-FFF2-40B4-BE49-F238E27FC236}">
                <a16:creationId xmlns:a16="http://schemas.microsoft.com/office/drawing/2014/main" id="{6F737597-2583-464F-BDA8-CB87D711ED86}"/>
              </a:ext>
            </a:extLst>
          </p:cNvPr>
          <p:cNvGrpSpPr/>
          <p:nvPr userDrawn="1"/>
        </p:nvGrpSpPr>
        <p:grpSpPr>
          <a:xfrm>
            <a:off x="11997463" y="3105617"/>
            <a:ext cx="134097" cy="646767"/>
            <a:chOff x="11838508" y="3057525"/>
            <a:chExt cx="155496" cy="749979"/>
          </a:xfrm>
        </p:grpSpPr>
        <p:sp>
          <p:nvSpPr>
            <p:cNvPr id="39" name="Rectangle 38">
              <a:extLst>
                <a:ext uri="{FF2B5EF4-FFF2-40B4-BE49-F238E27FC236}">
                  <a16:creationId xmlns:a16="http://schemas.microsoft.com/office/drawing/2014/main" id="{27D4EC04-168A-4F1C-8AE8-20DE0A2F0E97}"/>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40" name="Graphic 39">
              <a:extLst>
                <a:ext uri="{FF2B5EF4-FFF2-40B4-BE49-F238E27FC236}">
                  <a16:creationId xmlns:a16="http://schemas.microsoft.com/office/drawing/2014/main" id="{E3D9D456-0F41-471F-95ED-4353448B9E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6" name="Graphic 45">
            <a:extLst>
              <a:ext uri="{FF2B5EF4-FFF2-40B4-BE49-F238E27FC236}">
                <a16:creationId xmlns:a16="http://schemas.microsoft.com/office/drawing/2014/main" id="{357E8D7C-6DB7-4B86-8BFD-E47D09DCBEC5}"/>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7" name="Straight Connector 46">
            <a:extLst>
              <a:ext uri="{FF2B5EF4-FFF2-40B4-BE49-F238E27FC236}">
                <a16:creationId xmlns:a16="http://schemas.microsoft.com/office/drawing/2014/main" id="{34C9E815-D576-4460-8BED-4383207DE6BD}"/>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8" name="Slide Number Placeholder 3">
            <a:extLst>
              <a:ext uri="{FF2B5EF4-FFF2-40B4-BE49-F238E27FC236}">
                <a16:creationId xmlns:a16="http://schemas.microsoft.com/office/drawing/2014/main" id="{B340BB05-332C-4A89-BF86-8B6605AF0D65}"/>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416535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217AD0-6302-443F-AF74-7301FBD93A03}"/>
              </a:ext>
            </a:extLst>
          </p:cNvPr>
          <p:cNvSpPr>
            <a:spLocks noGrp="1"/>
          </p:cNvSpPr>
          <p:nvPr>
            <p:ph type="dt" sz="half" idx="10"/>
          </p:nvPr>
        </p:nvSpPr>
        <p:spPr>
          <a:xfrm>
            <a:off x="609600" y="6356350"/>
            <a:ext cx="2743200" cy="365125"/>
          </a:xfrm>
          <a:prstGeom prst="rect">
            <a:avLst/>
          </a:prstGeom>
        </p:spPr>
        <p:txBody>
          <a:bodyPr/>
          <a:lstStyle/>
          <a:p>
            <a:endParaRPr lang="en-US" dirty="0"/>
          </a:p>
        </p:txBody>
      </p:sp>
      <p:sp>
        <p:nvSpPr>
          <p:cNvPr id="4" name="Footer Placeholder 3">
            <a:extLst>
              <a:ext uri="{FF2B5EF4-FFF2-40B4-BE49-F238E27FC236}">
                <a16:creationId xmlns:a16="http://schemas.microsoft.com/office/drawing/2014/main" id="{0C0DD937-C5DD-4366-A428-2A7FCFEB1BE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9670355-DDA7-4862-8C8E-6C4839FE8252}"/>
              </a:ext>
            </a:extLst>
          </p:cNvPr>
          <p:cNvSpPr>
            <a:spLocks noGrp="1"/>
          </p:cNvSpPr>
          <p:nvPr>
            <p:ph type="sldNum" sz="quarter" idx="12"/>
          </p:nvPr>
        </p:nvSpPr>
        <p:spPr/>
        <p:txBody>
          <a:bodyPr/>
          <a:lstStyle/>
          <a:p>
            <a:fld id="{743B1F26-96D9-40A6-83AD-00943405493D}" type="slidenum">
              <a:rPr lang="en-US" smtClean="0"/>
              <a:t>‹#›</a:t>
            </a:fld>
            <a:endParaRPr lang="en-US" dirty="0"/>
          </a:p>
        </p:txBody>
      </p:sp>
    </p:spTree>
    <p:extLst>
      <p:ext uri="{BB962C8B-B14F-4D97-AF65-F5344CB8AC3E}">
        <p14:creationId xmlns:p14="http://schemas.microsoft.com/office/powerpoint/2010/main" val="13290397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2424CBB0-FF61-A741-B66C-72250AAD4BCF}" type="slidenum">
              <a:rPr lang="en-AE" smtClean="0"/>
              <a:t>‹#›</a:t>
            </a:fld>
            <a:endParaRPr lang="en-AE"/>
          </a:p>
        </p:txBody>
      </p:sp>
      <p:pic>
        <p:nvPicPr>
          <p:cNvPr id="5" name="Picture 4">
            <a:extLst>
              <a:ext uri="{FF2B5EF4-FFF2-40B4-BE49-F238E27FC236}">
                <a16:creationId xmlns:a16="http://schemas.microsoft.com/office/drawing/2014/main" id="{D1FDB3CA-B579-40FD-93D7-B34D370CBC8B}"/>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1559639" y="0"/>
            <a:ext cx="644886" cy="365125"/>
          </a:xfrm>
          <a:prstGeom prst="rect">
            <a:avLst/>
          </a:prstGeom>
        </p:spPr>
      </p:pic>
    </p:spTree>
    <p:extLst>
      <p:ext uri="{BB962C8B-B14F-4D97-AF65-F5344CB8AC3E}">
        <p14:creationId xmlns:p14="http://schemas.microsoft.com/office/powerpoint/2010/main" val="10499047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ain Title 0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D5FEA3AC-9822-43A6-879C-C7A74AC28320}"/>
              </a:ext>
            </a:extLst>
          </p:cNvPr>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dirty="0"/>
              <a:t>Click to edit Master title style</a:t>
            </a:r>
          </a:p>
        </p:txBody>
      </p:sp>
      <p:sp>
        <p:nvSpPr>
          <p:cNvPr id="21" name="Subtitle 2">
            <a:extLst>
              <a:ext uri="{FF2B5EF4-FFF2-40B4-BE49-F238E27FC236}">
                <a16:creationId xmlns:a16="http://schemas.microsoft.com/office/drawing/2014/main" id="{8570C13C-21E5-476B-AC68-F155A4CFA9B8}"/>
              </a:ext>
            </a:extLst>
          </p:cNvPr>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7938404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ain Title 02">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D875110-92AD-4B1D-AEAC-18D9724A6167}"/>
              </a:ext>
            </a:extLst>
          </p:cNvPr>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dirty="0"/>
              <a:t>Click to edit Master title style</a:t>
            </a:r>
          </a:p>
        </p:txBody>
      </p:sp>
      <p:sp>
        <p:nvSpPr>
          <p:cNvPr id="14" name="Subtitle 2">
            <a:extLst>
              <a:ext uri="{FF2B5EF4-FFF2-40B4-BE49-F238E27FC236}">
                <a16:creationId xmlns:a16="http://schemas.microsoft.com/office/drawing/2014/main" id="{53B39607-2E4B-4AC6-8C2A-8CBBE8B34749}"/>
              </a:ext>
            </a:extLst>
          </p:cNvPr>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4140628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Main Title 03">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32C1ECA-AD9A-4EF8-9E77-79C58E79D5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508" y="-32657"/>
            <a:ext cx="12301017" cy="6923314"/>
          </a:xfrm>
          <a:prstGeom prst="rect">
            <a:avLst/>
          </a:prstGeom>
        </p:spPr>
      </p:pic>
      <p:sp>
        <p:nvSpPr>
          <p:cNvPr id="2" name="Title 1">
            <a:extLst>
              <a:ext uri="{FF2B5EF4-FFF2-40B4-BE49-F238E27FC236}">
                <a16:creationId xmlns:a16="http://schemas.microsoft.com/office/drawing/2014/main" id="{E1A865F5-C55E-41BD-95D0-D47AD2696817}"/>
              </a:ext>
            </a:extLst>
          </p:cNvPr>
          <p:cNvSpPr>
            <a:spLocks noGrp="1"/>
          </p:cNvSpPr>
          <p:nvPr userDrawn="1">
            <p:ph type="ctrTitle"/>
          </p:nvPr>
        </p:nvSpPr>
        <p:spPr>
          <a:xfrm>
            <a:off x="266700" y="875170"/>
            <a:ext cx="6062980" cy="686930"/>
          </a:xfrm>
        </p:spPr>
        <p:txBody>
          <a:bodyPr anchor="ctr">
            <a:normAutofit/>
          </a:bodyPr>
          <a:lstStyle>
            <a:lvl1pPr algn="l">
              <a:defRPr sz="2800" b="1">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3B31387C-8F56-4A62-A102-708F5B830556}"/>
              </a:ext>
            </a:extLst>
          </p:cNvPr>
          <p:cNvSpPr>
            <a:spLocks noGrp="1"/>
          </p:cNvSpPr>
          <p:nvPr userDrawn="1">
            <p:ph type="subTitle" idx="1"/>
          </p:nvPr>
        </p:nvSpPr>
        <p:spPr>
          <a:xfrm>
            <a:off x="266700" y="1656272"/>
            <a:ext cx="6062980" cy="854016"/>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3516203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in title 0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5C26389-C187-4AD7-BCB0-8619030230B3}"/>
              </a:ext>
            </a:extLst>
          </p:cNvPr>
          <p:cNvSpPr>
            <a:spLocks noGrp="1"/>
          </p:cNvSpPr>
          <p:nvPr>
            <p:ph type="ctrTitle"/>
          </p:nvPr>
        </p:nvSpPr>
        <p:spPr>
          <a:xfrm>
            <a:off x="266700" y="1562100"/>
            <a:ext cx="4864100" cy="1049972"/>
          </a:xfrm>
        </p:spPr>
        <p:txBody>
          <a:bodyPr anchor="ctr">
            <a:normAutofit/>
          </a:bodyPr>
          <a:lstStyle>
            <a:lvl1pPr algn="l">
              <a:defRPr sz="2800" b="1">
                <a:solidFill>
                  <a:schemeClr val="bg1"/>
                </a:solidFill>
              </a:defRPr>
            </a:lvl1pPr>
          </a:lstStyle>
          <a:p>
            <a:r>
              <a:rPr lang="en-US" dirty="0"/>
              <a:t>Click to edit Master title style</a:t>
            </a:r>
          </a:p>
        </p:txBody>
      </p:sp>
      <p:sp>
        <p:nvSpPr>
          <p:cNvPr id="16" name="Subtitle 2">
            <a:extLst>
              <a:ext uri="{FF2B5EF4-FFF2-40B4-BE49-F238E27FC236}">
                <a16:creationId xmlns:a16="http://schemas.microsoft.com/office/drawing/2014/main" id="{CF5F9DC1-4E81-4D29-A5CC-1C3BC8008FFE}"/>
              </a:ext>
            </a:extLst>
          </p:cNvPr>
          <p:cNvSpPr>
            <a:spLocks noGrp="1"/>
          </p:cNvSpPr>
          <p:nvPr>
            <p:ph type="subTitle" idx="1"/>
          </p:nvPr>
        </p:nvSpPr>
        <p:spPr>
          <a:xfrm>
            <a:off x="266700" y="2704149"/>
            <a:ext cx="4864100" cy="724852"/>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1336423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in title 05">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19E56D6-82D8-416C-AAB4-564F1251372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1">
            <a:extLst>
              <a:ext uri="{FF2B5EF4-FFF2-40B4-BE49-F238E27FC236}">
                <a16:creationId xmlns:a16="http://schemas.microsoft.com/office/drawing/2014/main" id="{EA6695A9-E4F3-40ED-B2B6-3AE616E08049}"/>
              </a:ext>
            </a:extLst>
          </p:cNvPr>
          <p:cNvSpPr>
            <a:spLocks noGrp="1"/>
          </p:cNvSpPr>
          <p:nvPr>
            <p:ph type="ctrTitle"/>
          </p:nvPr>
        </p:nvSpPr>
        <p:spPr>
          <a:xfrm>
            <a:off x="353065" y="2369621"/>
            <a:ext cx="5109583" cy="1049973"/>
          </a:xfrm>
        </p:spPr>
        <p:txBody>
          <a:bodyPr anchor="ctr">
            <a:normAutofit/>
          </a:bodyPr>
          <a:lstStyle>
            <a:lvl1pPr algn="l">
              <a:defRPr sz="2800" b="1">
                <a:solidFill>
                  <a:schemeClr val="bg1"/>
                </a:solidFill>
              </a:defRPr>
            </a:lvl1pPr>
          </a:lstStyle>
          <a:p>
            <a:r>
              <a:rPr lang="en-US" dirty="0"/>
              <a:t>Click to edit Master title style</a:t>
            </a:r>
          </a:p>
        </p:txBody>
      </p:sp>
      <p:sp>
        <p:nvSpPr>
          <p:cNvPr id="17" name="Subtitle 2">
            <a:extLst>
              <a:ext uri="{FF2B5EF4-FFF2-40B4-BE49-F238E27FC236}">
                <a16:creationId xmlns:a16="http://schemas.microsoft.com/office/drawing/2014/main" id="{3D8C2CE6-98CF-45AD-BBF1-7836C5D02C45}"/>
              </a:ext>
            </a:extLst>
          </p:cNvPr>
          <p:cNvSpPr>
            <a:spLocks noGrp="1"/>
          </p:cNvSpPr>
          <p:nvPr>
            <p:ph type="subTitle" idx="1"/>
          </p:nvPr>
        </p:nvSpPr>
        <p:spPr>
          <a:xfrm>
            <a:off x="353065" y="3511670"/>
            <a:ext cx="5109583" cy="724852"/>
          </a:xfrm>
        </p:spPr>
        <p:txBody>
          <a:bodyPr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3" name="Picture 2">
            <a:extLst>
              <a:ext uri="{FF2B5EF4-FFF2-40B4-BE49-F238E27FC236}">
                <a16:creationId xmlns:a16="http://schemas.microsoft.com/office/drawing/2014/main" id="{D361D78A-280A-B416-03B1-680D81C60AF7}"/>
              </a:ext>
            </a:extLst>
          </p:cNvPr>
          <p:cNvPicPr>
            <a:picLocks noChangeAspect="1"/>
          </p:cNvPicPr>
          <p:nvPr userDrawn="1"/>
        </p:nvPicPr>
        <p:blipFill>
          <a:blip r:embed="rId3">
            <a:duotone>
              <a:schemeClr val="accent6">
                <a:shade val="45000"/>
                <a:satMod val="135000"/>
              </a:schemeClr>
              <a:prstClr val="white"/>
            </a:duotone>
          </a:blip>
          <a:stretch>
            <a:fillRect/>
          </a:stretch>
        </p:blipFill>
        <p:spPr>
          <a:xfrm>
            <a:off x="10896252" y="-25051"/>
            <a:ext cx="1320800" cy="747818"/>
          </a:xfrm>
          <a:prstGeom prst="rect">
            <a:avLst/>
          </a:prstGeom>
        </p:spPr>
      </p:pic>
    </p:spTree>
    <p:extLst>
      <p:ext uri="{BB962C8B-B14F-4D97-AF65-F5344CB8AC3E}">
        <p14:creationId xmlns:p14="http://schemas.microsoft.com/office/powerpoint/2010/main" val="31304536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in Title 06">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70B9634-9E10-4402-8936-822203667E2D}"/>
              </a:ext>
            </a:extLst>
          </p:cNvPr>
          <p:cNvSpPr>
            <a:spLocks noGrp="1"/>
          </p:cNvSpPr>
          <p:nvPr>
            <p:ph type="ctrTitle"/>
          </p:nvPr>
        </p:nvSpPr>
        <p:spPr>
          <a:xfrm>
            <a:off x="266700" y="4277359"/>
            <a:ext cx="11658600" cy="1149033"/>
          </a:xfrm>
        </p:spPr>
        <p:txBody>
          <a:bodyPr anchor="ctr">
            <a:normAutofit/>
          </a:bodyPr>
          <a:lstStyle>
            <a:lvl1pPr algn="l">
              <a:defRPr sz="2800" b="1">
                <a:solidFill>
                  <a:schemeClr val="bg1"/>
                </a:solidFill>
              </a:defRPr>
            </a:lvl1pPr>
          </a:lstStyle>
          <a:p>
            <a:r>
              <a:rPr lang="en-US" dirty="0"/>
              <a:t>Click to edit Master title style</a:t>
            </a:r>
          </a:p>
        </p:txBody>
      </p:sp>
      <p:sp>
        <p:nvSpPr>
          <p:cNvPr id="9" name="Subtitle 2">
            <a:extLst>
              <a:ext uri="{FF2B5EF4-FFF2-40B4-BE49-F238E27FC236}">
                <a16:creationId xmlns:a16="http://schemas.microsoft.com/office/drawing/2014/main" id="{9CF6C0E8-E4C0-4F38-965A-326D92D3AFED}"/>
              </a:ext>
            </a:extLst>
          </p:cNvPr>
          <p:cNvSpPr>
            <a:spLocks noGrp="1"/>
          </p:cNvSpPr>
          <p:nvPr>
            <p:ph type="subTitle" idx="1"/>
          </p:nvPr>
        </p:nvSpPr>
        <p:spPr>
          <a:xfrm>
            <a:off x="266700" y="5548948"/>
            <a:ext cx="11658600" cy="1042352"/>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Rectangle 1">
            <a:extLst>
              <a:ext uri="{FF2B5EF4-FFF2-40B4-BE49-F238E27FC236}">
                <a16:creationId xmlns:a16="http://schemas.microsoft.com/office/drawing/2014/main" id="{FC20E7E5-A7BC-3364-20F7-D11C40139548}"/>
              </a:ext>
            </a:extLst>
          </p:cNvPr>
          <p:cNvSpPr/>
          <p:nvPr userDrawn="1"/>
        </p:nvSpPr>
        <p:spPr>
          <a:xfrm>
            <a:off x="0" y="0"/>
            <a:ext cx="12212505"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3" name="Picture 2">
            <a:extLst>
              <a:ext uri="{FF2B5EF4-FFF2-40B4-BE49-F238E27FC236}">
                <a16:creationId xmlns:a16="http://schemas.microsoft.com/office/drawing/2014/main" id="{6849EDC3-DEF6-3538-B043-29EC79ECDAA6}"/>
              </a:ext>
            </a:extLst>
          </p:cNvPr>
          <p:cNvPicPr>
            <a:picLocks noChangeAspect="1"/>
          </p:cNvPicPr>
          <p:nvPr userDrawn="1"/>
        </p:nvPicPr>
        <p:blipFill>
          <a:blip r:embed="rId2">
            <a:duotone>
              <a:prstClr val="black"/>
              <a:schemeClr val="bg2">
                <a:tint val="45000"/>
                <a:satMod val="400000"/>
              </a:schemeClr>
            </a:duotone>
          </a:blip>
          <a:stretch>
            <a:fillRect/>
          </a:stretch>
        </p:blipFill>
        <p:spPr>
          <a:xfrm>
            <a:off x="10871200" y="1"/>
            <a:ext cx="1320800" cy="747818"/>
          </a:xfrm>
          <a:prstGeom prst="rect">
            <a:avLst/>
          </a:prstGeom>
        </p:spPr>
      </p:pic>
    </p:spTree>
    <p:extLst>
      <p:ext uri="{BB962C8B-B14F-4D97-AF65-F5344CB8AC3E}">
        <p14:creationId xmlns:p14="http://schemas.microsoft.com/office/powerpoint/2010/main" val="40839049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C560A716-2BA4-46D2-B9CD-54F71440840A}"/>
              </a:ext>
            </a:extLst>
          </p:cNvPr>
          <p:cNvSpPr>
            <a:spLocks noGrp="1"/>
          </p:cNvSpPr>
          <p:nvPr>
            <p:ph type="pic" sz="quarter" idx="15"/>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562100 h 6858000"/>
              <a:gd name="connsiteX3" fmla="*/ 6791325 w 12192000"/>
              <a:gd name="connsiteY3" fmla="*/ 1562100 h 6858000"/>
              <a:gd name="connsiteX4" fmla="*/ 6791325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562100"/>
                </a:lnTo>
                <a:lnTo>
                  <a:pt x="6791325" y="1562100"/>
                </a:lnTo>
                <a:lnTo>
                  <a:pt x="6791325" y="6858000"/>
                </a:lnTo>
                <a:lnTo>
                  <a:pt x="0" y="6858000"/>
                </a:lnTo>
                <a:close/>
              </a:path>
            </a:pathLst>
          </a:custGeom>
        </p:spPr>
        <p:txBody>
          <a:bodyPr wrap="square">
            <a:noAutofit/>
          </a:bodyPr>
          <a:lstStyle>
            <a:lvl1pPr>
              <a:defRPr sz="1800"/>
            </a:lvl1pPr>
          </a:lstStyle>
          <a:p>
            <a:endParaRPr lang="en-US" dirty="0"/>
          </a:p>
        </p:txBody>
      </p:sp>
      <p:pic>
        <p:nvPicPr>
          <p:cNvPr id="68" name="Graphic 67">
            <a:extLst>
              <a:ext uri="{FF2B5EF4-FFF2-40B4-BE49-F238E27FC236}">
                <a16:creationId xmlns:a16="http://schemas.microsoft.com/office/drawing/2014/main" id="{FA41E3B1-6684-4540-9333-C7D95CB04D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67" name="Title 1">
            <a:extLst>
              <a:ext uri="{FF2B5EF4-FFF2-40B4-BE49-F238E27FC236}">
                <a16:creationId xmlns:a16="http://schemas.microsoft.com/office/drawing/2014/main" id="{CC847017-2132-4B81-97D6-8201F147D92E}"/>
              </a:ext>
            </a:extLst>
          </p:cNvPr>
          <p:cNvSpPr>
            <a:spLocks noGrp="1"/>
          </p:cNvSpPr>
          <p:nvPr>
            <p:ph type="title" hasCustomPrompt="1"/>
          </p:nvPr>
        </p:nvSpPr>
        <p:spPr>
          <a:xfrm>
            <a:off x="6835139" y="435247"/>
            <a:ext cx="4516239" cy="571500"/>
          </a:xfrm>
        </p:spPr>
        <p:txBody>
          <a:bodyPr anchor="t">
            <a:normAutofit/>
          </a:bodyPr>
          <a:lstStyle>
            <a:lvl1pPr>
              <a:defRPr sz="2800">
                <a:solidFill>
                  <a:schemeClr val="tx1"/>
                </a:solidFill>
                <a:latin typeface="Arial" panose="020B0604020202020204" pitchFamily="34" charset="0"/>
              </a:defRPr>
            </a:lvl1pPr>
          </a:lstStyle>
          <a:p>
            <a:r>
              <a:rPr lang="en-US" dirty="0"/>
              <a:t>TABLE OF CONTENT</a:t>
            </a:r>
          </a:p>
        </p:txBody>
      </p:sp>
      <p:pic>
        <p:nvPicPr>
          <p:cNvPr id="4" name="Picture 3">
            <a:extLst>
              <a:ext uri="{FF2B5EF4-FFF2-40B4-BE49-F238E27FC236}">
                <a16:creationId xmlns:a16="http://schemas.microsoft.com/office/drawing/2014/main" id="{FB78D3DA-D2AB-27E9-5B7A-562A04D909E6}"/>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83726" y="-25051"/>
            <a:ext cx="1320800" cy="747818"/>
          </a:xfrm>
          <a:prstGeom prst="rect">
            <a:avLst/>
          </a:prstGeom>
        </p:spPr>
      </p:pic>
    </p:spTree>
    <p:extLst>
      <p:ext uri="{BB962C8B-B14F-4D97-AF65-F5344CB8AC3E}">
        <p14:creationId xmlns:p14="http://schemas.microsoft.com/office/powerpoint/2010/main" val="660223273"/>
      </p:ext>
    </p:extLst>
  </p:cSld>
  <p:clrMapOvr>
    <a:masterClrMapping/>
  </p:clrMapOvr>
  <p:extLst>
    <p:ext uri="{DCECCB84-F9BA-43D5-87BE-67443E8EF086}">
      <p15:sldGuideLst xmlns:p15="http://schemas.microsoft.com/office/powerpoint/2012/main">
        <p15:guide id="1" orient="horz" pos="93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ark_main image and text">
    <p:spTree>
      <p:nvGrpSpPr>
        <p:cNvPr id="1" name=""/>
        <p:cNvGrpSpPr/>
        <p:nvPr/>
      </p:nvGrpSpPr>
      <p:grpSpPr>
        <a:xfrm>
          <a:off x="0" y="0"/>
          <a:ext cx="0" cy="0"/>
          <a:chOff x="0" y="0"/>
          <a:chExt cx="0" cy="0"/>
        </a:xfrm>
      </p:grpSpPr>
      <p:sp>
        <p:nvSpPr>
          <p:cNvPr id="16" name="Graphic 3">
            <a:extLst>
              <a:ext uri="{FF2B5EF4-FFF2-40B4-BE49-F238E27FC236}">
                <a16:creationId xmlns:a16="http://schemas.microsoft.com/office/drawing/2014/main" id="{6DADB1F1-BA34-498F-96B1-C3FB64611A37}"/>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5" name="Picture Placeholder 4">
            <a:extLst>
              <a:ext uri="{FF2B5EF4-FFF2-40B4-BE49-F238E27FC236}">
                <a16:creationId xmlns:a16="http://schemas.microsoft.com/office/drawing/2014/main" id="{A15D53C6-B6DC-4248-A987-4CFDFA8BF6C2}"/>
              </a:ext>
            </a:extLst>
          </p:cNvPr>
          <p:cNvSpPr>
            <a:spLocks noGrp="1"/>
          </p:cNvSpPr>
          <p:nvPr>
            <p:ph type="pic" sz="quarter" idx="10"/>
          </p:nvPr>
        </p:nvSpPr>
        <p:spPr>
          <a:xfrm>
            <a:off x="5815442" y="-6350"/>
            <a:ext cx="5766958" cy="6314012"/>
          </a:xfrm>
          <a:custGeom>
            <a:avLst/>
            <a:gdLst>
              <a:gd name="connsiteX0" fmla="*/ 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0 w 5800725"/>
              <a:gd name="connsiteY4" fmla="*/ 0 h 6294438"/>
              <a:gd name="connsiteX0" fmla="*/ 3830320 w 5800725"/>
              <a:gd name="connsiteY0" fmla="*/ 0 h 6304598"/>
              <a:gd name="connsiteX1" fmla="*/ 5800725 w 5800725"/>
              <a:gd name="connsiteY1" fmla="*/ 10160 h 6304598"/>
              <a:gd name="connsiteX2" fmla="*/ 5800725 w 5800725"/>
              <a:gd name="connsiteY2" fmla="*/ 6304598 h 6304598"/>
              <a:gd name="connsiteX3" fmla="*/ 0 w 5800725"/>
              <a:gd name="connsiteY3" fmla="*/ 6304598 h 6304598"/>
              <a:gd name="connsiteX4" fmla="*/ 3830320 w 5800725"/>
              <a:gd name="connsiteY4" fmla="*/ 0 h 6304598"/>
              <a:gd name="connsiteX0" fmla="*/ 400304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4003040 w 5800725"/>
              <a:gd name="connsiteY4" fmla="*/ 0 h 6294438"/>
              <a:gd name="connsiteX0" fmla="*/ 3964940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64940 w 5762625"/>
              <a:gd name="connsiteY4" fmla="*/ 0 h 6309678"/>
              <a:gd name="connsiteX0" fmla="*/ 3950818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50818 w 5762625"/>
              <a:gd name="connsiteY4" fmla="*/ 0 h 6309678"/>
              <a:gd name="connsiteX0" fmla="*/ 3955151 w 5766958"/>
              <a:gd name="connsiteY0" fmla="*/ 0 h 6314012"/>
              <a:gd name="connsiteX1" fmla="*/ 5766958 w 5766958"/>
              <a:gd name="connsiteY1" fmla="*/ 0 h 6314012"/>
              <a:gd name="connsiteX2" fmla="*/ 5766958 w 5766958"/>
              <a:gd name="connsiteY2" fmla="*/ 6294438 h 6314012"/>
              <a:gd name="connsiteX3" fmla="*/ 0 w 5766958"/>
              <a:gd name="connsiteY3" fmla="*/ 6314012 h 6314012"/>
              <a:gd name="connsiteX4" fmla="*/ 3955151 w 5766958"/>
              <a:gd name="connsiteY4" fmla="*/ 0 h 631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6958" h="6314012">
                <a:moveTo>
                  <a:pt x="3955151" y="0"/>
                </a:moveTo>
                <a:lnTo>
                  <a:pt x="5766958" y="0"/>
                </a:lnTo>
                <a:lnTo>
                  <a:pt x="5766958" y="6294438"/>
                </a:lnTo>
                <a:lnTo>
                  <a:pt x="0" y="6314012"/>
                </a:lnTo>
                <a:lnTo>
                  <a:pt x="3955151" y="0"/>
                </a:lnTo>
                <a:close/>
              </a:path>
            </a:pathLst>
          </a:custGeom>
          <a:ln>
            <a:noFill/>
          </a:ln>
        </p:spPr>
        <p:txBody>
          <a:bodyPr/>
          <a:lstStyle>
            <a:lvl1pPr>
              <a:defRPr sz="1800"/>
            </a:lvl1pPr>
          </a:lstStyle>
          <a:p>
            <a:endParaRPr lang="en-US" dirty="0"/>
          </a:p>
        </p:txBody>
      </p:sp>
      <p:sp>
        <p:nvSpPr>
          <p:cNvPr id="22" name="Title 1">
            <a:extLst>
              <a:ext uri="{FF2B5EF4-FFF2-40B4-BE49-F238E27FC236}">
                <a16:creationId xmlns:a16="http://schemas.microsoft.com/office/drawing/2014/main" id="{60EBE673-96FD-4396-9AFD-C29813776851}"/>
              </a:ext>
            </a:extLst>
          </p:cNvPr>
          <p:cNvSpPr>
            <a:spLocks noGrp="1"/>
          </p:cNvSpPr>
          <p:nvPr>
            <p:ph type="title" hasCustomPrompt="1"/>
          </p:nvPr>
        </p:nvSpPr>
        <p:spPr>
          <a:xfrm>
            <a:off x="269525" y="233362"/>
            <a:ext cx="7793819"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290CF5DB-562F-4BFC-881F-0FF5AEB0EA1E}"/>
              </a:ext>
            </a:extLst>
          </p:cNvPr>
          <p:cNvSpPr>
            <a:spLocks noGrp="1"/>
          </p:cNvSpPr>
          <p:nvPr>
            <p:ph type="body" sz="quarter" idx="14"/>
          </p:nvPr>
        </p:nvSpPr>
        <p:spPr>
          <a:xfrm>
            <a:off x="269525" y="837645"/>
            <a:ext cx="7793819"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
        <p:nvSpPr>
          <p:cNvPr id="24" name="Content Placeholder 3">
            <a:extLst>
              <a:ext uri="{FF2B5EF4-FFF2-40B4-BE49-F238E27FC236}">
                <a16:creationId xmlns:a16="http://schemas.microsoft.com/office/drawing/2014/main" id="{A072D278-3325-4CB4-A26E-5143FBB3B6E7}"/>
              </a:ext>
            </a:extLst>
          </p:cNvPr>
          <p:cNvSpPr>
            <a:spLocks noGrp="1"/>
          </p:cNvSpPr>
          <p:nvPr>
            <p:ph sz="half" idx="2"/>
          </p:nvPr>
        </p:nvSpPr>
        <p:spPr>
          <a:xfrm>
            <a:off x="266700" y="1562100"/>
            <a:ext cx="5159410" cy="5029200"/>
          </a:xfrm>
        </p:spPr>
        <p:txBody>
          <a:bodyPr>
            <a:normAutofit/>
          </a:bodyPr>
          <a:lstStyle>
            <a:lvl1pPr>
              <a:defRPr sz="120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pic>
        <p:nvPicPr>
          <p:cNvPr id="27" name="Graphic 26">
            <a:extLst>
              <a:ext uri="{FF2B5EF4-FFF2-40B4-BE49-F238E27FC236}">
                <a16:creationId xmlns:a16="http://schemas.microsoft.com/office/drawing/2014/main" id="{5F2952C2-B33C-47F9-A628-02394560BDC9}"/>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28" name="Straight Connector 27">
            <a:extLst>
              <a:ext uri="{FF2B5EF4-FFF2-40B4-BE49-F238E27FC236}">
                <a16:creationId xmlns:a16="http://schemas.microsoft.com/office/drawing/2014/main" id="{0E6BB827-44D0-4A54-AC02-3443D2EA8B32}"/>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9" name="Slide Number Placeholder 3">
            <a:extLst>
              <a:ext uri="{FF2B5EF4-FFF2-40B4-BE49-F238E27FC236}">
                <a16:creationId xmlns:a16="http://schemas.microsoft.com/office/drawing/2014/main" id="{E92B1CC3-9610-42DA-BB4F-F07E17597B98}"/>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5B246E13-3DE0-3DB5-F3A2-5AE32E291A27}"/>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96252" y="-25051"/>
            <a:ext cx="1320800" cy="747818"/>
          </a:xfrm>
          <a:prstGeom prst="rect">
            <a:avLst/>
          </a:prstGeom>
        </p:spPr>
      </p:pic>
    </p:spTree>
    <p:extLst>
      <p:ext uri="{BB962C8B-B14F-4D97-AF65-F5344CB8AC3E}">
        <p14:creationId xmlns:p14="http://schemas.microsoft.com/office/powerpoint/2010/main" val="17309224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ght_main image and text">
    <p:spTree>
      <p:nvGrpSpPr>
        <p:cNvPr id="1" name=""/>
        <p:cNvGrpSpPr/>
        <p:nvPr/>
      </p:nvGrpSpPr>
      <p:grpSpPr>
        <a:xfrm>
          <a:off x="0" y="0"/>
          <a:ext cx="0" cy="0"/>
          <a:chOff x="0" y="0"/>
          <a:chExt cx="0" cy="0"/>
        </a:xfrm>
      </p:grpSpPr>
      <p:sp>
        <p:nvSpPr>
          <p:cNvPr id="12" name="Graphic 3">
            <a:extLst>
              <a:ext uri="{FF2B5EF4-FFF2-40B4-BE49-F238E27FC236}">
                <a16:creationId xmlns:a16="http://schemas.microsoft.com/office/drawing/2014/main" id="{6E493093-7E5B-404E-8CAB-748A7633826C}"/>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chemeClr val="bg1"/>
          </a:solidFill>
          <a:ln w="9525" cap="flat">
            <a:noFill/>
            <a:prstDash val="solid"/>
            <a:miter/>
          </a:ln>
        </p:spPr>
        <p:txBody>
          <a:bodyPr rtlCol="0" anchor="ctr"/>
          <a:lstStyle/>
          <a:p>
            <a:endParaRPr lang="en-US" sz="1600" dirty="0">
              <a:latin typeface="Arial" panose="020B0604020202020204" pitchFamily="34" charset="0"/>
            </a:endParaRPr>
          </a:p>
        </p:txBody>
      </p:sp>
      <p:sp>
        <p:nvSpPr>
          <p:cNvPr id="22" name="Title 1">
            <a:extLst>
              <a:ext uri="{FF2B5EF4-FFF2-40B4-BE49-F238E27FC236}">
                <a16:creationId xmlns:a16="http://schemas.microsoft.com/office/drawing/2014/main" id="{60EBE673-96FD-4396-9AFD-C29813776851}"/>
              </a:ext>
            </a:extLst>
          </p:cNvPr>
          <p:cNvSpPr>
            <a:spLocks noGrp="1"/>
          </p:cNvSpPr>
          <p:nvPr>
            <p:ph type="title" hasCustomPrompt="1"/>
          </p:nvPr>
        </p:nvSpPr>
        <p:spPr>
          <a:xfrm>
            <a:off x="269525" y="233362"/>
            <a:ext cx="5156585" cy="571500"/>
          </a:xfrm>
        </p:spPr>
        <p:txBody>
          <a:bodyPr>
            <a:normAutofit/>
          </a:bodyPr>
          <a:lstStyle>
            <a:lvl1pPr>
              <a:defRPr sz="2800" b="1">
                <a:solidFill>
                  <a:srgbClr val="11112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290CF5DB-562F-4BFC-881F-0FF5AEB0EA1E}"/>
              </a:ext>
            </a:extLst>
          </p:cNvPr>
          <p:cNvSpPr>
            <a:spLocks noGrp="1"/>
          </p:cNvSpPr>
          <p:nvPr>
            <p:ph type="body" sz="quarter" idx="14"/>
          </p:nvPr>
        </p:nvSpPr>
        <p:spPr>
          <a:xfrm>
            <a:off x="269525" y="837645"/>
            <a:ext cx="5156585"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
        <p:nvSpPr>
          <p:cNvPr id="24" name="Content Placeholder 3">
            <a:extLst>
              <a:ext uri="{FF2B5EF4-FFF2-40B4-BE49-F238E27FC236}">
                <a16:creationId xmlns:a16="http://schemas.microsoft.com/office/drawing/2014/main" id="{A072D278-3325-4CB4-A26E-5143FBB3B6E7}"/>
              </a:ext>
            </a:extLst>
          </p:cNvPr>
          <p:cNvSpPr>
            <a:spLocks noGrp="1"/>
          </p:cNvSpPr>
          <p:nvPr>
            <p:ph sz="half" idx="2"/>
          </p:nvPr>
        </p:nvSpPr>
        <p:spPr>
          <a:xfrm>
            <a:off x="266700" y="1562100"/>
            <a:ext cx="5159410" cy="5029200"/>
          </a:xfrm>
        </p:spPr>
        <p:txBody>
          <a:bodyPr>
            <a:normAutofit/>
          </a:bodyPr>
          <a:lstStyle>
            <a:lvl1pPr>
              <a:defRPr sz="12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pic>
        <p:nvPicPr>
          <p:cNvPr id="11" name="Graphic 10">
            <a:extLst>
              <a:ext uri="{FF2B5EF4-FFF2-40B4-BE49-F238E27FC236}">
                <a16:creationId xmlns:a16="http://schemas.microsoft.com/office/drawing/2014/main" id="{FBBC5A76-E97F-445B-ABA4-31C84786320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EAE3413F-C2E1-469E-8AA4-1638B5CDC101}"/>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D271893B-E50E-41FB-9AC8-FC7FFB777811}"/>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
        <p:nvSpPr>
          <p:cNvPr id="13" name="Picture Placeholder 4">
            <a:extLst>
              <a:ext uri="{FF2B5EF4-FFF2-40B4-BE49-F238E27FC236}">
                <a16:creationId xmlns:a16="http://schemas.microsoft.com/office/drawing/2014/main" id="{9BD6BBCC-EC90-4641-B3A2-A339C0F7B919}"/>
              </a:ext>
            </a:extLst>
          </p:cNvPr>
          <p:cNvSpPr>
            <a:spLocks noGrp="1"/>
          </p:cNvSpPr>
          <p:nvPr>
            <p:ph type="pic" sz="quarter" idx="10"/>
          </p:nvPr>
        </p:nvSpPr>
        <p:spPr>
          <a:xfrm>
            <a:off x="5815442" y="-6350"/>
            <a:ext cx="5766958" cy="6314012"/>
          </a:xfrm>
          <a:custGeom>
            <a:avLst/>
            <a:gdLst>
              <a:gd name="connsiteX0" fmla="*/ 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0 w 5800725"/>
              <a:gd name="connsiteY4" fmla="*/ 0 h 6294438"/>
              <a:gd name="connsiteX0" fmla="*/ 3830320 w 5800725"/>
              <a:gd name="connsiteY0" fmla="*/ 0 h 6304598"/>
              <a:gd name="connsiteX1" fmla="*/ 5800725 w 5800725"/>
              <a:gd name="connsiteY1" fmla="*/ 10160 h 6304598"/>
              <a:gd name="connsiteX2" fmla="*/ 5800725 w 5800725"/>
              <a:gd name="connsiteY2" fmla="*/ 6304598 h 6304598"/>
              <a:gd name="connsiteX3" fmla="*/ 0 w 5800725"/>
              <a:gd name="connsiteY3" fmla="*/ 6304598 h 6304598"/>
              <a:gd name="connsiteX4" fmla="*/ 3830320 w 5800725"/>
              <a:gd name="connsiteY4" fmla="*/ 0 h 6304598"/>
              <a:gd name="connsiteX0" fmla="*/ 4003040 w 5800725"/>
              <a:gd name="connsiteY0" fmla="*/ 0 h 6294438"/>
              <a:gd name="connsiteX1" fmla="*/ 5800725 w 5800725"/>
              <a:gd name="connsiteY1" fmla="*/ 0 h 6294438"/>
              <a:gd name="connsiteX2" fmla="*/ 5800725 w 5800725"/>
              <a:gd name="connsiteY2" fmla="*/ 6294438 h 6294438"/>
              <a:gd name="connsiteX3" fmla="*/ 0 w 5800725"/>
              <a:gd name="connsiteY3" fmla="*/ 6294438 h 6294438"/>
              <a:gd name="connsiteX4" fmla="*/ 4003040 w 5800725"/>
              <a:gd name="connsiteY4" fmla="*/ 0 h 6294438"/>
              <a:gd name="connsiteX0" fmla="*/ 3964940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64940 w 5762625"/>
              <a:gd name="connsiteY4" fmla="*/ 0 h 6309678"/>
              <a:gd name="connsiteX0" fmla="*/ 3950818 w 5762625"/>
              <a:gd name="connsiteY0" fmla="*/ 0 h 6309678"/>
              <a:gd name="connsiteX1" fmla="*/ 5762625 w 5762625"/>
              <a:gd name="connsiteY1" fmla="*/ 0 h 6309678"/>
              <a:gd name="connsiteX2" fmla="*/ 5762625 w 5762625"/>
              <a:gd name="connsiteY2" fmla="*/ 6294438 h 6309678"/>
              <a:gd name="connsiteX3" fmla="*/ 0 w 5762625"/>
              <a:gd name="connsiteY3" fmla="*/ 6309678 h 6309678"/>
              <a:gd name="connsiteX4" fmla="*/ 3950818 w 5762625"/>
              <a:gd name="connsiteY4" fmla="*/ 0 h 6309678"/>
              <a:gd name="connsiteX0" fmla="*/ 3955151 w 5766958"/>
              <a:gd name="connsiteY0" fmla="*/ 0 h 6314012"/>
              <a:gd name="connsiteX1" fmla="*/ 5766958 w 5766958"/>
              <a:gd name="connsiteY1" fmla="*/ 0 h 6314012"/>
              <a:gd name="connsiteX2" fmla="*/ 5766958 w 5766958"/>
              <a:gd name="connsiteY2" fmla="*/ 6294438 h 6314012"/>
              <a:gd name="connsiteX3" fmla="*/ 0 w 5766958"/>
              <a:gd name="connsiteY3" fmla="*/ 6314012 h 6314012"/>
              <a:gd name="connsiteX4" fmla="*/ 3955151 w 5766958"/>
              <a:gd name="connsiteY4" fmla="*/ 0 h 631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6958" h="6314012">
                <a:moveTo>
                  <a:pt x="3955151" y="0"/>
                </a:moveTo>
                <a:lnTo>
                  <a:pt x="5766958" y="0"/>
                </a:lnTo>
                <a:lnTo>
                  <a:pt x="5766958" y="6294438"/>
                </a:lnTo>
                <a:lnTo>
                  <a:pt x="0" y="6314012"/>
                </a:lnTo>
                <a:lnTo>
                  <a:pt x="3955151" y="0"/>
                </a:lnTo>
                <a:close/>
              </a:path>
            </a:pathLst>
          </a:custGeom>
          <a:ln>
            <a:noFill/>
          </a:ln>
        </p:spPr>
        <p:txBody>
          <a:bodyPr>
            <a:normAutofit/>
          </a:bodyPr>
          <a:lstStyle>
            <a:lvl1pPr>
              <a:defRPr sz="1800"/>
            </a:lvl1pPr>
          </a:lstStyle>
          <a:p>
            <a:endParaRPr lang="en-US" dirty="0"/>
          </a:p>
        </p:txBody>
      </p:sp>
    </p:spTree>
    <p:extLst>
      <p:ext uri="{BB962C8B-B14F-4D97-AF65-F5344CB8AC3E}">
        <p14:creationId xmlns:p14="http://schemas.microsoft.com/office/powerpoint/2010/main" val="3493674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 whit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cxnSp>
        <p:nvCxnSpPr>
          <p:cNvPr id="68" name="Straight Connector 67">
            <a:extLst>
              <a:ext uri="{FF2B5EF4-FFF2-40B4-BE49-F238E27FC236}">
                <a16:creationId xmlns:a16="http://schemas.microsoft.com/office/drawing/2014/main" id="{211F9D7B-C7B6-41D7-BDBB-B997FD20CD06}"/>
              </a:ext>
            </a:extLst>
          </p:cNvPr>
          <p:cNvCxnSpPr>
            <a:cxnSpLocks/>
          </p:cNvCxnSpPr>
          <p:nvPr userDrawn="1"/>
        </p:nvCxnSpPr>
        <p:spPr>
          <a:xfrm>
            <a:off x="784503" y="2351168"/>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75650E1-87FD-4E9F-A99B-13C30E365426}"/>
              </a:ext>
            </a:extLst>
          </p:cNvPr>
          <p:cNvCxnSpPr>
            <a:cxnSpLocks/>
          </p:cNvCxnSpPr>
          <p:nvPr userDrawn="1"/>
        </p:nvCxnSpPr>
        <p:spPr>
          <a:xfrm>
            <a:off x="784503" y="3139227"/>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9276BDC-8B77-4EAE-8A18-C92C2593CFAC}"/>
              </a:ext>
            </a:extLst>
          </p:cNvPr>
          <p:cNvCxnSpPr>
            <a:cxnSpLocks/>
          </p:cNvCxnSpPr>
          <p:nvPr userDrawn="1"/>
        </p:nvCxnSpPr>
        <p:spPr>
          <a:xfrm>
            <a:off x="784503" y="3927286"/>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5BC0C91-633C-4358-B6F4-9AD1D80197E8}"/>
              </a:ext>
            </a:extLst>
          </p:cNvPr>
          <p:cNvCxnSpPr>
            <a:cxnSpLocks/>
          </p:cNvCxnSpPr>
          <p:nvPr userDrawn="1"/>
        </p:nvCxnSpPr>
        <p:spPr>
          <a:xfrm>
            <a:off x="784503" y="4715345"/>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6F1CC58-85F9-4614-84F4-C8619B19EF51}"/>
              </a:ext>
            </a:extLst>
          </p:cNvPr>
          <p:cNvCxnSpPr>
            <a:cxnSpLocks/>
          </p:cNvCxnSpPr>
          <p:nvPr userDrawn="1"/>
        </p:nvCxnSpPr>
        <p:spPr>
          <a:xfrm>
            <a:off x="784503" y="5503404"/>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sp>
        <p:nvSpPr>
          <p:cNvPr id="74" name="Content Placeholder 3">
            <a:extLst>
              <a:ext uri="{FF2B5EF4-FFF2-40B4-BE49-F238E27FC236}">
                <a16:creationId xmlns:a16="http://schemas.microsoft.com/office/drawing/2014/main" id="{56E97AA3-46AB-45B9-9529-1356943EF6E1}"/>
              </a:ext>
            </a:extLst>
          </p:cNvPr>
          <p:cNvSpPr>
            <a:spLocks noGrp="1"/>
          </p:cNvSpPr>
          <p:nvPr>
            <p:ph sz="half" idx="2" hasCustomPrompt="1"/>
          </p:nvPr>
        </p:nvSpPr>
        <p:spPr>
          <a:xfrm>
            <a:off x="1605280" y="1737794"/>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5" name="Content Placeholder 3">
            <a:extLst>
              <a:ext uri="{FF2B5EF4-FFF2-40B4-BE49-F238E27FC236}">
                <a16:creationId xmlns:a16="http://schemas.microsoft.com/office/drawing/2014/main" id="{1FAFAE91-EB74-4EEE-80E6-2AB3EDBCA9C2}"/>
              </a:ext>
            </a:extLst>
          </p:cNvPr>
          <p:cNvSpPr>
            <a:spLocks noGrp="1"/>
          </p:cNvSpPr>
          <p:nvPr>
            <p:ph sz="half" idx="13" hasCustomPrompt="1"/>
          </p:nvPr>
        </p:nvSpPr>
        <p:spPr>
          <a:xfrm>
            <a:off x="1605280" y="2525853"/>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6" name="Content Placeholder 3">
            <a:extLst>
              <a:ext uri="{FF2B5EF4-FFF2-40B4-BE49-F238E27FC236}">
                <a16:creationId xmlns:a16="http://schemas.microsoft.com/office/drawing/2014/main" id="{2783EED2-11A2-4D28-966E-CCF598D89EAE}"/>
              </a:ext>
            </a:extLst>
          </p:cNvPr>
          <p:cNvSpPr>
            <a:spLocks noGrp="1"/>
          </p:cNvSpPr>
          <p:nvPr>
            <p:ph sz="half" idx="14" hasCustomPrompt="1"/>
          </p:nvPr>
        </p:nvSpPr>
        <p:spPr>
          <a:xfrm>
            <a:off x="1605280" y="3313912"/>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7" name="Content Placeholder 3">
            <a:extLst>
              <a:ext uri="{FF2B5EF4-FFF2-40B4-BE49-F238E27FC236}">
                <a16:creationId xmlns:a16="http://schemas.microsoft.com/office/drawing/2014/main" id="{1C56E160-B633-471C-95D7-DF9B5162035F}"/>
              </a:ext>
            </a:extLst>
          </p:cNvPr>
          <p:cNvSpPr>
            <a:spLocks noGrp="1"/>
          </p:cNvSpPr>
          <p:nvPr>
            <p:ph sz="half" idx="15" hasCustomPrompt="1"/>
          </p:nvPr>
        </p:nvSpPr>
        <p:spPr>
          <a:xfrm>
            <a:off x="1605280" y="4101971"/>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8" name="Content Placeholder 3">
            <a:extLst>
              <a:ext uri="{FF2B5EF4-FFF2-40B4-BE49-F238E27FC236}">
                <a16:creationId xmlns:a16="http://schemas.microsoft.com/office/drawing/2014/main" id="{265DB6AF-98F0-4669-B71A-E335F4FD8241}"/>
              </a:ext>
            </a:extLst>
          </p:cNvPr>
          <p:cNvSpPr>
            <a:spLocks noGrp="1"/>
          </p:cNvSpPr>
          <p:nvPr>
            <p:ph sz="half" idx="16" hasCustomPrompt="1"/>
          </p:nvPr>
        </p:nvSpPr>
        <p:spPr>
          <a:xfrm>
            <a:off x="1605280" y="4890030"/>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79" name="Content Placeholder 3">
            <a:extLst>
              <a:ext uri="{FF2B5EF4-FFF2-40B4-BE49-F238E27FC236}">
                <a16:creationId xmlns:a16="http://schemas.microsoft.com/office/drawing/2014/main" id="{C4469F01-91C4-424A-A2E3-BA523989E6A9}"/>
              </a:ext>
            </a:extLst>
          </p:cNvPr>
          <p:cNvSpPr>
            <a:spLocks noGrp="1"/>
          </p:cNvSpPr>
          <p:nvPr>
            <p:ph sz="half" idx="17" hasCustomPrompt="1"/>
          </p:nvPr>
        </p:nvSpPr>
        <p:spPr>
          <a:xfrm>
            <a:off x="1605280" y="5678089"/>
            <a:ext cx="4338818" cy="438689"/>
          </a:xfrm>
        </p:spPr>
        <p:txBody>
          <a:bodyPr tIns="118872" anchor="ctr">
            <a:normAutofit/>
          </a:bodyPr>
          <a:lstStyle>
            <a:lvl1pPr>
              <a:defRPr sz="1200"/>
            </a:lvl1pPr>
            <a:lvl2pPr>
              <a:defRPr sz="1600"/>
            </a:lvl2pPr>
            <a:lvl3pPr>
              <a:defRPr sz="1600"/>
            </a:lvl3pPr>
            <a:lvl4pPr>
              <a:defRPr sz="1600"/>
            </a:lvl4pPr>
            <a:lvl5pPr>
              <a:defRPr sz="1600"/>
            </a:lvl5pPr>
          </a:lstStyle>
          <a:p>
            <a:pPr lvl="0"/>
            <a:r>
              <a:rPr lang="en-US" dirty="0"/>
              <a:t>Click to add text</a:t>
            </a:r>
          </a:p>
        </p:txBody>
      </p:sp>
      <p:sp>
        <p:nvSpPr>
          <p:cNvPr id="80" name="Title 1">
            <a:extLst>
              <a:ext uri="{FF2B5EF4-FFF2-40B4-BE49-F238E27FC236}">
                <a16:creationId xmlns:a16="http://schemas.microsoft.com/office/drawing/2014/main" id="{C3F16C52-CA03-4A79-9CA9-682FD8EF9E7F}"/>
              </a:ext>
            </a:extLst>
          </p:cNvPr>
          <p:cNvSpPr>
            <a:spLocks noGrp="1"/>
          </p:cNvSpPr>
          <p:nvPr>
            <p:ph type="title" hasCustomPrompt="1"/>
          </p:nvPr>
        </p:nvSpPr>
        <p:spPr>
          <a:xfrm>
            <a:off x="266700" y="228600"/>
            <a:ext cx="7788946" cy="571500"/>
          </a:xfrm>
        </p:spPr>
        <p:txBody>
          <a:bodyPr>
            <a:normAutofit/>
          </a:bodyPr>
          <a:lstStyle>
            <a:lvl1pPr>
              <a:defRPr sz="2800" b="1">
                <a:solidFill>
                  <a:schemeClr val="accent1"/>
                </a:solidFill>
              </a:defRPr>
            </a:lvl1pPr>
          </a:lstStyle>
          <a:p>
            <a:r>
              <a:rPr lang="en-US" dirty="0"/>
              <a:t>CLICK TO EDIT MASTER TITLE STYLE</a:t>
            </a:r>
          </a:p>
        </p:txBody>
      </p:sp>
      <p:sp>
        <p:nvSpPr>
          <p:cNvPr id="81" name="Text Placeholder 2">
            <a:extLst>
              <a:ext uri="{FF2B5EF4-FFF2-40B4-BE49-F238E27FC236}">
                <a16:creationId xmlns:a16="http://schemas.microsoft.com/office/drawing/2014/main" id="{32C037C8-9B96-4296-9A9B-6ECCF6FBE763}"/>
              </a:ext>
            </a:extLst>
          </p:cNvPr>
          <p:cNvSpPr>
            <a:spLocks noGrp="1"/>
          </p:cNvSpPr>
          <p:nvPr>
            <p:ph type="body" idx="1"/>
          </p:nvPr>
        </p:nvSpPr>
        <p:spPr>
          <a:xfrm>
            <a:off x="266700" y="806388"/>
            <a:ext cx="7788946"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pic>
        <p:nvPicPr>
          <p:cNvPr id="3" name="Picture 2">
            <a:extLst>
              <a:ext uri="{FF2B5EF4-FFF2-40B4-BE49-F238E27FC236}">
                <a16:creationId xmlns:a16="http://schemas.microsoft.com/office/drawing/2014/main" id="{B7F310FB-4BA1-A160-880B-6E7A4A3941C9}"/>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497152316"/>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 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cxnSp>
        <p:nvCxnSpPr>
          <p:cNvPr id="68" name="Straight Connector 67">
            <a:extLst>
              <a:ext uri="{FF2B5EF4-FFF2-40B4-BE49-F238E27FC236}">
                <a16:creationId xmlns:a16="http://schemas.microsoft.com/office/drawing/2014/main" id="{211F9D7B-C7B6-41D7-BDBB-B997FD20CD06}"/>
              </a:ext>
            </a:extLst>
          </p:cNvPr>
          <p:cNvCxnSpPr>
            <a:cxnSpLocks/>
          </p:cNvCxnSpPr>
          <p:nvPr userDrawn="1"/>
        </p:nvCxnSpPr>
        <p:spPr>
          <a:xfrm>
            <a:off x="784503" y="2600540"/>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75650E1-87FD-4E9F-A99B-13C30E365426}"/>
              </a:ext>
            </a:extLst>
          </p:cNvPr>
          <p:cNvCxnSpPr>
            <a:cxnSpLocks/>
          </p:cNvCxnSpPr>
          <p:nvPr userDrawn="1"/>
        </p:nvCxnSpPr>
        <p:spPr>
          <a:xfrm>
            <a:off x="784503" y="3388599"/>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9276BDC-8B77-4EAE-8A18-C92C2593CFAC}"/>
              </a:ext>
            </a:extLst>
          </p:cNvPr>
          <p:cNvCxnSpPr>
            <a:cxnSpLocks/>
          </p:cNvCxnSpPr>
          <p:nvPr userDrawn="1"/>
        </p:nvCxnSpPr>
        <p:spPr>
          <a:xfrm>
            <a:off x="784503" y="4176658"/>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5BC0C91-633C-4358-B6F4-9AD1D80197E8}"/>
              </a:ext>
            </a:extLst>
          </p:cNvPr>
          <p:cNvCxnSpPr>
            <a:cxnSpLocks/>
          </p:cNvCxnSpPr>
          <p:nvPr userDrawn="1"/>
        </p:nvCxnSpPr>
        <p:spPr>
          <a:xfrm>
            <a:off x="784503" y="4964717"/>
            <a:ext cx="5159594" cy="0"/>
          </a:xfrm>
          <a:prstGeom prst="line">
            <a:avLst/>
          </a:prstGeom>
          <a:ln w="3175">
            <a:gradFill>
              <a:gsLst>
                <a:gs pos="0">
                  <a:srgbClr val="089ED1"/>
                </a:gs>
                <a:gs pos="100000">
                  <a:srgbClr val="6CCBDB"/>
                </a:gs>
              </a:gsLst>
              <a:lin ang="5400000" scaled="1"/>
            </a:gradFill>
          </a:ln>
        </p:spPr>
        <p:style>
          <a:lnRef idx="1">
            <a:schemeClr val="accent1"/>
          </a:lnRef>
          <a:fillRef idx="0">
            <a:schemeClr val="accent1"/>
          </a:fillRef>
          <a:effectRef idx="0">
            <a:schemeClr val="accent1"/>
          </a:effectRef>
          <a:fontRef idx="minor">
            <a:schemeClr val="tx1"/>
          </a:fontRef>
        </p:style>
      </p:cxnSp>
      <p:sp>
        <p:nvSpPr>
          <p:cNvPr id="74" name="Content Placeholder 3">
            <a:extLst>
              <a:ext uri="{FF2B5EF4-FFF2-40B4-BE49-F238E27FC236}">
                <a16:creationId xmlns:a16="http://schemas.microsoft.com/office/drawing/2014/main" id="{56E97AA3-46AB-45B9-9529-1356943EF6E1}"/>
              </a:ext>
            </a:extLst>
          </p:cNvPr>
          <p:cNvSpPr>
            <a:spLocks noGrp="1"/>
          </p:cNvSpPr>
          <p:nvPr>
            <p:ph sz="half" idx="2" hasCustomPrompt="1"/>
          </p:nvPr>
        </p:nvSpPr>
        <p:spPr>
          <a:xfrm>
            <a:off x="1605280" y="1987166"/>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5" name="Content Placeholder 3">
            <a:extLst>
              <a:ext uri="{FF2B5EF4-FFF2-40B4-BE49-F238E27FC236}">
                <a16:creationId xmlns:a16="http://schemas.microsoft.com/office/drawing/2014/main" id="{1FAFAE91-EB74-4EEE-80E6-2AB3EDBCA9C2}"/>
              </a:ext>
            </a:extLst>
          </p:cNvPr>
          <p:cNvSpPr>
            <a:spLocks noGrp="1"/>
          </p:cNvSpPr>
          <p:nvPr>
            <p:ph sz="half" idx="13" hasCustomPrompt="1"/>
          </p:nvPr>
        </p:nvSpPr>
        <p:spPr>
          <a:xfrm>
            <a:off x="1605280" y="2775225"/>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6" name="Content Placeholder 3">
            <a:extLst>
              <a:ext uri="{FF2B5EF4-FFF2-40B4-BE49-F238E27FC236}">
                <a16:creationId xmlns:a16="http://schemas.microsoft.com/office/drawing/2014/main" id="{2783EED2-11A2-4D28-966E-CCF598D89EAE}"/>
              </a:ext>
            </a:extLst>
          </p:cNvPr>
          <p:cNvSpPr>
            <a:spLocks noGrp="1"/>
          </p:cNvSpPr>
          <p:nvPr>
            <p:ph sz="half" idx="14" hasCustomPrompt="1"/>
          </p:nvPr>
        </p:nvSpPr>
        <p:spPr>
          <a:xfrm>
            <a:off x="1605280" y="3563284"/>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77" name="Content Placeholder 3">
            <a:extLst>
              <a:ext uri="{FF2B5EF4-FFF2-40B4-BE49-F238E27FC236}">
                <a16:creationId xmlns:a16="http://schemas.microsoft.com/office/drawing/2014/main" id="{1C56E160-B633-471C-95D7-DF9B5162035F}"/>
              </a:ext>
            </a:extLst>
          </p:cNvPr>
          <p:cNvSpPr>
            <a:spLocks noGrp="1"/>
          </p:cNvSpPr>
          <p:nvPr>
            <p:ph sz="half" idx="15" hasCustomPrompt="1"/>
          </p:nvPr>
        </p:nvSpPr>
        <p:spPr>
          <a:xfrm>
            <a:off x="1605280" y="4351343"/>
            <a:ext cx="4338818" cy="438689"/>
          </a:xfrm>
        </p:spPr>
        <p:txBody>
          <a:bodyPr tIns="118872">
            <a:normAutofit/>
          </a:bodyPr>
          <a:lstStyle>
            <a:lvl1pPr>
              <a:defRPr sz="1200">
                <a:solidFill>
                  <a:schemeClr val="tx1"/>
                </a:solidFill>
              </a:defRPr>
            </a:lvl1pPr>
            <a:lvl2pPr>
              <a:defRPr sz="1600"/>
            </a:lvl2pPr>
            <a:lvl3pPr>
              <a:defRPr sz="1600"/>
            </a:lvl3pPr>
            <a:lvl4pPr>
              <a:defRPr sz="1600"/>
            </a:lvl4pPr>
            <a:lvl5pPr>
              <a:defRPr sz="1600"/>
            </a:lvl5pPr>
          </a:lstStyle>
          <a:p>
            <a:pPr lvl="0"/>
            <a:r>
              <a:rPr lang="en-US" dirty="0"/>
              <a:t>Click to add text</a:t>
            </a:r>
          </a:p>
        </p:txBody>
      </p:sp>
      <p:sp>
        <p:nvSpPr>
          <p:cNvPr id="66" name="Title 1">
            <a:extLst>
              <a:ext uri="{FF2B5EF4-FFF2-40B4-BE49-F238E27FC236}">
                <a16:creationId xmlns:a16="http://schemas.microsoft.com/office/drawing/2014/main" id="{E5B019B7-4CE0-4DFA-B99B-8A4473FB16EF}"/>
              </a:ext>
            </a:extLst>
          </p:cNvPr>
          <p:cNvSpPr>
            <a:spLocks noGrp="1"/>
          </p:cNvSpPr>
          <p:nvPr>
            <p:ph type="title" hasCustomPrompt="1"/>
          </p:nvPr>
        </p:nvSpPr>
        <p:spPr>
          <a:xfrm>
            <a:off x="266700" y="228600"/>
            <a:ext cx="7856368"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67" name="Text Placeholder 2">
            <a:extLst>
              <a:ext uri="{FF2B5EF4-FFF2-40B4-BE49-F238E27FC236}">
                <a16:creationId xmlns:a16="http://schemas.microsoft.com/office/drawing/2014/main" id="{F17DA3B3-0490-4636-925F-0BE1CC15BA9B}"/>
              </a:ext>
            </a:extLst>
          </p:cNvPr>
          <p:cNvSpPr>
            <a:spLocks noGrp="1"/>
          </p:cNvSpPr>
          <p:nvPr>
            <p:ph type="body" idx="1" hasCustomPrompt="1"/>
          </p:nvPr>
        </p:nvSpPr>
        <p:spPr>
          <a:xfrm>
            <a:off x="266700" y="806388"/>
            <a:ext cx="7856368"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pic>
        <p:nvPicPr>
          <p:cNvPr id="4" name="Picture 3">
            <a:extLst>
              <a:ext uri="{FF2B5EF4-FFF2-40B4-BE49-F238E27FC236}">
                <a16:creationId xmlns:a16="http://schemas.microsoft.com/office/drawing/2014/main" id="{A7BCCFD0-B557-3070-CE06-73D0B1CDC452}"/>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2393039924"/>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0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6739A68-5B27-44E6-9CFA-8125400F3AF0}"/>
              </a:ext>
            </a:extLst>
          </p:cNvPr>
          <p:cNvSpPr>
            <a:spLocks noGrp="1"/>
          </p:cNvSpPr>
          <p:nvPr>
            <p:ph type="title" hasCustomPrompt="1"/>
          </p:nvPr>
        </p:nvSpPr>
        <p:spPr>
          <a:xfrm>
            <a:off x="266700" y="228600"/>
            <a:ext cx="7788946" cy="571500"/>
          </a:xfrm>
        </p:spPr>
        <p:txBody>
          <a:bodyPr>
            <a:normAutofit/>
          </a:bodyPr>
          <a:lstStyle>
            <a:lvl1pPr>
              <a:defRPr sz="2800" b="1">
                <a:solidFill>
                  <a:srgbClr val="089ED1"/>
                </a:solidFill>
              </a:defRPr>
            </a:lvl1pPr>
          </a:lstStyle>
          <a:p>
            <a:r>
              <a:rPr lang="en-US" dirty="0"/>
              <a:t>CLICK TO EDIT MASTER TITLE STYLE</a:t>
            </a:r>
          </a:p>
        </p:txBody>
      </p:sp>
      <p:sp>
        <p:nvSpPr>
          <p:cNvPr id="6" name="Text Placeholder 2">
            <a:extLst>
              <a:ext uri="{FF2B5EF4-FFF2-40B4-BE49-F238E27FC236}">
                <a16:creationId xmlns:a16="http://schemas.microsoft.com/office/drawing/2014/main" id="{D472FDD6-E900-4FFA-BCE6-656E4C9B4DA3}"/>
              </a:ext>
            </a:extLst>
          </p:cNvPr>
          <p:cNvSpPr>
            <a:spLocks noGrp="1"/>
          </p:cNvSpPr>
          <p:nvPr>
            <p:ph type="body" idx="1"/>
          </p:nvPr>
        </p:nvSpPr>
        <p:spPr>
          <a:xfrm>
            <a:off x="266700" y="806388"/>
            <a:ext cx="7788946" cy="571500"/>
          </a:xfrm>
        </p:spPr>
        <p:txBody>
          <a:bodyPr anchor="ctr">
            <a:normAutofit/>
          </a:bodyPr>
          <a:lstStyle>
            <a:lvl1pPr marL="0" indent="0">
              <a:buNone/>
              <a:defRPr sz="2000" b="0">
                <a:solidFill>
                  <a:srgbClr val="08C2C2"/>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Rectangle 8">
            <a:extLst>
              <a:ext uri="{FF2B5EF4-FFF2-40B4-BE49-F238E27FC236}">
                <a16:creationId xmlns:a16="http://schemas.microsoft.com/office/drawing/2014/main" id="{0B19DBBA-3A7A-47FA-8035-AD97693EC8AA}"/>
              </a:ext>
            </a:extLst>
          </p:cNvPr>
          <p:cNvSpPr/>
          <p:nvPr userDrawn="1"/>
        </p:nvSpPr>
        <p:spPr>
          <a:xfrm>
            <a:off x="9454851" y="0"/>
            <a:ext cx="2757654" cy="6853682"/>
          </a:xfrm>
          <a:prstGeom prst="rect">
            <a:avLst/>
          </a:prstGeom>
          <a:solidFill>
            <a:srgbClr val="0E1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grpSp>
        <p:nvGrpSpPr>
          <p:cNvPr id="12" name="Graphic 10">
            <a:extLst>
              <a:ext uri="{FF2B5EF4-FFF2-40B4-BE49-F238E27FC236}">
                <a16:creationId xmlns:a16="http://schemas.microsoft.com/office/drawing/2014/main" id="{4EF51AB5-B6EE-47A1-9BF5-E0B0AC4A0CDF}"/>
              </a:ext>
            </a:extLst>
          </p:cNvPr>
          <p:cNvGrpSpPr/>
          <p:nvPr/>
        </p:nvGrpSpPr>
        <p:grpSpPr>
          <a:xfrm>
            <a:off x="8262476" y="-2159"/>
            <a:ext cx="3929524" cy="6857419"/>
            <a:chOff x="4754931" y="968406"/>
            <a:chExt cx="2946082" cy="5141213"/>
          </a:xfrm>
          <a:noFill/>
        </p:grpSpPr>
        <p:sp>
          <p:nvSpPr>
            <p:cNvPr id="13" name="Freeform: Shape 12">
              <a:extLst>
                <a:ext uri="{FF2B5EF4-FFF2-40B4-BE49-F238E27FC236}">
                  <a16:creationId xmlns:a16="http://schemas.microsoft.com/office/drawing/2014/main" id="{55A408FD-ADD4-4B26-80B1-8A0340001494}"/>
                </a:ext>
              </a:extLst>
            </p:cNvPr>
            <p:cNvSpPr/>
            <p:nvPr/>
          </p:nvSpPr>
          <p:spPr>
            <a:xfrm>
              <a:off x="6905866" y="1702783"/>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6A0B3128-238A-42F0-99D8-F8FDEC89624E}"/>
                </a:ext>
              </a:extLst>
            </p:cNvPr>
            <p:cNvSpPr/>
            <p:nvPr/>
          </p:nvSpPr>
          <p:spPr>
            <a:xfrm>
              <a:off x="7448029" y="2108358"/>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5" name="Freeform: Shape 14">
              <a:extLst>
                <a:ext uri="{FF2B5EF4-FFF2-40B4-BE49-F238E27FC236}">
                  <a16:creationId xmlns:a16="http://schemas.microsoft.com/office/drawing/2014/main" id="{44B10053-AA0B-4532-B9D5-08EE979FEC22}"/>
                </a:ext>
              </a:extLst>
            </p:cNvPr>
            <p:cNvSpPr/>
            <p:nvPr/>
          </p:nvSpPr>
          <p:spPr>
            <a:xfrm>
              <a:off x="7448029" y="4311681"/>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6" name="Freeform: Shape 15">
              <a:extLst>
                <a:ext uri="{FF2B5EF4-FFF2-40B4-BE49-F238E27FC236}">
                  <a16:creationId xmlns:a16="http://schemas.microsoft.com/office/drawing/2014/main" id="{F81AD8F6-3191-41BF-880D-84163981021E}"/>
                </a:ext>
              </a:extLst>
            </p:cNvPr>
            <p:cNvSpPr/>
            <p:nvPr/>
          </p:nvSpPr>
          <p:spPr>
            <a:xfrm>
              <a:off x="6905866" y="3906202"/>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7" name="Freeform: Shape 16">
              <a:extLst>
                <a:ext uri="{FF2B5EF4-FFF2-40B4-BE49-F238E27FC236}">
                  <a16:creationId xmlns:a16="http://schemas.microsoft.com/office/drawing/2014/main" id="{5BA129F4-540E-4D33-900C-69260E1B53E7}"/>
                </a:ext>
              </a:extLst>
            </p:cNvPr>
            <p:cNvSpPr/>
            <p:nvPr/>
          </p:nvSpPr>
          <p:spPr>
            <a:xfrm>
              <a:off x="6008135" y="1702783"/>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8" name="Freeform: Shape 17">
              <a:extLst>
                <a:ext uri="{FF2B5EF4-FFF2-40B4-BE49-F238E27FC236}">
                  <a16:creationId xmlns:a16="http://schemas.microsoft.com/office/drawing/2014/main" id="{F433D583-F775-43D2-818F-5714EC9120F2}"/>
                </a:ext>
              </a:extLst>
            </p:cNvPr>
            <p:cNvSpPr/>
            <p:nvPr/>
          </p:nvSpPr>
          <p:spPr>
            <a:xfrm>
              <a:off x="5652662" y="2108358"/>
              <a:ext cx="387095" cy="328898"/>
            </a:xfrm>
            <a:custGeom>
              <a:avLst/>
              <a:gdLst>
                <a:gd name="connsiteX0" fmla="*/ 0 w 387095"/>
                <a:gd name="connsiteY0" fmla="*/ 328898 h 328898"/>
                <a:gd name="connsiteX1" fmla="*/ 261461 w 387095"/>
                <a:gd name="connsiteY1" fmla="*/ 328898 h 328898"/>
                <a:gd name="connsiteX2" fmla="*/ 387096 w 387095"/>
                <a:gd name="connsiteY2" fmla="*/ 0 h 328898"/>
                <a:gd name="connsiteX3" fmla="*/ 125730 w 387095"/>
                <a:gd name="connsiteY3" fmla="*/ 0 h 328898"/>
              </a:gdLst>
              <a:ahLst/>
              <a:cxnLst>
                <a:cxn ang="0">
                  <a:pos x="connsiteX0" y="connsiteY0"/>
                </a:cxn>
                <a:cxn ang="0">
                  <a:pos x="connsiteX1" y="connsiteY1"/>
                </a:cxn>
                <a:cxn ang="0">
                  <a:pos x="connsiteX2" y="connsiteY2"/>
                </a:cxn>
                <a:cxn ang="0">
                  <a:pos x="connsiteX3" y="connsiteY3"/>
                </a:cxn>
              </a:cxnLst>
              <a:rect l="l" t="t" r="r" b="b"/>
              <a:pathLst>
                <a:path w="387095" h="328898">
                  <a:moveTo>
                    <a:pt x="0" y="328898"/>
                  </a:moveTo>
                  <a:lnTo>
                    <a:pt x="261461" y="328898"/>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19" name="Freeform: Shape 18">
              <a:extLst>
                <a:ext uri="{FF2B5EF4-FFF2-40B4-BE49-F238E27FC236}">
                  <a16:creationId xmlns:a16="http://schemas.microsoft.com/office/drawing/2014/main" id="{FAE5BAAF-C225-473A-B59E-344D40321D8E}"/>
                </a:ext>
              </a:extLst>
            </p:cNvPr>
            <p:cNvSpPr/>
            <p:nvPr/>
          </p:nvSpPr>
          <p:spPr>
            <a:xfrm>
              <a:off x="5652662"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0" name="Freeform: Shape 19">
              <a:extLst>
                <a:ext uri="{FF2B5EF4-FFF2-40B4-BE49-F238E27FC236}">
                  <a16:creationId xmlns:a16="http://schemas.microsoft.com/office/drawing/2014/main" id="{F4DEC5E3-17E3-4FD9-AD56-17A3D8C21583}"/>
                </a:ext>
              </a:extLst>
            </p:cNvPr>
            <p:cNvSpPr/>
            <p:nvPr/>
          </p:nvSpPr>
          <p:spPr>
            <a:xfrm>
              <a:off x="5110499" y="3171729"/>
              <a:ext cx="542162" cy="734567"/>
            </a:xfrm>
            <a:custGeom>
              <a:avLst/>
              <a:gdLst>
                <a:gd name="connsiteX0" fmla="*/ 280702 w 542162"/>
                <a:gd name="connsiteY0" fmla="*/ 734568 h 734567"/>
                <a:gd name="connsiteX1" fmla="*/ 542163 w 542162"/>
                <a:gd name="connsiteY1" fmla="*/ 734568 h 734567"/>
                <a:gd name="connsiteX2" fmla="*/ 261366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1" name="Freeform: Shape 20">
              <a:extLst>
                <a:ext uri="{FF2B5EF4-FFF2-40B4-BE49-F238E27FC236}">
                  <a16:creationId xmlns:a16="http://schemas.microsoft.com/office/drawing/2014/main" id="{5B3EB498-A240-4E84-98EC-85D920660A04}"/>
                </a:ext>
              </a:extLst>
            </p:cNvPr>
            <p:cNvSpPr/>
            <p:nvPr/>
          </p:nvSpPr>
          <p:spPr>
            <a:xfrm>
              <a:off x="6008135" y="3906202"/>
              <a:ext cx="542162" cy="734472"/>
            </a:xfrm>
            <a:custGeom>
              <a:avLst/>
              <a:gdLst>
                <a:gd name="connsiteX0" fmla="*/ 280702 w 542162"/>
                <a:gd name="connsiteY0" fmla="*/ 734473 h 734472"/>
                <a:gd name="connsiteX1" fmla="*/ 542163 w 542162"/>
                <a:gd name="connsiteY1" fmla="*/ 734473 h 734472"/>
                <a:gd name="connsiteX2" fmla="*/ 261461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2" name="Freeform: Shape 21">
              <a:extLst>
                <a:ext uri="{FF2B5EF4-FFF2-40B4-BE49-F238E27FC236}">
                  <a16:creationId xmlns:a16="http://schemas.microsoft.com/office/drawing/2014/main" id="{0A288D43-2BD1-40F0-8AE7-DFAD407D96F9}"/>
                </a:ext>
              </a:extLst>
            </p:cNvPr>
            <p:cNvSpPr/>
            <p:nvPr/>
          </p:nvSpPr>
          <p:spPr>
            <a:xfrm>
              <a:off x="5110499" y="3906202"/>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3" name="Freeform: Shape 22">
              <a:extLst>
                <a:ext uri="{FF2B5EF4-FFF2-40B4-BE49-F238E27FC236}">
                  <a16:creationId xmlns:a16="http://schemas.microsoft.com/office/drawing/2014/main" id="{112F6FD9-2EE5-44EE-ADDB-6469199990A3}"/>
                </a:ext>
              </a:extLst>
            </p:cNvPr>
            <p:cNvSpPr/>
            <p:nvPr/>
          </p:nvSpPr>
          <p:spPr>
            <a:xfrm>
              <a:off x="5652662"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19E6EC73-FDB7-403F-8DEA-452B8C3080D6}"/>
                </a:ext>
              </a:extLst>
            </p:cNvPr>
            <p:cNvSpPr/>
            <p:nvPr/>
          </p:nvSpPr>
          <p:spPr>
            <a:xfrm>
              <a:off x="6550298" y="2108358"/>
              <a:ext cx="387191" cy="328898"/>
            </a:xfrm>
            <a:custGeom>
              <a:avLst/>
              <a:gdLst>
                <a:gd name="connsiteX0" fmla="*/ 0 w 387191"/>
                <a:gd name="connsiteY0" fmla="*/ 328898 h 328898"/>
                <a:gd name="connsiteX1" fmla="*/ 261461 w 387191"/>
                <a:gd name="connsiteY1" fmla="*/ 328898 h 328898"/>
                <a:gd name="connsiteX2" fmla="*/ 387191 w 387191"/>
                <a:gd name="connsiteY2" fmla="*/ 0 h 328898"/>
                <a:gd name="connsiteX3" fmla="*/ 125730 w 387191"/>
                <a:gd name="connsiteY3" fmla="*/ 0 h 328898"/>
              </a:gdLst>
              <a:ahLst/>
              <a:cxnLst>
                <a:cxn ang="0">
                  <a:pos x="connsiteX0" y="connsiteY0"/>
                </a:cxn>
                <a:cxn ang="0">
                  <a:pos x="connsiteX1" y="connsiteY1"/>
                </a:cxn>
                <a:cxn ang="0">
                  <a:pos x="connsiteX2" y="connsiteY2"/>
                </a:cxn>
                <a:cxn ang="0">
                  <a:pos x="connsiteX3" y="connsiteY3"/>
                </a:cxn>
              </a:cxnLst>
              <a:rect l="l" t="t" r="r" b="b"/>
              <a:pathLst>
                <a:path w="387191" h="328898">
                  <a:moveTo>
                    <a:pt x="0" y="328898"/>
                  </a:moveTo>
                  <a:lnTo>
                    <a:pt x="261461" y="328898"/>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5" name="Freeform: Shape 24">
              <a:extLst>
                <a:ext uri="{FF2B5EF4-FFF2-40B4-BE49-F238E27FC236}">
                  <a16:creationId xmlns:a16="http://schemas.microsoft.com/office/drawing/2014/main" id="{094B9E27-DA8D-4AEE-93B9-20F5DE1ABE37}"/>
                </a:ext>
              </a:extLst>
            </p:cNvPr>
            <p:cNvSpPr/>
            <p:nvPr/>
          </p:nvSpPr>
          <p:spPr>
            <a:xfrm>
              <a:off x="5110499" y="2437256"/>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6" name="Freeform: Shape 25">
              <a:extLst>
                <a:ext uri="{FF2B5EF4-FFF2-40B4-BE49-F238E27FC236}">
                  <a16:creationId xmlns:a16="http://schemas.microsoft.com/office/drawing/2014/main" id="{DEEF35CA-4BAA-4A67-B088-8E45728B2E09}"/>
                </a:ext>
              </a:extLst>
            </p:cNvPr>
            <p:cNvSpPr/>
            <p:nvPr/>
          </p:nvSpPr>
          <p:spPr>
            <a:xfrm>
              <a:off x="6905866" y="3171729"/>
              <a:ext cx="542162" cy="734567"/>
            </a:xfrm>
            <a:custGeom>
              <a:avLst/>
              <a:gdLst>
                <a:gd name="connsiteX0" fmla="*/ 0 w 542162"/>
                <a:gd name="connsiteY0" fmla="*/ 0 h 734567"/>
                <a:gd name="connsiteX1" fmla="*/ 280797 w 542162"/>
                <a:gd name="connsiteY1" fmla="*/ 734568 h 734567"/>
                <a:gd name="connsiteX2" fmla="*/ 542163 w 542162"/>
                <a:gd name="connsiteY2" fmla="*/ 734568 h 734567"/>
                <a:gd name="connsiteX3" fmla="*/ 261461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0" y="0"/>
                  </a:moveTo>
                  <a:lnTo>
                    <a:pt x="280797" y="734568"/>
                  </a:lnTo>
                  <a:lnTo>
                    <a:pt x="542163" y="734568"/>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7" name="Freeform: Shape 26">
              <a:extLst>
                <a:ext uri="{FF2B5EF4-FFF2-40B4-BE49-F238E27FC236}">
                  <a16:creationId xmlns:a16="http://schemas.microsoft.com/office/drawing/2014/main" id="{F440AA13-F740-43F2-A408-F84D9E38F121}"/>
                </a:ext>
              </a:extLst>
            </p:cNvPr>
            <p:cNvSpPr/>
            <p:nvPr/>
          </p:nvSpPr>
          <p:spPr>
            <a:xfrm>
              <a:off x="7448029" y="3577303"/>
              <a:ext cx="252983" cy="328993"/>
            </a:xfrm>
            <a:custGeom>
              <a:avLst/>
              <a:gdLst>
                <a:gd name="connsiteX0" fmla="*/ 0 w 252983"/>
                <a:gd name="connsiteY0" fmla="*/ 328993 h 328993"/>
                <a:gd name="connsiteX1" fmla="*/ 252984 w 252983"/>
                <a:gd name="connsiteY1" fmla="*/ 328993 h 328993"/>
                <a:gd name="connsiteX2" fmla="*/ 252984 w 252983"/>
                <a:gd name="connsiteY2" fmla="*/ 0 h 328993"/>
                <a:gd name="connsiteX3" fmla="*/ 125730 w 252983"/>
                <a:gd name="connsiteY3" fmla="*/ 0 h 328993"/>
              </a:gdLst>
              <a:ahLst/>
              <a:cxnLst>
                <a:cxn ang="0">
                  <a:pos x="connsiteX0" y="connsiteY0"/>
                </a:cxn>
                <a:cxn ang="0">
                  <a:pos x="connsiteX1" y="connsiteY1"/>
                </a:cxn>
                <a:cxn ang="0">
                  <a:pos x="connsiteX2" y="connsiteY2"/>
                </a:cxn>
                <a:cxn ang="0">
                  <a:pos x="connsiteX3" y="connsiteY3"/>
                </a:cxn>
              </a:cxnLst>
              <a:rect l="l" t="t" r="r" b="b"/>
              <a:pathLst>
                <a:path w="252983" h="328993">
                  <a:moveTo>
                    <a:pt x="0" y="328993"/>
                  </a:moveTo>
                  <a:lnTo>
                    <a:pt x="252984" y="328993"/>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8" name="Freeform: Shape 27">
              <a:extLst>
                <a:ext uri="{FF2B5EF4-FFF2-40B4-BE49-F238E27FC236}">
                  <a16:creationId xmlns:a16="http://schemas.microsoft.com/office/drawing/2014/main" id="{E235367E-11D6-410D-81EA-2F6EDEE96490}"/>
                </a:ext>
              </a:extLst>
            </p:cNvPr>
            <p:cNvSpPr/>
            <p:nvPr/>
          </p:nvSpPr>
          <p:spPr>
            <a:xfrm>
              <a:off x="6905866" y="2437256"/>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29" name="Freeform: Shape 28">
              <a:extLst>
                <a:ext uri="{FF2B5EF4-FFF2-40B4-BE49-F238E27FC236}">
                  <a16:creationId xmlns:a16="http://schemas.microsoft.com/office/drawing/2014/main" id="{1574E0BA-0342-4556-A9FC-0CCBD177D074}"/>
                </a:ext>
              </a:extLst>
            </p:cNvPr>
            <p:cNvSpPr/>
            <p:nvPr/>
          </p:nvSpPr>
          <p:spPr>
            <a:xfrm>
              <a:off x="5652662" y="2842831"/>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461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461"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0" name="Freeform: Shape 29">
              <a:extLst>
                <a:ext uri="{FF2B5EF4-FFF2-40B4-BE49-F238E27FC236}">
                  <a16:creationId xmlns:a16="http://schemas.microsoft.com/office/drawing/2014/main" id="{AB7267D7-CB2B-40EC-A7C5-383B75FD43B4}"/>
                </a:ext>
              </a:extLst>
            </p:cNvPr>
            <p:cNvSpPr/>
            <p:nvPr/>
          </p:nvSpPr>
          <p:spPr>
            <a:xfrm>
              <a:off x="6550298" y="4311681"/>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1" name="Freeform: Shape 30">
              <a:extLst>
                <a:ext uri="{FF2B5EF4-FFF2-40B4-BE49-F238E27FC236}">
                  <a16:creationId xmlns:a16="http://schemas.microsoft.com/office/drawing/2014/main" id="{B51B9459-1078-4714-95B4-2BEAC1D4351A}"/>
                </a:ext>
              </a:extLst>
            </p:cNvPr>
            <p:cNvSpPr/>
            <p:nvPr/>
          </p:nvSpPr>
          <p:spPr>
            <a:xfrm>
              <a:off x="5110499" y="1702878"/>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378 h 734472"/>
                <a:gd name="connsiteX4" fmla="*/ 280702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163" y="734473"/>
                  </a:moveTo>
                  <a:lnTo>
                    <a:pt x="261366" y="0"/>
                  </a:lnTo>
                  <a:lnTo>
                    <a:pt x="0" y="0"/>
                  </a:lnTo>
                  <a:lnTo>
                    <a:pt x="280702" y="734378"/>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2" name="Freeform: Shape 31">
              <a:extLst>
                <a:ext uri="{FF2B5EF4-FFF2-40B4-BE49-F238E27FC236}">
                  <a16:creationId xmlns:a16="http://schemas.microsoft.com/office/drawing/2014/main" id="{0ED68AE5-284F-4E21-A16C-06249AF99151}"/>
                </a:ext>
              </a:extLst>
            </p:cNvPr>
            <p:cNvSpPr/>
            <p:nvPr/>
          </p:nvSpPr>
          <p:spPr>
            <a:xfrm>
              <a:off x="6550298" y="3577303"/>
              <a:ext cx="387191" cy="328993"/>
            </a:xfrm>
            <a:custGeom>
              <a:avLst/>
              <a:gdLst>
                <a:gd name="connsiteX0" fmla="*/ 387191 w 387191"/>
                <a:gd name="connsiteY0" fmla="*/ 0 h 328993"/>
                <a:gd name="connsiteX1" fmla="*/ 125730 w 387191"/>
                <a:gd name="connsiteY1" fmla="*/ 0 h 328993"/>
                <a:gd name="connsiteX2" fmla="*/ 0 w 387191"/>
                <a:gd name="connsiteY2" fmla="*/ 328993 h 328993"/>
                <a:gd name="connsiteX3" fmla="*/ 261461 w 387191"/>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3" name="Freeform: Shape 32">
              <a:extLst>
                <a:ext uri="{FF2B5EF4-FFF2-40B4-BE49-F238E27FC236}">
                  <a16:creationId xmlns:a16="http://schemas.microsoft.com/office/drawing/2014/main" id="{7C4D32D7-FB1F-44A7-8E70-A8BB86F01E4A}"/>
                </a:ext>
              </a:extLst>
            </p:cNvPr>
            <p:cNvSpPr/>
            <p:nvPr/>
          </p:nvSpPr>
          <p:spPr>
            <a:xfrm>
              <a:off x="6008135" y="3171729"/>
              <a:ext cx="542162" cy="734567"/>
            </a:xfrm>
            <a:custGeom>
              <a:avLst/>
              <a:gdLst>
                <a:gd name="connsiteX0" fmla="*/ 280702 w 542162"/>
                <a:gd name="connsiteY0" fmla="*/ 734568 h 734567"/>
                <a:gd name="connsiteX1" fmla="*/ 542163 w 542162"/>
                <a:gd name="connsiteY1" fmla="*/ 734568 h 734567"/>
                <a:gd name="connsiteX2" fmla="*/ 261461 w 542162"/>
                <a:gd name="connsiteY2" fmla="*/ 0 h 734567"/>
                <a:gd name="connsiteX3" fmla="*/ 0 w 542162"/>
                <a:gd name="connsiteY3" fmla="*/ 0 h 734567"/>
              </a:gdLst>
              <a:ahLst/>
              <a:cxnLst>
                <a:cxn ang="0">
                  <a:pos x="connsiteX0" y="connsiteY0"/>
                </a:cxn>
                <a:cxn ang="0">
                  <a:pos x="connsiteX1" y="connsiteY1"/>
                </a:cxn>
                <a:cxn ang="0">
                  <a:pos x="connsiteX2" y="connsiteY2"/>
                </a:cxn>
                <a:cxn ang="0">
                  <a:pos x="connsiteX3" y="connsiteY3"/>
                </a:cxn>
              </a:cxnLst>
              <a:rect l="l" t="t" r="r" b="b"/>
              <a:pathLst>
                <a:path w="542162" h="734567">
                  <a:moveTo>
                    <a:pt x="280702" y="734568"/>
                  </a:moveTo>
                  <a:lnTo>
                    <a:pt x="542163" y="734568"/>
                  </a:lnTo>
                  <a:lnTo>
                    <a:pt x="261461"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4" name="Freeform: Shape 33">
              <a:extLst>
                <a:ext uri="{FF2B5EF4-FFF2-40B4-BE49-F238E27FC236}">
                  <a16:creationId xmlns:a16="http://schemas.microsoft.com/office/drawing/2014/main" id="{4285C99F-7551-420C-98F3-F733E85302D8}"/>
                </a:ext>
              </a:extLst>
            </p:cNvPr>
            <p:cNvSpPr/>
            <p:nvPr/>
          </p:nvSpPr>
          <p:spPr>
            <a:xfrm>
              <a:off x="7448029" y="2842831"/>
              <a:ext cx="252983" cy="328898"/>
            </a:xfrm>
            <a:custGeom>
              <a:avLst/>
              <a:gdLst>
                <a:gd name="connsiteX0" fmla="*/ 0 w 252983"/>
                <a:gd name="connsiteY0" fmla="*/ 328898 h 328898"/>
                <a:gd name="connsiteX1" fmla="*/ 252984 w 252983"/>
                <a:gd name="connsiteY1" fmla="*/ 328898 h 328898"/>
                <a:gd name="connsiteX2" fmla="*/ 252984 w 252983"/>
                <a:gd name="connsiteY2" fmla="*/ 0 h 328898"/>
                <a:gd name="connsiteX3" fmla="*/ 125730 w 252983"/>
                <a:gd name="connsiteY3" fmla="*/ 0 h 328898"/>
              </a:gdLst>
              <a:ahLst/>
              <a:cxnLst>
                <a:cxn ang="0">
                  <a:pos x="connsiteX0" y="connsiteY0"/>
                </a:cxn>
                <a:cxn ang="0">
                  <a:pos x="connsiteX1" y="connsiteY1"/>
                </a:cxn>
                <a:cxn ang="0">
                  <a:pos x="connsiteX2" y="connsiteY2"/>
                </a:cxn>
                <a:cxn ang="0">
                  <a:pos x="connsiteX3" y="connsiteY3"/>
                </a:cxn>
              </a:cxnLst>
              <a:rect l="l" t="t" r="r" b="b"/>
              <a:pathLst>
                <a:path w="252983" h="328898">
                  <a:moveTo>
                    <a:pt x="0" y="328898"/>
                  </a:moveTo>
                  <a:lnTo>
                    <a:pt x="252984" y="328898"/>
                  </a:lnTo>
                  <a:lnTo>
                    <a:pt x="252984"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5" name="Freeform: Shape 34">
              <a:extLst>
                <a:ext uri="{FF2B5EF4-FFF2-40B4-BE49-F238E27FC236}">
                  <a16:creationId xmlns:a16="http://schemas.microsoft.com/office/drawing/2014/main" id="{DF4A1FA9-45BD-4731-A2F5-519D3C7433B4}"/>
                </a:ext>
              </a:extLst>
            </p:cNvPr>
            <p:cNvSpPr/>
            <p:nvPr/>
          </p:nvSpPr>
          <p:spPr>
            <a:xfrm>
              <a:off x="6550298" y="2842831"/>
              <a:ext cx="387286" cy="328898"/>
            </a:xfrm>
            <a:custGeom>
              <a:avLst/>
              <a:gdLst>
                <a:gd name="connsiteX0" fmla="*/ 0 w 387286"/>
                <a:gd name="connsiteY0" fmla="*/ 328898 h 328898"/>
                <a:gd name="connsiteX1" fmla="*/ 261461 w 387286"/>
                <a:gd name="connsiteY1" fmla="*/ 328898 h 328898"/>
                <a:gd name="connsiteX2" fmla="*/ 387286 w 387286"/>
                <a:gd name="connsiteY2" fmla="*/ 0 h 328898"/>
                <a:gd name="connsiteX3" fmla="*/ 125825 w 387286"/>
                <a:gd name="connsiteY3" fmla="*/ 0 h 328898"/>
              </a:gdLst>
              <a:ahLst/>
              <a:cxnLst>
                <a:cxn ang="0">
                  <a:pos x="connsiteX0" y="connsiteY0"/>
                </a:cxn>
                <a:cxn ang="0">
                  <a:pos x="connsiteX1" y="connsiteY1"/>
                </a:cxn>
                <a:cxn ang="0">
                  <a:pos x="connsiteX2" y="connsiteY2"/>
                </a:cxn>
                <a:cxn ang="0">
                  <a:pos x="connsiteX3" y="connsiteY3"/>
                </a:cxn>
              </a:cxnLst>
              <a:rect l="l" t="t" r="r" b="b"/>
              <a:pathLst>
                <a:path w="387286" h="328898">
                  <a:moveTo>
                    <a:pt x="0" y="328898"/>
                  </a:moveTo>
                  <a:lnTo>
                    <a:pt x="261461" y="328898"/>
                  </a:lnTo>
                  <a:lnTo>
                    <a:pt x="387286" y="0"/>
                  </a:lnTo>
                  <a:lnTo>
                    <a:pt x="125825"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6" name="Freeform: Shape 35">
              <a:extLst>
                <a:ext uri="{FF2B5EF4-FFF2-40B4-BE49-F238E27FC236}">
                  <a16:creationId xmlns:a16="http://schemas.microsoft.com/office/drawing/2014/main" id="{81679678-19EB-4888-A5C6-F7257BACEC07}"/>
                </a:ext>
              </a:extLst>
            </p:cNvPr>
            <p:cNvSpPr/>
            <p:nvPr/>
          </p:nvSpPr>
          <p:spPr>
            <a:xfrm>
              <a:off x="6008135" y="2437256"/>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7" name="Freeform: Shape 36">
              <a:extLst>
                <a:ext uri="{FF2B5EF4-FFF2-40B4-BE49-F238E27FC236}">
                  <a16:creationId xmlns:a16="http://schemas.microsoft.com/office/drawing/2014/main" id="{43AD5224-8B9B-4C1E-8356-1D8B6D603D16}"/>
                </a:ext>
              </a:extLst>
            </p:cNvPr>
            <p:cNvSpPr/>
            <p:nvPr/>
          </p:nvSpPr>
          <p:spPr>
            <a:xfrm>
              <a:off x="6550298" y="5046153"/>
              <a:ext cx="387191" cy="328993"/>
            </a:xfrm>
            <a:custGeom>
              <a:avLst/>
              <a:gdLst>
                <a:gd name="connsiteX0" fmla="*/ 387191 w 387191"/>
                <a:gd name="connsiteY0" fmla="*/ 0 h 328993"/>
                <a:gd name="connsiteX1" fmla="*/ 125730 w 387191"/>
                <a:gd name="connsiteY1" fmla="*/ 0 h 328993"/>
                <a:gd name="connsiteX2" fmla="*/ 0 w 387191"/>
                <a:gd name="connsiteY2" fmla="*/ 328994 h 328993"/>
                <a:gd name="connsiteX3" fmla="*/ 261461 w 387191"/>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191" h="328993">
                  <a:moveTo>
                    <a:pt x="387191"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8" name="Freeform: Shape 37">
              <a:extLst>
                <a:ext uri="{FF2B5EF4-FFF2-40B4-BE49-F238E27FC236}">
                  <a16:creationId xmlns:a16="http://schemas.microsoft.com/office/drawing/2014/main" id="{3451D286-1393-486B-A619-E47A995750BE}"/>
                </a:ext>
              </a:extLst>
            </p:cNvPr>
            <p:cNvSpPr/>
            <p:nvPr/>
          </p:nvSpPr>
          <p:spPr>
            <a:xfrm>
              <a:off x="4754931"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366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366"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39" name="Freeform: Shape 38">
              <a:extLst>
                <a:ext uri="{FF2B5EF4-FFF2-40B4-BE49-F238E27FC236}">
                  <a16:creationId xmlns:a16="http://schemas.microsoft.com/office/drawing/2014/main" id="{06D027EF-0301-45EA-9E43-CC3898CB591E}"/>
                </a:ext>
              </a:extLst>
            </p:cNvPr>
            <p:cNvSpPr/>
            <p:nvPr/>
          </p:nvSpPr>
          <p:spPr>
            <a:xfrm>
              <a:off x="4754931" y="5780626"/>
              <a:ext cx="387095" cy="328993"/>
            </a:xfrm>
            <a:custGeom>
              <a:avLst/>
              <a:gdLst>
                <a:gd name="connsiteX0" fmla="*/ 0 w 387095"/>
                <a:gd name="connsiteY0" fmla="*/ 328993 h 328993"/>
                <a:gd name="connsiteX1" fmla="*/ 261366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366"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0" name="Freeform: Shape 39">
              <a:extLst>
                <a:ext uri="{FF2B5EF4-FFF2-40B4-BE49-F238E27FC236}">
                  <a16:creationId xmlns:a16="http://schemas.microsoft.com/office/drawing/2014/main" id="{F8228572-26A8-4026-B368-7B4FA37602B0}"/>
                </a:ext>
              </a:extLst>
            </p:cNvPr>
            <p:cNvSpPr/>
            <p:nvPr/>
          </p:nvSpPr>
          <p:spPr>
            <a:xfrm>
              <a:off x="4754931" y="4311681"/>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1" name="Freeform: Shape 40">
              <a:extLst>
                <a:ext uri="{FF2B5EF4-FFF2-40B4-BE49-F238E27FC236}">
                  <a16:creationId xmlns:a16="http://schemas.microsoft.com/office/drawing/2014/main" id="{B4291642-713E-4320-AE5C-B7CD1B2FAC6B}"/>
                </a:ext>
              </a:extLst>
            </p:cNvPr>
            <p:cNvSpPr/>
            <p:nvPr/>
          </p:nvSpPr>
          <p:spPr>
            <a:xfrm>
              <a:off x="4754931" y="3577303"/>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2" name="Freeform: Shape 41">
              <a:extLst>
                <a:ext uri="{FF2B5EF4-FFF2-40B4-BE49-F238E27FC236}">
                  <a16:creationId xmlns:a16="http://schemas.microsoft.com/office/drawing/2014/main" id="{9E6C638E-D297-44F0-8FAC-4C62C1421FBB}"/>
                </a:ext>
              </a:extLst>
            </p:cNvPr>
            <p:cNvSpPr/>
            <p:nvPr/>
          </p:nvSpPr>
          <p:spPr>
            <a:xfrm>
              <a:off x="4754931" y="2842831"/>
              <a:ext cx="387191" cy="328898"/>
            </a:xfrm>
            <a:custGeom>
              <a:avLst/>
              <a:gdLst>
                <a:gd name="connsiteX0" fmla="*/ 387191 w 387191"/>
                <a:gd name="connsiteY0" fmla="*/ 0 h 328898"/>
                <a:gd name="connsiteX1" fmla="*/ 125730 w 387191"/>
                <a:gd name="connsiteY1" fmla="*/ 0 h 328898"/>
                <a:gd name="connsiteX2" fmla="*/ 0 w 387191"/>
                <a:gd name="connsiteY2" fmla="*/ 328898 h 328898"/>
                <a:gd name="connsiteX3" fmla="*/ 261366 w 387191"/>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191" h="328898">
                  <a:moveTo>
                    <a:pt x="387191"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3" name="Freeform: Shape 42">
              <a:extLst>
                <a:ext uri="{FF2B5EF4-FFF2-40B4-BE49-F238E27FC236}">
                  <a16:creationId xmlns:a16="http://schemas.microsoft.com/office/drawing/2014/main" id="{72C97F81-0AFD-4277-AC6B-60D16DEAE4F3}"/>
                </a:ext>
              </a:extLst>
            </p:cNvPr>
            <p:cNvSpPr/>
            <p:nvPr/>
          </p:nvSpPr>
          <p:spPr>
            <a:xfrm>
              <a:off x="5652662" y="5046153"/>
              <a:ext cx="387095" cy="328993"/>
            </a:xfrm>
            <a:custGeom>
              <a:avLst/>
              <a:gdLst>
                <a:gd name="connsiteX0" fmla="*/ 387096 w 387095"/>
                <a:gd name="connsiteY0" fmla="*/ 0 h 328993"/>
                <a:gd name="connsiteX1" fmla="*/ 125730 w 387095"/>
                <a:gd name="connsiteY1" fmla="*/ 0 h 328993"/>
                <a:gd name="connsiteX2" fmla="*/ 0 w 387095"/>
                <a:gd name="connsiteY2" fmla="*/ 328994 h 328993"/>
                <a:gd name="connsiteX3" fmla="*/ 261461 w 387095"/>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4"/>
                  </a:lnTo>
                  <a:lnTo>
                    <a:pt x="261461"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4" name="Freeform: Shape 43">
              <a:extLst>
                <a:ext uri="{FF2B5EF4-FFF2-40B4-BE49-F238E27FC236}">
                  <a16:creationId xmlns:a16="http://schemas.microsoft.com/office/drawing/2014/main" id="{A90F51E0-C692-4DBD-B797-8D963B33D629}"/>
                </a:ext>
              </a:extLst>
            </p:cNvPr>
            <p:cNvSpPr/>
            <p:nvPr/>
          </p:nvSpPr>
          <p:spPr>
            <a:xfrm>
              <a:off x="4754931" y="2108358"/>
              <a:ext cx="387095" cy="328898"/>
            </a:xfrm>
            <a:custGeom>
              <a:avLst/>
              <a:gdLst>
                <a:gd name="connsiteX0" fmla="*/ 387096 w 387095"/>
                <a:gd name="connsiteY0" fmla="*/ 0 h 328898"/>
                <a:gd name="connsiteX1" fmla="*/ 125730 w 387095"/>
                <a:gd name="connsiteY1" fmla="*/ 0 h 328898"/>
                <a:gd name="connsiteX2" fmla="*/ 0 w 387095"/>
                <a:gd name="connsiteY2" fmla="*/ 328898 h 328898"/>
                <a:gd name="connsiteX3" fmla="*/ 261366 w 387095"/>
                <a:gd name="connsiteY3" fmla="*/ 328898 h 328898"/>
              </a:gdLst>
              <a:ahLst/>
              <a:cxnLst>
                <a:cxn ang="0">
                  <a:pos x="connsiteX0" y="connsiteY0"/>
                </a:cxn>
                <a:cxn ang="0">
                  <a:pos x="connsiteX1" y="connsiteY1"/>
                </a:cxn>
                <a:cxn ang="0">
                  <a:pos x="connsiteX2" y="connsiteY2"/>
                </a:cxn>
                <a:cxn ang="0">
                  <a:pos x="connsiteX3" y="connsiteY3"/>
                </a:cxn>
              </a:cxnLst>
              <a:rect l="l" t="t" r="r" b="b"/>
              <a:pathLst>
                <a:path w="387095" h="328898">
                  <a:moveTo>
                    <a:pt x="387096" y="0"/>
                  </a:moveTo>
                  <a:lnTo>
                    <a:pt x="125730" y="0"/>
                  </a:lnTo>
                  <a:lnTo>
                    <a:pt x="0" y="328898"/>
                  </a:lnTo>
                  <a:lnTo>
                    <a:pt x="261366" y="328898"/>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5" name="Freeform: Shape 44">
              <a:extLst>
                <a:ext uri="{FF2B5EF4-FFF2-40B4-BE49-F238E27FC236}">
                  <a16:creationId xmlns:a16="http://schemas.microsoft.com/office/drawing/2014/main" id="{8899B26A-1CAA-414B-829A-3252F34F6C8C}"/>
                </a:ext>
              </a:extLst>
            </p:cNvPr>
            <p:cNvSpPr/>
            <p:nvPr/>
          </p:nvSpPr>
          <p:spPr>
            <a:xfrm>
              <a:off x="5652662" y="5780626"/>
              <a:ext cx="387095" cy="328993"/>
            </a:xfrm>
            <a:custGeom>
              <a:avLst/>
              <a:gdLst>
                <a:gd name="connsiteX0" fmla="*/ 0 w 387095"/>
                <a:gd name="connsiteY0" fmla="*/ 328993 h 328993"/>
                <a:gd name="connsiteX1" fmla="*/ 261461 w 387095"/>
                <a:gd name="connsiteY1" fmla="*/ 328993 h 328993"/>
                <a:gd name="connsiteX2" fmla="*/ 387096 w 387095"/>
                <a:gd name="connsiteY2" fmla="*/ 0 h 328993"/>
                <a:gd name="connsiteX3" fmla="*/ 125730 w 387095"/>
                <a:gd name="connsiteY3" fmla="*/ 0 h 328993"/>
              </a:gdLst>
              <a:ahLst/>
              <a:cxnLst>
                <a:cxn ang="0">
                  <a:pos x="connsiteX0" y="connsiteY0"/>
                </a:cxn>
                <a:cxn ang="0">
                  <a:pos x="connsiteX1" y="connsiteY1"/>
                </a:cxn>
                <a:cxn ang="0">
                  <a:pos x="connsiteX2" y="connsiteY2"/>
                </a:cxn>
                <a:cxn ang="0">
                  <a:pos x="connsiteX3" y="connsiteY3"/>
                </a:cxn>
              </a:cxnLst>
              <a:rect l="l" t="t" r="r" b="b"/>
              <a:pathLst>
                <a:path w="387095" h="328993">
                  <a:moveTo>
                    <a:pt x="0" y="328993"/>
                  </a:moveTo>
                  <a:lnTo>
                    <a:pt x="261461" y="328993"/>
                  </a:lnTo>
                  <a:lnTo>
                    <a:pt x="387096"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6" name="Freeform: Shape 45">
              <a:extLst>
                <a:ext uri="{FF2B5EF4-FFF2-40B4-BE49-F238E27FC236}">
                  <a16:creationId xmlns:a16="http://schemas.microsoft.com/office/drawing/2014/main" id="{7BD5874B-2801-4C05-978D-77224F3AE926}"/>
                </a:ext>
              </a:extLst>
            </p:cNvPr>
            <p:cNvSpPr/>
            <p:nvPr/>
          </p:nvSpPr>
          <p:spPr>
            <a:xfrm>
              <a:off x="6905866" y="5375147"/>
              <a:ext cx="542162" cy="734472"/>
            </a:xfrm>
            <a:custGeom>
              <a:avLst/>
              <a:gdLst>
                <a:gd name="connsiteX0" fmla="*/ 0 w 542162"/>
                <a:gd name="connsiteY0" fmla="*/ 0 h 734472"/>
                <a:gd name="connsiteX1" fmla="*/ 280797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97"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7" name="Freeform: Shape 46">
              <a:extLst>
                <a:ext uri="{FF2B5EF4-FFF2-40B4-BE49-F238E27FC236}">
                  <a16:creationId xmlns:a16="http://schemas.microsoft.com/office/drawing/2014/main" id="{5CA687A5-0A5B-4210-A0AC-A47F04FAC249}"/>
                </a:ext>
              </a:extLst>
            </p:cNvPr>
            <p:cNvSpPr/>
            <p:nvPr/>
          </p:nvSpPr>
          <p:spPr>
            <a:xfrm>
              <a:off x="7448029" y="5780626"/>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8" name="Freeform: Shape 47">
              <a:extLst>
                <a:ext uri="{FF2B5EF4-FFF2-40B4-BE49-F238E27FC236}">
                  <a16:creationId xmlns:a16="http://schemas.microsoft.com/office/drawing/2014/main" id="{C25840E4-1422-401D-8312-DA627A8E531C}"/>
                </a:ext>
              </a:extLst>
            </p:cNvPr>
            <p:cNvSpPr/>
            <p:nvPr/>
          </p:nvSpPr>
          <p:spPr>
            <a:xfrm>
              <a:off x="6008135"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461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461"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49" name="Freeform: Shape 48">
              <a:extLst>
                <a:ext uri="{FF2B5EF4-FFF2-40B4-BE49-F238E27FC236}">
                  <a16:creationId xmlns:a16="http://schemas.microsoft.com/office/drawing/2014/main" id="{830E40AE-479D-49EB-ABF1-4BDA207E5499}"/>
                </a:ext>
              </a:extLst>
            </p:cNvPr>
            <p:cNvSpPr/>
            <p:nvPr/>
          </p:nvSpPr>
          <p:spPr>
            <a:xfrm>
              <a:off x="6550298" y="5780626"/>
              <a:ext cx="387191" cy="328993"/>
            </a:xfrm>
            <a:custGeom>
              <a:avLst/>
              <a:gdLst>
                <a:gd name="connsiteX0" fmla="*/ 0 w 387191"/>
                <a:gd name="connsiteY0" fmla="*/ 328993 h 328993"/>
                <a:gd name="connsiteX1" fmla="*/ 261461 w 387191"/>
                <a:gd name="connsiteY1" fmla="*/ 328993 h 328993"/>
                <a:gd name="connsiteX2" fmla="*/ 387191 w 387191"/>
                <a:gd name="connsiteY2" fmla="*/ 0 h 328993"/>
                <a:gd name="connsiteX3" fmla="*/ 125730 w 387191"/>
                <a:gd name="connsiteY3" fmla="*/ 0 h 328993"/>
              </a:gdLst>
              <a:ahLst/>
              <a:cxnLst>
                <a:cxn ang="0">
                  <a:pos x="connsiteX0" y="connsiteY0"/>
                </a:cxn>
                <a:cxn ang="0">
                  <a:pos x="connsiteX1" y="connsiteY1"/>
                </a:cxn>
                <a:cxn ang="0">
                  <a:pos x="connsiteX2" y="connsiteY2"/>
                </a:cxn>
                <a:cxn ang="0">
                  <a:pos x="connsiteX3" y="connsiteY3"/>
                </a:cxn>
              </a:cxnLst>
              <a:rect l="l" t="t" r="r" b="b"/>
              <a:pathLst>
                <a:path w="387191" h="328993">
                  <a:moveTo>
                    <a:pt x="0" y="328993"/>
                  </a:moveTo>
                  <a:lnTo>
                    <a:pt x="261461" y="328993"/>
                  </a:lnTo>
                  <a:lnTo>
                    <a:pt x="387191" y="0"/>
                  </a:lnTo>
                  <a:lnTo>
                    <a:pt x="12573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0" name="Freeform: Shape 49">
              <a:extLst>
                <a:ext uri="{FF2B5EF4-FFF2-40B4-BE49-F238E27FC236}">
                  <a16:creationId xmlns:a16="http://schemas.microsoft.com/office/drawing/2014/main" id="{637007EF-FF36-4645-B98E-DAA25C8795E0}"/>
                </a:ext>
              </a:extLst>
            </p:cNvPr>
            <p:cNvSpPr/>
            <p:nvPr/>
          </p:nvSpPr>
          <p:spPr>
            <a:xfrm>
              <a:off x="5110499" y="5375147"/>
              <a:ext cx="542162" cy="734472"/>
            </a:xfrm>
            <a:custGeom>
              <a:avLst/>
              <a:gdLst>
                <a:gd name="connsiteX0" fmla="*/ 0 w 542162"/>
                <a:gd name="connsiteY0" fmla="*/ 0 h 734472"/>
                <a:gd name="connsiteX1" fmla="*/ 280702 w 542162"/>
                <a:gd name="connsiteY1" fmla="*/ 734473 h 734472"/>
                <a:gd name="connsiteX2" fmla="*/ 542163 w 542162"/>
                <a:gd name="connsiteY2" fmla="*/ 734473 h 734472"/>
                <a:gd name="connsiteX3" fmla="*/ 261366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0" y="0"/>
                  </a:moveTo>
                  <a:lnTo>
                    <a:pt x="280702" y="734473"/>
                  </a:lnTo>
                  <a:lnTo>
                    <a:pt x="542163" y="734473"/>
                  </a:lnTo>
                  <a:lnTo>
                    <a:pt x="261366"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1" name="Freeform: Shape 50">
              <a:extLst>
                <a:ext uri="{FF2B5EF4-FFF2-40B4-BE49-F238E27FC236}">
                  <a16:creationId xmlns:a16="http://schemas.microsoft.com/office/drawing/2014/main" id="{721E35DD-8E42-45E9-A520-D65228DCB9E8}"/>
                </a:ext>
              </a:extLst>
            </p:cNvPr>
            <p:cNvSpPr/>
            <p:nvPr/>
          </p:nvSpPr>
          <p:spPr>
            <a:xfrm>
              <a:off x="4754931"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366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366"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2" name="Freeform: Shape 51">
              <a:extLst>
                <a:ext uri="{FF2B5EF4-FFF2-40B4-BE49-F238E27FC236}">
                  <a16:creationId xmlns:a16="http://schemas.microsoft.com/office/drawing/2014/main" id="{1F5BFC5D-4500-48F3-8D08-392E0D361785}"/>
                </a:ext>
              </a:extLst>
            </p:cNvPr>
            <p:cNvSpPr/>
            <p:nvPr/>
          </p:nvSpPr>
          <p:spPr>
            <a:xfrm>
              <a:off x="6905866"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3" name="Freeform: Shape 52">
              <a:extLst>
                <a:ext uri="{FF2B5EF4-FFF2-40B4-BE49-F238E27FC236}">
                  <a16:creationId xmlns:a16="http://schemas.microsoft.com/office/drawing/2014/main" id="{006D2A96-C96E-40E0-B41F-C35687BC8A85}"/>
                </a:ext>
              </a:extLst>
            </p:cNvPr>
            <p:cNvSpPr/>
            <p:nvPr/>
          </p:nvSpPr>
          <p:spPr>
            <a:xfrm>
              <a:off x="5110499" y="4640674"/>
              <a:ext cx="542162" cy="734472"/>
            </a:xfrm>
            <a:custGeom>
              <a:avLst/>
              <a:gdLst>
                <a:gd name="connsiteX0" fmla="*/ 280702 w 542162"/>
                <a:gd name="connsiteY0" fmla="*/ 734473 h 734472"/>
                <a:gd name="connsiteX1" fmla="*/ 542163 w 542162"/>
                <a:gd name="connsiteY1" fmla="*/ 734473 h 734472"/>
                <a:gd name="connsiteX2" fmla="*/ 261366 w 542162"/>
                <a:gd name="connsiteY2" fmla="*/ 0 h 734472"/>
                <a:gd name="connsiteX3" fmla="*/ 0 w 542162"/>
                <a:gd name="connsiteY3" fmla="*/ 0 h 734472"/>
              </a:gdLst>
              <a:ahLst/>
              <a:cxnLst>
                <a:cxn ang="0">
                  <a:pos x="connsiteX0" y="connsiteY0"/>
                </a:cxn>
                <a:cxn ang="0">
                  <a:pos x="connsiteX1" y="connsiteY1"/>
                </a:cxn>
                <a:cxn ang="0">
                  <a:pos x="connsiteX2" y="connsiteY2"/>
                </a:cxn>
                <a:cxn ang="0">
                  <a:pos x="connsiteX3" y="connsiteY3"/>
                </a:cxn>
              </a:cxnLst>
              <a:rect l="l" t="t" r="r" b="b"/>
              <a:pathLst>
                <a:path w="542162" h="734472">
                  <a:moveTo>
                    <a:pt x="280702" y="734473"/>
                  </a:moveTo>
                  <a:lnTo>
                    <a:pt x="542163" y="734473"/>
                  </a:lnTo>
                  <a:lnTo>
                    <a:pt x="261366" y="0"/>
                  </a:lnTo>
                  <a:lnTo>
                    <a:pt x="0" y="0"/>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4" name="Freeform: Shape 53">
              <a:extLst>
                <a:ext uri="{FF2B5EF4-FFF2-40B4-BE49-F238E27FC236}">
                  <a16:creationId xmlns:a16="http://schemas.microsoft.com/office/drawing/2014/main" id="{26A85BFD-0FBF-4898-8C79-A5C72C651D3B}"/>
                </a:ext>
              </a:extLst>
            </p:cNvPr>
            <p:cNvSpPr/>
            <p:nvPr/>
          </p:nvSpPr>
          <p:spPr>
            <a:xfrm>
              <a:off x="7448029" y="1373885"/>
              <a:ext cx="252983" cy="328993"/>
            </a:xfrm>
            <a:custGeom>
              <a:avLst/>
              <a:gdLst>
                <a:gd name="connsiteX0" fmla="*/ 252984 w 252983"/>
                <a:gd name="connsiteY0" fmla="*/ 0 h 328993"/>
                <a:gd name="connsiteX1" fmla="*/ 125730 w 252983"/>
                <a:gd name="connsiteY1" fmla="*/ 0 h 328993"/>
                <a:gd name="connsiteX2" fmla="*/ 0 w 252983"/>
                <a:gd name="connsiteY2" fmla="*/ 328993 h 328993"/>
                <a:gd name="connsiteX3" fmla="*/ 252984 w 252983"/>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3"/>
                  </a:lnTo>
                  <a:lnTo>
                    <a:pt x="252984"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5" name="Freeform: Shape 54">
              <a:extLst>
                <a:ext uri="{FF2B5EF4-FFF2-40B4-BE49-F238E27FC236}">
                  <a16:creationId xmlns:a16="http://schemas.microsoft.com/office/drawing/2014/main" id="{13E527F0-9288-454E-B38D-4BD97CF5D451}"/>
                </a:ext>
              </a:extLst>
            </p:cNvPr>
            <p:cNvSpPr/>
            <p:nvPr/>
          </p:nvSpPr>
          <p:spPr>
            <a:xfrm>
              <a:off x="6008135" y="4640674"/>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6" name="Freeform: Shape 55">
              <a:extLst>
                <a:ext uri="{FF2B5EF4-FFF2-40B4-BE49-F238E27FC236}">
                  <a16:creationId xmlns:a16="http://schemas.microsoft.com/office/drawing/2014/main" id="{2B743F0D-69D6-46A7-8354-AD1C213881D9}"/>
                </a:ext>
              </a:extLst>
            </p:cNvPr>
            <p:cNvSpPr/>
            <p:nvPr/>
          </p:nvSpPr>
          <p:spPr>
            <a:xfrm>
              <a:off x="7448029" y="5046153"/>
              <a:ext cx="252983" cy="328993"/>
            </a:xfrm>
            <a:custGeom>
              <a:avLst/>
              <a:gdLst>
                <a:gd name="connsiteX0" fmla="*/ 252984 w 252983"/>
                <a:gd name="connsiteY0" fmla="*/ 0 h 328993"/>
                <a:gd name="connsiteX1" fmla="*/ 125730 w 252983"/>
                <a:gd name="connsiteY1" fmla="*/ 0 h 328993"/>
                <a:gd name="connsiteX2" fmla="*/ 0 w 252983"/>
                <a:gd name="connsiteY2" fmla="*/ 328994 h 328993"/>
                <a:gd name="connsiteX3" fmla="*/ 252984 w 252983"/>
                <a:gd name="connsiteY3" fmla="*/ 328994 h 328993"/>
              </a:gdLst>
              <a:ahLst/>
              <a:cxnLst>
                <a:cxn ang="0">
                  <a:pos x="connsiteX0" y="connsiteY0"/>
                </a:cxn>
                <a:cxn ang="0">
                  <a:pos x="connsiteX1" y="connsiteY1"/>
                </a:cxn>
                <a:cxn ang="0">
                  <a:pos x="connsiteX2" y="connsiteY2"/>
                </a:cxn>
                <a:cxn ang="0">
                  <a:pos x="connsiteX3" y="connsiteY3"/>
                </a:cxn>
              </a:cxnLst>
              <a:rect l="l" t="t" r="r" b="b"/>
              <a:pathLst>
                <a:path w="252983" h="328993">
                  <a:moveTo>
                    <a:pt x="252984" y="0"/>
                  </a:moveTo>
                  <a:lnTo>
                    <a:pt x="125730" y="0"/>
                  </a:lnTo>
                  <a:lnTo>
                    <a:pt x="0" y="328994"/>
                  </a:lnTo>
                  <a:lnTo>
                    <a:pt x="252984" y="328994"/>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7" name="Freeform: Shape 56">
              <a:extLst>
                <a:ext uri="{FF2B5EF4-FFF2-40B4-BE49-F238E27FC236}">
                  <a16:creationId xmlns:a16="http://schemas.microsoft.com/office/drawing/2014/main" id="{90150589-534F-4A43-B67C-05D03221DE3D}"/>
                </a:ext>
              </a:extLst>
            </p:cNvPr>
            <p:cNvSpPr/>
            <p:nvPr/>
          </p:nvSpPr>
          <p:spPr>
            <a:xfrm>
              <a:off x="5110499" y="968406"/>
              <a:ext cx="542162" cy="734472"/>
            </a:xfrm>
            <a:custGeom>
              <a:avLst/>
              <a:gdLst>
                <a:gd name="connsiteX0" fmla="*/ 542163 w 542162"/>
                <a:gd name="connsiteY0" fmla="*/ 734473 h 734472"/>
                <a:gd name="connsiteX1" fmla="*/ 261366 w 542162"/>
                <a:gd name="connsiteY1" fmla="*/ 0 h 734472"/>
                <a:gd name="connsiteX2" fmla="*/ 0 w 542162"/>
                <a:gd name="connsiteY2" fmla="*/ 0 h 734472"/>
                <a:gd name="connsiteX3" fmla="*/ 280702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366" y="0"/>
                  </a:lnTo>
                  <a:lnTo>
                    <a:pt x="0" y="0"/>
                  </a:lnTo>
                  <a:lnTo>
                    <a:pt x="280702"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8" name="Freeform: Shape 57">
              <a:extLst>
                <a:ext uri="{FF2B5EF4-FFF2-40B4-BE49-F238E27FC236}">
                  <a16:creationId xmlns:a16="http://schemas.microsoft.com/office/drawing/2014/main" id="{599F1F85-538A-4AF2-BCB1-58446D922140}"/>
                </a:ext>
              </a:extLst>
            </p:cNvPr>
            <p:cNvSpPr/>
            <p:nvPr/>
          </p:nvSpPr>
          <p:spPr>
            <a:xfrm>
              <a:off x="5652662" y="1373885"/>
              <a:ext cx="387095" cy="328993"/>
            </a:xfrm>
            <a:custGeom>
              <a:avLst/>
              <a:gdLst>
                <a:gd name="connsiteX0" fmla="*/ 387096 w 387095"/>
                <a:gd name="connsiteY0" fmla="*/ 0 h 328993"/>
                <a:gd name="connsiteX1" fmla="*/ 125730 w 387095"/>
                <a:gd name="connsiteY1" fmla="*/ 0 h 328993"/>
                <a:gd name="connsiteX2" fmla="*/ 0 w 387095"/>
                <a:gd name="connsiteY2" fmla="*/ 328993 h 328993"/>
                <a:gd name="connsiteX3" fmla="*/ 261461 w 387095"/>
                <a:gd name="connsiteY3" fmla="*/ 328993 h 328993"/>
              </a:gdLst>
              <a:ahLst/>
              <a:cxnLst>
                <a:cxn ang="0">
                  <a:pos x="connsiteX0" y="connsiteY0"/>
                </a:cxn>
                <a:cxn ang="0">
                  <a:pos x="connsiteX1" y="connsiteY1"/>
                </a:cxn>
                <a:cxn ang="0">
                  <a:pos x="connsiteX2" y="connsiteY2"/>
                </a:cxn>
                <a:cxn ang="0">
                  <a:pos x="connsiteX3" y="connsiteY3"/>
                </a:cxn>
              </a:cxnLst>
              <a:rect l="l" t="t" r="r" b="b"/>
              <a:pathLst>
                <a:path w="387095" h="328993">
                  <a:moveTo>
                    <a:pt x="387096" y="0"/>
                  </a:moveTo>
                  <a:lnTo>
                    <a:pt x="125730" y="0"/>
                  </a:lnTo>
                  <a:lnTo>
                    <a:pt x="0" y="328993"/>
                  </a:lnTo>
                  <a:lnTo>
                    <a:pt x="261461"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59" name="Freeform: Shape 58">
              <a:extLst>
                <a:ext uri="{FF2B5EF4-FFF2-40B4-BE49-F238E27FC236}">
                  <a16:creationId xmlns:a16="http://schemas.microsoft.com/office/drawing/2014/main" id="{44F89A8E-C64F-45FD-89AF-EF89C001AC49}"/>
                </a:ext>
              </a:extLst>
            </p:cNvPr>
            <p:cNvSpPr/>
            <p:nvPr/>
          </p:nvSpPr>
          <p:spPr>
            <a:xfrm>
              <a:off x="6550393" y="1373885"/>
              <a:ext cx="387095" cy="328993"/>
            </a:xfrm>
            <a:custGeom>
              <a:avLst/>
              <a:gdLst>
                <a:gd name="connsiteX0" fmla="*/ 261366 w 387095"/>
                <a:gd name="connsiteY0" fmla="*/ 328993 h 328993"/>
                <a:gd name="connsiteX1" fmla="*/ 387096 w 387095"/>
                <a:gd name="connsiteY1" fmla="*/ 0 h 328993"/>
                <a:gd name="connsiteX2" fmla="*/ 125635 w 387095"/>
                <a:gd name="connsiteY2" fmla="*/ 0 h 328993"/>
                <a:gd name="connsiteX3" fmla="*/ 0 w 387095"/>
                <a:gd name="connsiteY3" fmla="*/ 328898 h 328993"/>
                <a:gd name="connsiteX4" fmla="*/ 0 w 387095"/>
                <a:gd name="connsiteY4" fmla="*/ 328993 h 32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5" h="328993">
                  <a:moveTo>
                    <a:pt x="261366" y="328993"/>
                  </a:moveTo>
                  <a:lnTo>
                    <a:pt x="387096" y="0"/>
                  </a:lnTo>
                  <a:lnTo>
                    <a:pt x="125635" y="0"/>
                  </a:lnTo>
                  <a:lnTo>
                    <a:pt x="0" y="328898"/>
                  </a:lnTo>
                  <a:lnTo>
                    <a:pt x="0" y="32899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0" name="Freeform: Shape 59">
              <a:extLst>
                <a:ext uri="{FF2B5EF4-FFF2-40B4-BE49-F238E27FC236}">
                  <a16:creationId xmlns:a16="http://schemas.microsoft.com/office/drawing/2014/main" id="{24FD8090-B6E1-4426-8410-928BC58EADCD}"/>
                </a:ext>
              </a:extLst>
            </p:cNvPr>
            <p:cNvSpPr/>
            <p:nvPr/>
          </p:nvSpPr>
          <p:spPr>
            <a:xfrm>
              <a:off x="6008230" y="968406"/>
              <a:ext cx="542162" cy="734472"/>
            </a:xfrm>
            <a:custGeom>
              <a:avLst/>
              <a:gdLst>
                <a:gd name="connsiteX0" fmla="*/ 542068 w 542162"/>
                <a:gd name="connsiteY0" fmla="*/ 734473 h 734472"/>
                <a:gd name="connsiteX1" fmla="*/ 542163 w 542162"/>
                <a:gd name="connsiteY1" fmla="*/ 734377 h 734472"/>
                <a:gd name="connsiteX2" fmla="*/ 261366 w 542162"/>
                <a:gd name="connsiteY2" fmla="*/ 0 h 734472"/>
                <a:gd name="connsiteX3" fmla="*/ 0 w 542162"/>
                <a:gd name="connsiteY3" fmla="*/ 0 h 734472"/>
                <a:gd name="connsiteX4" fmla="*/ 280606 w 542162"/>
                <a:gd name="connsiteY4" fmla="*/ 734473 h 73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162" h="734472">
                  <a:moveTo>
                    <a:pt x="542068" y="734473"/>
                  </a:moveTo>
                  <a:lnTo>
                    <a:pt x="542163" y="734377"/>
                  </a:lnTo>
                  <a:lnTo>
                    <a:pt x="261366" y="0"/>
                  </a:lnTo>
                  <a:lnTo>
                    <a:pt x="0" y="0"/>
                  </a:lnTo>
                  <a:lnTo>
                    <a:pt x="280606"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sp>
          <p:nvSpPr>
            <p:cNvPr id="61" name="Freeform: Shape 60">
              <a:extLst>
                <a:ext uri="{FF2B5EF4-FFF2-40B4-BE49-F238E27FC236}">
                  <a16:creationId xmlns:a16="http://schemas.microsoft.com/office/drawing/2014/main" id="{DDAC45B3-CEB5-4B86-8256-72E25667EA3F}"/>
                </a:ext>
              </a:extLst>
            </p:cNvPr>
            <p:cNvSpPr/>
            <p:nvPr/>
          </p:nvSpPr>
          <p:spPr>
            <a:xfrm>
              <a:off x="6905866" y="968406"/>
              <a:ext cx="542162" cy="734472"/>
            </a:xfrm>
            <a:custGeom>
              <a:avLst/>
              <a:gdLst>
                <a:gd name="connsiteX0" fmla="*/ 542163 w 542162"/>
                <a:gd name="connsiteY0" fmla="*/ 734473 h 734472"/>
                <a:gd name="connsiteX1" fmla="*/ 261461 w 542162"/>
                <a:gd name="connsiteY1" fmla="*/ 0 h 734472"/>
                <a:gd name="connsiteX2" fmla="*/ 0 w 542162"/>
                <a:gd name="connsiteY2" fmla="*/ 0 h 734472"/>
                <a:gd name="connsiteX3" fmla="*/ 280797 w 542162"/>
                <a:gd name="connsiteY3" fmla="*/ 734473 h 734472"/>
              </a:gdLst>
              <a:ahLst/>
              <a:cxnLst>
                <a:cxn ang="0">
                  <a:pos x="connsiteX0" y="connsiteY0"/>
                </a:cxn>
                <a:cxn ang="0">
                  <a:pos x="connsiteX1" y="connsiteY1"/>
                </a:cxn>
                <a:cxn ang="0">
                  <a:pos x="connsiteX2" y="connsiteY2"/>
                </a:cxn>
                <a:cxn ang="0">
                  <a:pos x="connsiteX3" y="connsiteY3"/>
                </a:cxn>
              </a:cxnLst>
              <a:rect l="l" t="t" r="r" b="b"/>
              <a:pathLst>
                <a:path w="542162" h="734472">
                  <a:moveTo>
                    <a:pt x="542163" y="734473"/>
                  </a:moveTo>
                  <a:lnTo>
                    <a:pt x="261461" y="0"/>
                  </a:lnTo>
                  <a:lnTo>
                    <a:pt x="0" y="0"/>
                  </a:lnTo>
                  <a:lnTo>
                    <a:pt x="280797" y="734473"/>
                  </a:lnTo>
                  <a:close/>
                </a:path>
              </a:pathLst>
            </a:custGeom>
            <a:noFill/>
            <a:ln w="3239" cap="flat">
              <a:solidFill>
                <a:srgbClr val="029DD1"/>
              </a:solidFill>
              <a:prstDash val="solid"/>
              <a:miter/>
            </a:ln>
          </p:spPr>
          <p:txBody>
            <a:bodyPr rtlCol="0" anchor="ctr"/>
            <a:lstStyle/>
            <a:p>
              <a:endParaRPr lang="en-US" sz="1600" dirty="0">
                <a:latin typeface="Arial" panose="020B0604020202020204" pitchFamily="34" charset="0"/>
              </a:endParaRPr>
            </a:p>
          </p:txBody>
        </p:sp>
      </p:grpSp>
      <p:sp>
        <p:nvSpPr>
          <p:cNvPr id="102" name="Content Placeholder 3">
            <a:extLst>
              <a:ext uri="{FF2B5EF4-FFF2-40B4-BE49-F238E27FC236}">
                <a16:creationId xmlns:a16="http://schemas.microsoft.com/office/drawing/2014/main" id="{9A66D5E5-3838-4FD1-9552-6583DA4B2D11}"/>
              </a:ext>
            </a:extLst>
          </p:cNvPr>
          <p:cNvSpPr>
            <a:spLocks noGrp="1"/>
          </p:cNvSpPr>
          <p:nvPr>
            <p:ph sz="half" idx="2"/>
          </p:nvPr>
        </p:nvSpPr>
        <p:spPr>
          <a:xfrm>
            <a:off x="541842" y="2165856"/>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dirty="0"/>
              <a:t>Click to edit Master text styles</a:t>
            </a:r>
          </a:p>
        </p:txBody>
      </p:sp>
      <p:sp>
        <p:nvSpPr>
          <p:cNvPr id="103" name="Content Placeholder 3">
            <a:extLst>
              <a:ext uri="{FF2B5EF4-FFF2-40B4-BE49-F238E27FC236}">
                <a16:creationId xmlns:a16="http://schemas.microsoft.com/office/drawing/2014/main" id="{D364C1D0-B848-42EA-8A79-0C64DA6C3150}"/>
              </a:ext>
            </a:extLst>
          </p:cNvPr>
          <p:cNvSpPr>
            <a:spLocks noGrp="1"/>
          </p:cNvSpPr>
          <p:nvPr>
            <p:ph sz="half" idx="10"/>
          </p:nvPr>
        </p:nvSpPr>
        <p:spPr>
          <a:xfrm>
            <a:off x="3572270" y="2165856"/>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dirty="0"/>
              <a:t>Click to edit Master text styles</a:t>
            </a:r>
          </a:p>
        </p:txBody>
      </p:sp>
      <p:sp>
        <p:nvSpPr>
          <p:cNvPr id="104" name="Content Placeholder 3">
            <a:extLst>
              <a:ext uri="{FF2B5EF4-FFF2-40B4-BE49-F238E27FC236}">
                <a16:creationId xmlns:a16="http://schemas.microsoft.com/office/drawing/2014/main" id="{48356452-6513-4734-8F3D-5DB2B7ED0F79}"/>
              </a:ext>
            </a:extLst>
          </p:cNvPr>
          <p:cNvSpPr>
            <a:spLocks noGrp="1"/>
          </p:cNvSpPr>
          <p:nvPr>
            <p:ph sz="half" idx="11"/>
          </p:nvPr>
        </p:nvSpPr>
        <p:spPr>
          <a:xfrm>
            <a:off x="541842" y="3445505"/>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dirty="0"/>
              <a:t>Click to edit Master text styles</a:t>
            </a:r>
          </a:p>
        </p:txBody>
      </p:sp>
      <p:sp>
        <p:nvSpPr>
          <p:cNvPr id="105" name="Content Placeholder 3">
            <a:extLst>
              <a:ext uri="{FF2B5EF4-FFF2-40B4-BE49-F238E27FC236}">
                <a16:creationId xmlns:a16="http://schemas.microsoft.com/office/drawing/2014/main" id="{023DC3A0-DDB5-47DF-9830-1C5748EB88E9}"/>
              </a:ext>
            </a:extLst>
          </p:cNvPr>
          <p:cNvSpPr>
            <a:spLocks noGrp="1"/>
          </p:cNvSpPr>
          <p:nvPr>
            <p:ph sz="half" idx="12"/>
          </p:nvPr>
        </p:nvSpPr>
        <p:spPr>
          <a:xfrm>
            <a:off x="3572270" y="3445505"/>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dirty="0"/>
              <a:t>Click to edit Master text styles</a:t>
            </a:r>
          </a:p>
        </p:txBody>
      </p:sp>
      <p:sp>
        <p:nvSpPr>
          <p:cNvPr id="106" name="Content Placeholder 3">
            <a:extLst>
              <a:ext uri="{FF2B5EF4-FFF2-40B4-BE49-F238E27FC236}">
                <a16:creationId xmlns:a16="http://schemas.microsoft.com/office/drawing/2014/main" id="{21F75344-A5ED-40AA-9413-CA5D1040FC06}"/>
              </a:ext>
            </a:extLst>
          </p:cNvPr>
          <p:cNvSpPr>
            <a:spLocks noGrp="1"/>
          </p:cNvSpPr>
          <p:nvPr>
            <p:ph sz="half" idx="13"/>
          </p:nvPr>
        </p:nvSpPr>
        <p:spPr>
          <a:xfrm>
            <a:off x="541842" y="4725154"/>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dirty="0"/>
              <a:t>Click to edit Master text styles</a:t>
            </a:r>
          </a:p>
        </p:txBody>
      </p:sp>
      <p:sp>
        <p:nvSpPr>
          <p:cNvPr id="107" name="Content Placeholder 3">
            <a:extLst>
              <a:ext uri="{FF2B5EF4-FFF2-40B4-BE49-F238E27FC236}">
                <a16:creationId xmlns:a16="http://schemas.microsoft.com/office/drawing/2014/main" id="{93583144-A11D-4CBA-AE9C-7DCF4103670B}"/>
              </a:ext>
            </a:extLst>
          </p:cNvPr>
          <p:cNvSpPr>
            <a:spLocks noGrp="1"/>
          </p:cNvSpPr>
          <p:nvPr>
            <p:ph sz="half" idx="14"/>
          </p:nvPr>
        </p:nvSpPr>
        <p:spPr>
          <a:xfrm>
            <a:off x="3572270" y="4725154"/>
            <a:ext cx="2650120" cy="571500"/>
          </a:xfrm>
        </p:spPr>
        <p:txBody>
          <a:bodyPr anchor="ctr">
            <a:normAutofit/>
          </a:bodyPr>
          <a:lstStyle>
            <a:lvl1pPr>
              <a:defRPr sz="1200"/>
            </a:lvl1pPr>
            <a:lvl2pPr>
              <a:defRPr sz="1600"/>
            </a:lvl2pPr>
            <a:lvl3pPr>
              <a:defRPr sz="1600"/>
            </a:lvl3pPr>
            <a:lvl4pPr>
              <a:defRPr sz="1600"/>
            </a:lvl4pPr>
            <a:lvl5pPr>
              <a:defRPr sz="1600"/>
            </a:lvl5pPr>
          </a:lstStyle>
          <a:p>
            <a:pPr lvl="0"/>
            <a:r>
              <a:rPr lang="en-US" dirty="0"/>
              <a:t>Click to edit Master text styles</a:t>
            </a:r>
          </a:p>
        </p:txBody>
      </p:sp>
      <p:sp>
        <p:nvSpPr>
          <p:cNvPr id="108" name="Content Placeholder 3">
            <a:extLst>
              <a:ext uri="{FF2B5EF4-FFF2-40B4-BE49-F238E27FC236}">
                <a16:creationId xmlns:a16="http://schemas.microsoft.com/office/drawing/2014/main" id="{E928609B-D81D-4B2A-AD3A-766A4C63542F}"/>
              </a:ext>
            </a:extLst>
          </p:cNvPr>
          <p:cNvSpPr>
            <a:spLocks noGrp="1"/>
          </p:cNvSpPr>
          <p:nvPr>
            <p:ph sz="half" idx="15"/>
          </p:nvPr>
        </p:nvSpPr>
        <p:spPr>
          <a:xfrm>
            <a:off x="541842" y="6004806"/>
            <a:ext cx="2650120" cy="571500"/>
          </a:xfrm>
        </p:spPr>
        <p:txBody>
          <a:bodyPr anchor="ctr">
            <a:normAutofit/>
          </a:bodyPr>
          <a:lstStyle>
            <a:lvl1pPr rtl="0">
              <a:defRPr sz="1200"/>
            </a:lvl1pPr>
            <a:lvl2pPr>
              <a:defRPr sz="1600"/>
            </a:lvl2pPr>
            <a:lvl3pPr>
              <a:defRPr sz="1600"/>
            </a:lvl3pPr>
            <a:lvl4pPr>
              <a:defRPr sz="1600"/>
            </a:lvl4pPr>
            <a:lvl5pPr>
              <a:defRPr sz="1600"/>
            </a:lvl5pPr>
          </a:lstStyle>
          <a:p>
            <a:pPr lvl="0"/>
            <a:r>
              <a:rPr lang="en-US" dirty="0"/>
              <a:t>Click to edit Master text styles</a:t>
            </a:r>
          </a:p>
        </p:txBody>
      </p:sp>
      <p:sp>
        <p:nvSpPr>
          <p:cNvPr id="109" name="Content Placeholder 3">
            <a:extLst>
              <a:ext uri="{FF2B5EF4-FFF2-40B4-BE49-F238E27FC236}">
                <a16:creationId xmlns:a16="http://schemas.microsoft.com/office/drawing/2014/main" id="{1491331C-BAD4-46E9-B0FE-4BD5416D42CC}"/>
              </a:ext>
            </a:extLst>
          </p:cNvPr>
          <p:cNvSpPr>
            <a:spLocks noGrp="1"/>
          </p:cNvSpPr>
          <p:nvPr>
            <p:ph sz="half" idx="16"/>
          </p:nvPr>
        </p:nvSpPr>
        <p:spPr>
          <a:xfrm>
            <a:off x="3572270" y="6004806"/>
            <a:ext cx="2650120" cy="571500"/>
          </a:xfrm>
        </p:spPr>
        <p:txBody>
          <a:bodyPr anchor="ctr">
            <a:normAutofit/>
          </a:bodyPr>
          <a:lstStyle>
            <a:lvl1pPr rtl="0">
              <a:defRPr sz="1200"/>
            </a:lvl1pPr>
            <a:lvl2pPr>
              <a:defRPr sz="1600"/>
            </a:lvl2pPr>
            <a:lvl3pPr>
              <a:defRPr sz="1600"/>
            </a:lvl3pPr>
            <a:lvl4pPr>
              <a:defRPr sz="1600"/>
            </a:lvl4pPr>
            <a:lvl5pPr>
              <a:defRPr sz="1600"/>
            </a:lvl5pPr>
          </a:lstStyle>
          <a:p>
            <a:pPr lvl="0"/>
            <a:r>
              <a:rPr lang="en-US" dirty="0"/>
              <a:t>Click to edit Master text styles</a:t>
            </a:r>
          </a:p>
        </p:txBody>
      </p:sp>
      <p:pic>
        <p:nvPicPr>
          <p:cNvPr id="3" name="Picture 2">
            <a:extLst>
              <a:ext uri="{FF2B5EF4-FFF2-40B4-BE49-F238E27FC236}">
                <a16:creationId xmlns:a16="http://schemas.microsoft.com/office/drawing/2014/main" id="{70FFC144-4C09-411E-8141-9BEAA5B44A74}"/>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51911931"/>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ain image and caption">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2101C4D-9E97-4AB8-846A-ACD9007CAC49}"/>
              </a:ext>
            </a:extLst>
          </p:cNvPr>
          <p:cNvSpPr>
            <a:spLocks noGrp="1"/>
          </p:cNvSpPr>
          <p:nvPr>
            <p:ph type="pic" sz="quarter" idx="14"/>
          </p:nvPr>
        </p:nvSpPr>
        <p:spPr>
          <a:xfrm>
            <a:off x="0" y="833754"/>
            <a:ext cx="4630738" cy="5383213"/>
          </a:xfrm>
        </p:spPr>
        <p:txBody>
          <a:bodyPr/>
          <a:lstStyle>
            <a:lvl1pPr>
              <a:defRPr sz="1800"/>
            </a:lvl1pPr>
          </a:lstStyle>
          <a:p>
            <a:endParaRPr lang="en-US" dirty="0"/>
          </a:p>
        </p:txBody>
      </p:sp>
      <p:sp>
        <p:nvSpPr>
          <p:cNvPr id="27" name="Content Placeholder 26">
            <a:extLst>
              <a:ext uri="{FF2B5EF4-FFF2-40B4-BE49-F238E27FC236}">
                <a16:creationId xmlns:a16="http://schemas.microsoft.com/office/drawing/2014/main" id="{DBAB8C3B-6C0C-4BA9-A74F-84173D6ED8BC}"/>
              </a:ext>
            </a:extLst>
          </p:cNvPr>
          <p:cNvSpPr>
            <a:spLocks noGrp="1"/>
          </p:cNvSpPr>
          <p:nvPr>
            <p:ph sz="quarter" idx="15"/>
          </p:nvPr>
        </p:nvSpPr>
        <p:spPr>
          <a:xfrm>
            <a:off x="4986635" y="2347371"/>
            <a:ext cx="6938666" cy="3869279"/>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B93CB14-5DCA-432D-9119-DFFA8C9EDBFB}"/>
              </a:ext>
            </a:extLst>
          </p:cNvPr>
          <p:cNvSpPr>
            <a:spLocks noGrp="1"/>
          </p:cNvSpPr>
          <p:nvPr>
            <p:ph type="title" hasCustomPrompt="1"/>
          </p:nvPr>
        </p:nvSpPr>
        <p:spPr>
          <a:xfrm>
            <a:off x="4986634" y="800100"/>
            <a:ext cx="693866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3" name="Text Placeholder 22">
            <a:extLst>
              <a:ext uri="{FF2B5EF4-FFF2-40B4-BE49-F238E27FC236}">
                <a16:creationId xmlns:a16="http://schemas.microsoft.com/office/drawing/2014/main" id="{398FE2EE-862D-4B92-9BAC-800C28EBE44E}"/>
              </a:ext>
            </a:extLst>
          </p:cNvPr>
          <p:cNvSpPr>
            <a:spLocks noGrp="1"/>
          </p:cNvSpPr>
          <p:nvPr>
            <p:ph type="body" sz="quarter" idx="13"/>
          </p:nvPr>
        </p:nvSpPr>
        <p:spPr>
          <a:xfrm>
            <a:off x="4986634" y="1539687"/>
            <a:ext cx="6938666"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28" name="Straight Connector 27">
            <a:extLst>
              <a:ext uri="{FF2B5EF4-FFF2-40B4-BE49-F238E27FC236}">
                <a16:creationId xmlns:a16="http://schemas.microsoft.com/office/drawing/2014/main" id="{C65FD377-DD32-429D-AC7D-65038C31E59D}"/>
              </a:ext>
            </a:extLst>
          </p:cNvPr>
          <p:cNvCxnSpPr>
            <a:cxnSpLocks/>
          </p:cNvCxnSpPr>
          <p:nvPr userDrawn="1"/>
        </p:nvCxnSpPr>
        <p:spPr>
          <a:xfrm>
            <a:off x="260652" y="6591300"/>
            <a:ext cx="11670697" cy="0"/>
          </a:xfrm>
          <a:prstGeom prst="line">
            <a:avLst/>
          </a:prstGeom>
          <a:ln>
            <a:solidFill>
              <a:srgbClr val="111121"/>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EAC397CE-908B-41AE-9533-907260FB6D26}"/>
              </a:ext>
            </a:extLst>
          </p:cNvPr>
          <p:cNvSpPr>
            <a:spLocks noGrp="1"/>
          </p:cNvSpPr>
          <p:nvPr>
            <p:ph type="sldNum" sz="quarter" idx="12"/>
          </p:nvPr>
        </p:nvSpPr>
        <p:spPr>
          <a:xfrm>
            <a:off x="9188149" y="6590985"/>
            <a:ext cx="2743200" cy="130490"/>
          </a:xfrm>
        </p:spPr>
        <p:txBody>
          <a:bodyPr/>
          <a:lstStyle>
            <a:lvl1pPr>
              <a:defRPr sz="1050"/>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24839393-D8FC-6B16-EE2C-9C4459EBBB90}"/>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7925593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Dark_Content with image">
    <p:spTree>
      <p:nvGrpSpPr>
        <p:cNvPr id="1" name=""/>
        <p:cNvGrpSpPr/>
        <p:nvPr/>
      </p:nvGrpSpPr>
      <p:grpSpPr>
        <a:xfrm>
          <a:off x="0" y="0"/>
          <a:ext cx="0" cy="0"/>
          <a:chOff x="0" y="0"/>
          <a:chExt cx="0" cy="0"/>
        </a:xfrm>
      </p:grpSpPr>
      <p:pic>
        <p:nvPicPr>
          <p:cNvPr id="22" name="Picture 21" descr="A picture containing food, bird&#10;&#10;Description automatically generated">
            <a:extLst>
              <a:ext uri="{FF2B5EF4-FFF2-40B4-BE49-F238E27FC236}">
                <a16:creationId xmlns:a16="http://schemas.microsoft.com/office/drawing/2014/main" id="{302E485F-A20C-45D3-8683-F038ED676AF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1185"/>
          <a:stretch/>
        </p:blipFill>
        <p:spPr>
          <a:xfrm>
            <a:off x="60439" y="397195"/>
            <a:ext cx="11870910" cy="6043809"/>
          </a:xfrm>
          <a:prstGeom prst="rect">
            <a:avLst/>
          </a:prstGeom>
          <a:ln>
            <a:noFill/>
          </a:ln>
        </p:spPr>
      </p:pic>
      <p:sp>
        <p:nvSpPr>
          <p:cNvPr id="24" name="Freeform: Shape 23">
            <a:extLst>
              <a:ext uri="{FF2B5EF4-FFF2-40B4-BE49-F238E27FC236}">
                <a16:creationId xmlns:a16="http://schemas.microsoft.com/office/drawing/2014/main" id="{276EEA70-60B7-41E1-B4E6-D6F6AD2B173A}"/>
              </a:ext>
            </a:extLst>
          </p:cNvPr>
          <p:cNvSpPr/>
          <p:nvPr userDrawn="1"/>
        </p:nvSpPr>
        <p:spPr>
          <a:xfrm flipH="1">
            <a:off x="0" y="0"/>
            <a:ext cx="12191999" cy="6858000"/>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0" name="Title 1">
            <a:extLst>
              <a:ext uri="{FF2B5EF4-FFF2-40B4-BE49-F238E27FC236}">
                <a16:creationId xmlns:a16="http://schemas.microsoft.com/office/drawing/2014/main" id="{D7B77372-99FB-425E-A87E-EA6484A8E6EE}"/>
              </a:ext>
            </a:extLst>
          </p:cNvPr>
          <p:cNvSpPr>
            <a:spLocks noGrp="1"/>
          </p:cNvSpPr>
          <p:nvPr>
            <p:ph type="title" hasCustomPrompt="1"/>
          </p:nvPr>
        </p:nvSpPr>
        <p:spPr>
          <a:xfrm>
            <a:off x="269526" y="233362"/>
            <a:ext cx="10884429"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1" name="Text Placeholder 22">
            <a:extLst>
              <a:ext uri="{FF2B5EF4-FFF2-40B4-BE49-F238E27FC236}">
                <a16:creationId xmlns:a16="http://schemas.microsoft.com/office/drawing/2014/main" id="{845AFEF9-EC52-4408-9B06-8C75CC054430}"/>
              </a:ext>
            </a:extLst>
          </p:cNvPr>
          <p:cNvSpPr>
            <a:spLocks noGrp="1"/>
          </p:cNvSpPr>
          <p:nvPr>
            <p:ph type="body" sz="quarter" idx="14"/>
          </p:nvPr>
        </p:nvSpPr>
        <p:spPr>
          <a:xfrm>
            <a:off x="269526" y="837645"/>
            <a:ext cx="10884429"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
        <p:nvSpPr>
          <p:cNvPr id="29" name="Picture Placeholder 3">
            <a:extLst>
              <a:ext uri="{FF2B5EF4-FFF2-40B4-BE49-F238E27FC236}">
                <a16:creationId xmlns:a16="http://schemas.microsoft.com/office/drawing/2014/main" id="{7EE1031D-DEBE-4791-A756-7A2B94032ACD}"/>
              </a:ext>
            </a:extLst>
          </p:cNvPr>
          <p:cNvSpPr>
            <a:spLocks noGrp="1"/>
          </p:cNvSpPr>
          <p:nvPr>
            <p:ph type="pic" sz="quarter" idx="15"/>
          </p:nvPr>
        </p:nvSpPr>
        <p:spPr>
          <a:xfrm>
            <a:off x="260350" y="1562100"/>
            <a:ext cx="6653213" cy="3724275"/>
          </a:xfrm>
        </p:spPr>
        <p:txBody>
          <a:bodyPr>
            <a:normAutofit/>
          </a:bodyPr>
          <a:lstStyle>
            <a:lvl1pPr>
              <a:defRPr sz="1800"/>
            </a:lvl1pPr>
          </a:lstStyle>
          <a:p>
            <a:endParaRPr lang="en-US" dirty="0"/>
          </a:p>
        </p:txBody>
      </p:sp>
      <p:sp>
        <p:nvSpPr>
          <p:cNvPr id="31" name="Content Placeholder 26">
            <a:extLst>
              <a:ext uri="{FF2B5EF4-FFF2-40B4-BE49-F238E27FC236}">
                <a16:creationId xmlns:a16="http://schemas.microsoft.com/office/drawing/2014/main" id="{B38286D4-4F77-40ED-8218-BE27CF120122}"/>
              </a:ext>
            </a:extLst>
          </p:cNvPr>
          <p:cNvSpPr>
            <a:spLocks noGrp="1"/>
          </p:cNvSpPr>
          <p:nvPr>
            <p:ph sz="quarter" idx="16"/>
          </p:nvPr>
        </p:nvSpPr>
        <p:spPr>
          <a:xfrm>
            <a:off x="266701" y="5436355"/>
            <a:ext cx="6653214" cy="88824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Graphic 12">
            <a:extLst>
              <a:ext uri="{FF2B5EF4-FFF2-40B4-BE49-F238E27FC236}">
                <a16:creationId xmlns:a16="http://schemas.microsoft.com/office/drawing/2014/main" id="{CFD4A1EA-9304-4D18-A3EC-B4CA8D44597D}"/>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55E80D79-A6B3-456F-8FE6-9CE84FAB33D5}"/>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E24706E2-EE15-414E-ADEB-8A58864C5594}"/>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65F97014-F5FF-C167-C90F-23E45243915A}"/>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24238856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Dark_Content with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91C78A-9122-4DC0-821D-DF92D6C64124}"/>
              </a:ext>
            </a:extLst>
          </p:cNvPr>
          <p:cNvSpPr/>
          <p:nvPr userDrawn="1"/>
        </p:nvSpPr>
        <p:spPr>
          <a:xfrm>
            <a:off x="266700" y="233362"/>
            <a:ext cx="11664649" cy="62005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Freeform: Shape 23">
            <a:extLst>
              <a:ext uri="{FF2B5EF4-FFF2-40B4-BE49-F238E27FC236}">
                <a16:creationId xmlns:a16="http://schemas.microsoft.com/office/drawing/2014/main" id="{276EEA70-60B7-41E1-B4E6-D6F6AD2B173A}"/>
              </a:ext>
            </a:extLst>
          </p:cNvPr>
          <p:cNvSpPr/>
          <p:nvPr userDrawn="1"/>
        </p:nvSpPr>
        <p:spPr>
          <a:xfrm flipH="1">
            <a:off x="0" y="0"/>
            <a:ext cx="12191999" cy="6858000"/>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0" name="Title 1">
            <a:extLst>
              <a:ext uri="{FF2B5EF4-FFF2-40B4-BE49-F238E27FC236}">
                <a16:creationId xmlns:a16="http://schemas.microsoft.com/office/drawing/2014/main" id="{D7B77372-99FB-425E-A87E-EA6484A8E6EE}"/>
              </a:ext>
            </a:extLst>
          </p:cNvPr>
          <p:cNvSpPr>
            <a:spLocks noGrp="1"/>
          </p:cNvSpPr>
          <p:nvPr>
            <p:ph type="title" hasCustomPrompt="1"/>
          </p:nvPr>
        </p:nvSpPr>
        <p:spPr>
          <a:xfrm>
            <a:off x="269526" y="233362"/>
            <a:ext cx="1086717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21" name="Text Placeholder 22">
            <a:extLst>
              <a:ext uri="{FF2B5EF4-FFF2-40B4-BE49-F238E27FC236}">
                <a16:creationId xmlns:a16="http://schemas.microsoft.com/office/drawing/2014/main" id="{845AFEF9-EC52-4408-9B06-8C75CC054430}"/>
              </a:ext>
            </a:extLst>
          </p:cNvPr>
          <p:cNvSpPr>
            <a:spLocks noGrp="1"/>
          </p:cNvSpPr>
          <p:nvPr>
            <p:ph type="body" sz="quarter" idx="14"/>
          </p:nvPr>
        </p:nvSpPr>
        <p:spPr>
          <a:xfrm>
            <a:off x="269526" y="837645"/>
            <a:ext cx="10867176"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
        <p:nvSpPr>
          <p:cNvPr id="29" name="Picture Placeholder 3">
            <a:extLst>
              <a:ext uri="{FF2B5EF4-FFF2-40B4-BE49-F238E27FC236}">
                <a16:creationId xmlns:a16="http://schemas.microsoft.com/office/drawing/2014/main" id="{7EE1031D-DEBE-4791-A756-7A2B94032ACD}"/>
              </a:ext>
            </a:extLst>
          </p:cNvPr>
          <p:cNvSpPr>
            <a:spLocks noGrp="1"/>
          </p:cNvSpPr>
          <p:nvPr>
            <p:ph type="pic" sz="quarter" idx="15"/>
          </p:nvPr>
        </p:nvSpPr>
        <p:spPr>
          <a:xfrm>
            <a:off x="260350" y="1562100"/>
            <a:ext cx="6653213" cy="3724275"/>
          </a:xfrm>
        </p:spPr>
        <p:txBody>
          <a:bodyPr/>
          <a:lstStyle>
            <a:lvl1pPr>
              <a:defRPr sz="1800"/>
            </a:lvl1pPr>
          </a:lstStyle>
          <a:p>
            <a:endParaRPr lang="en-US" dirty="0"/>
          </a:p>
        </p:txBody>
      </p:sp>
      <p:sp>
        <p:nvSpPr>
          <p:cNvPr id="31" name="Content Placeholder 26">
            <a:extLst>
              <a:ext uri="{FF2B5EF4-FFF2-40B4-BE49-F238E27FC236}">
                <a16:creationId xmlns:a16="http://schemas.microsoft.com/office/drawing/2014/main" id="{B38286D4-4F77-40ED-8218-BE27CF120122}"/>
              </a:ext>
            </a:extLst>
          </p:cNvPr>
          <p:cNvSpPr>
            <a:spLocks noGrp="1"/>
          </p:cNvSpPr>
          <p:nvPr>
            <p:ph sz="quarter" idx="16"/>
          </p:nvPr>
        </p:nvSpPr>
        <p:spPr>
          <a:xfrm>
            <a:off x="266701" y="5436355"/>
            <a:ext cx="6653214" cy="88824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Graphic 12">
            <a:extLst>
              <a:ext uri="{FF2B5EF4-FFF2-40B4-BE49-F238E27FC236}">
                <a16:creationId xmlns:a16="http://schemas.microsoft.com/office/drawing/2014/main" id="{5AE2C955-DDB3-4479-BA92-A2C840DA583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69804" y="6486339"/>
            <a:ext cx="155496" cy="209919"/>
          </a:xfrm>
          <a:prstGeom prst="rect">
            <a:avLst/>
          </a:prstGeom>
        </p:spPr>
      </p:pic>
      <p:cxnSp>
        <p:nvCxnSpPr>
          <p:cNvPr id="14" name="Straight Connector 13">
            <a:extLst>
              <a:ext uri="{FF2B5EF4-FFF2-40B4-BE49-F238E27FC236}">
                <a16:creationId xmlns:a16="http://schemas.microsoft.com/office/drawing/2014/main" id="{A30F8778-FD25-4C51-BD26-F0A9E0A0559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5" name="Slide Number Placeholder 3">
            <a:extLst>
              <a:ext uri="{FF2B5EF4-FFF2-40B4-BE49-F238E27FC236}">
                <a16:creationId xmlns:a16="http://schemas.microsoft.com/office/drawing/2014/main" id="{99C74A3D-6904-45EB-BE91-3F3A1C38C73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4" name="Picture 3">
            <a:extLst>
              <a:ext uri="{FF2B5EF4-FFF2-40B4-BE49-F238E27FC236}">
                <a16:creationId xmlns:a16="http://schemas.microsoft.com/office/drawing/2014/main" id="{4B7F1C18-34BA-DFA5-B259-C43B99029E49}"/>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0580183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ark_Content with image diagonal">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774B0C2E-279F-4260-80A9-F76305BD15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27041" y="-226"/>
            <a:ext cx="6664960" cy="6857121"/>
          </a:xfrm>
          <a:prstGeom prst="rect">
            <a:avLst/>
          </a:prstGeom>
        </p:spPr>
      </p:pic>
      <p:pic>
        <p:nvPicPr>
          <p:cNvPr id="20" name="Graphic 19">
            <a:extLst>
              <a:ext uri="{FF2B5EF4-FFF2-40B4-BE49-F238E27FC236}">
                <a16:creationId xmlns:a16="http://schemas.microsoft.com/office/drawing/2014/main" id="{CA986B22-40C0-40A0-9A92-503C5C0D809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V="1">
            <a:off x="11582400" y="6288311"/>
            <a:ext cx="609600" cy="569686"/>
          </a:xfrm>
          <a:prstGeom prst="rect">
            <a:avLst/>
          </a:prstGeom>
        </p:spPr>
      </p:pic>
      <p:sp>
        <p:nvSpPr>
          <p:cNvPr id="21" name="Slide Number Placeholder 5">
            <a:extLst>
              <a:ext uri="{FF2B5EF4-FFF2-40B4-BE49-F238E27FC236}">
                <a16:creationId xmlns:a16="http://schemas.microsoft.com/office/drawing/2014/main" id="{6BE737A2-75DC-4B66-89EB-837B2647B6D8}"/>
              </a:ext>
            </a:extLst>
          </p:cNvPr>
          <p:cNvSpPr>
            <a:spLocks noGrp="1"/>
          </p:cNvSpPr>
          <p:nvPr>
            <p:ph type="sldNum" sz="quarter" idx="12"/>
          </p:nvPr>
        </p:nvSpPr>
        <p:spPr>
          <a:xfrm>
            <a:off x="11690430" y="6288311"/>
            <a:ext cx="401256" cy="501647"/>
          </a:xfrm>
        </p:spPr>
        <p:txBody>
          <a:bodyPr/>
          <a:lstStyle>
            <a:lvl1pPr>
              <a:defRPr sz="1050"/>
            </a:lvl1pPr>
          </a:lstStyle>
          <a:p>
            <a:fld id="{743B1F26-96D9-40A6-83AD-00943405493D}" type="slidenum">
              <a:rPr lang="en-US" smtClean="0"/>
              <a:pPr/>
              <a:t>‹#›</a:t>
            </a:fld>
            <a:endParaRPr lang="en-US" dirty="0"/>
          </a:p>
        </p:txBody>
      </p:sp>
      <p:sp>
        <p:nvSpPr>
          <p:cNvPr id="26" name="Picture Placeholder 3">
            <a:extLst>
              <a:ext uri="{FF2B5EF4-FFF2-40B4-BE49-F238E27FC236}">
                <a16:creationId xmlns:a16="http://schemas.microsoft.com/office/drawing/2014/main" id="{24E11BB6-0371-4037-AD85-9FA125788DB9}"/>
              </a:ext>
            </a:extLst>
          </p:cNvPr>
          <p:cNvSpPr>
            <a:spLocks noGrp="1"/>
          </p:cNvSpPr>
          <p:nvPr>
            <p:ph type="pic" sz="quarter" idx="13"/>
          </p:nvPr>
        </p:nvSpPr>
        <p:spPr>
          <a:xfrm>
            <a:off x="2354612" y="0"/>
            <a:ext cx="9567862" cy="6288088"/>
          </a:xfrm>
        </p:spPr>
        <p:txBody>
          <a:bodyPr>
            <a:normAutofit/>
          </a:bodyPr>
          <a:lstStyle>
            <a:lvl1pPr>
              <a:defRPr sz="1800"/>
            </a:lvl1pPr>
          </a:lstStyle>
          <a:p>
            <a:endParaRPr lang="en-US" dirty="0"/>
          </a:p>
        </p:txBody>
      </p:sp>
      <p:sp>
        <p:nvSpPr>
          <p:cNvPr id="34" name="Graphic 3">
            <a:extLst>
              <a:ext uri="{FF2B5EF4-FFF2-40B4-BE49-F238E27FC236}">
                <a16:creationId xmlns:a16="http://schemas.microsoft.com/office/drawing/2014/main" id="{C0A0F3B2-7235-41D3-9460-C32D3B371B32}"/>
              </a:ext>
            </a:extLst>
          </p:cNvPr>
          <p:cNvSpPr/>
          <p:nvPr userDrawn="1"/>
        </p:nvSpPr>
        <p:spPr>
          <a:xfrm flipH="1">
            <a:off x="-2" y="0"/>
            <a:ext cx="9772652"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29" name="Title 1">
            <a:extLst>
              <a:ext uri="{FF2B5EF4-FFF2-40B4-BE49-F238E27FC236}">
                <a16:creationId xmlns:a16="http://schemas.microsoft.com/office/drawing/2014/main" id="{13386DF7-66BE-44E6-8AE1-37084B9FDED1}"/>
              </a:ext>
            </a:extLst>
          </p:cNvPr>
          <p:cNvSpPr>
            <a:spLocks noGrp="1"/>
          </p:cNvSpPr>
          <p:nvPr>
            <p:ph type="title" hasCustomPrompt="1"/>
          </p:nvPr>
        </p:nvSpPr>
        <p:spPr>
          <a:xfrm>
            <a:off x="269525" y="233362"/>
            <a:ext cx="7865071"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31" name="Text Placeholder 22">
            <a:extLst>
              <a:ext uri="{FF2B5EF4-FFF2-40B4-BE49-F238E27FC236}">
                <a16:creationId xmlns:a16="http://schemas.microsoft.com/office/drawing/2014/main" id="{772D0A84-3E4F-49C5-9AE8-327CCBE035FE}"/>
              </a:ext>
            </a:extLst>
          </p:cNvPr>
          <p:cNvSpPr>
            <a:spLocks noGrp="1"/>
          </p:cNvSpPr>
          <p:nvPr>
            <p:ph type="body" sz="quarter" idx="14"/>
          </p:nvPr>
        </p:nvSpPr>
        <p:spPr>
          <a:xfrm>
            <a:off x="269525" y="837645"/>
            <a:ext cx="7865071" cy="566738"/>
          </a:xfrm>
        </p:spPr>
        <p:txBody>
          <a:bodyPr>
            <a:normAutofit/>
          </a:bodyPr>
          <a:lstStyle>
            <a:lvl1pPr>
              <a:defRPr sz="2000" b="0">
                <a:solidFill>
                  <a:schemeClr val="tx1"/>
                </a:solidFill>
                <a:latin typeface="Arial" panose="020B0604020202020204" pitchFamily="34" charset="0"/>
              </a:defRPr>
            </a:lvl1pPr>
          </a:lstStyle>
          <a:p>
            <a:pPr lvl="0"/>
            <a:r>
              <a:rPr lang="en-US" dirty="0"/>
              <a:t>Click to edit Master text styles</a:t>
            </a:r>
          </a:p>
        </p:txBody>
      </p:sp>
      <p:sp>
        <p:nvSpPr>
          <p:cNvPr id="32" name="Content Placeholder 26">
            <a:extLst>
              <a:ext uri="{FF2B5EF4-FFF2-40B4-BE49-F238E27FC236}">
                <a16:creationId xmlns:a16="http://schemas.microsoft.com/office/drawing/2014/main" id="{86857AE1-27E8-4BBC-9A47-A48FE2DE9AD1}"/>
              </a:ext>
            </a:extLst>
          </p:cNvPr>
          <p:cNvSpPr>
            <a:spLocks noGrp="1"/>
          </p:cNvSpPr>
          <p:nvPr>
            <p:ph sz="quarter" idx="15"/>
          </p:nvPr>
        </p:nvSpPr>
        <p:spPr>
          <a:xfrm>
            <a:off x="266700" y="1708185"/>
            <a:ext cx="6459220" cy="241677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2657F688-62BD-DA9D-884A-63154636AA7A}"/>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8403936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Dark_content with image squa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AB92927-53FD-4C4F-A02F-6CD2689F1058}"/>
              </a:ext>
            </a:extLst>
          </p:cNvPr>
          <p:cNvSpPr>
            <a:spLocks noGrp="1"/>
          </p:cNvSpPr>
          <p:nvPr>
            <p:ph type="pic" sz="quarter" idx="16" hasCustomPrompt="1"/>
          </p:nvPr>
        </p:nvSpPr>
        <p:spPr>
          <a:xfrm>
            <a:off x="5319713" y="277813"/>
            <a:ext cx="6872287" cy="6584950"/>
          </a:xfrm>
          <a:prstGeom prst="snip1Rect">
            <a:avLst>
              <a:gd name="adj" fmla="val 49713"/>
            </a:avLst>
          </a:prstGeom>
        </p:spPr>
        <p:txBody>
          <a:bodyPr/>
          <a:lstStyle>
            <a:lvl1pPr>
              <a:defRPr sz="1800">
                <a:solidFill>
                  <a:schemeClr val="bg1"/>
                </a:solidFill>
              </a:defRPr>
            </a:lvl1pPr>
          </a:lstStyle>
          <a:p>
            <a:r>
              <a:rPr lang="en-US" dirty="0"/>
              <a:t>Click to add image</a:t>
            </a:r>
          </a:p>
        </p:txBody>
      </p:sp>
      <p:sp>
        <p:nvSpPr>
          <p:cNvPr id="29" name="Title 1">
            <a:extLst>
              <a:ext uri="{FF2B5EF4-FFF2-40B4-BE49-F238E27FC236}">
                <a16:creationId xmlns:a16="http://schemas.microsoft.com/office/drawing/2014/main" id="{13386DF7-66BE-44E6-8AE1-37084B9FDED1}"/>
              </a:ext>
            </a:extLst>
          </p:cNvPr>
          <p:cNvSpPr>
            <a:spLocks noGrp="1"/>
          </p:cNvSpPr>
          <p:nvPr>
            <p:ph type="title" hasCustomPrompt="1"/>
          </p:nvPr>
        </p:nvSpPr>
        <p:spPr>
          <a:xfrm>
            <a:off x="269526" y="233362"/>
            <a:ext cx="4851816" cy="571500"/>
          </a:xfrm>
        </p:spPr>
        <p:txBody>
          <a:bodyPr>
            <a:normAutofit/>
          </a:bodyPr>
          <a:lstStyle>
            <a:lvl1pPr>
              <a:defRPr sz="2800" b="1">
                <a:solidFill>
                  <a:schemeClr val="tx1"/>
                </a:solidFill>
                <a:latin typeface="Arial" panose="020B0604020202020204" pitchFamily="34" charset="0"/>
              </a:defRPr>
            </a:lvl1pPr>
          </a:lstStyle>
          <a:p>
            <a:r>
              <a:rPr lang="en-US" dirty="0"/>
              <a:t>INSERT TEXT HERE</a:t>
            </a:r>
          </a:p>
        </p:txBody>
      </p:sp>
      <p:sp>
        <p:nvSpPr>
          <p:cNvPr id="31" name="Text Placeholder 22">
            <a:extLst>
              <a:ext uri="{FF2B5EF4-FFF2-40B4-BE49-F238E27FC236}">
                <a16:creationId xmlns:a16="http://schemas.microsoft.com/office/drawing/2014/main" id="{772D0A84-3E4F-49C5-9AE8-327CCBE035FE}"/>
              </a:ext>
            </a:extLst>
          </p:cNvPr>
          <p:cNvSpPr>
            <a:spLocks noGrp="1"/>
          </p:cNvSpPr>
          <p:nvPr>
            <p:ph type="body" sz="quarter" idx="14"/>
          </p:nvPr>
        </p:nvSpPr>
        <p:spPr>
          <a:xfrm>
            <a:off x="266700" y="832931"/>
            <a:ext cx="4851816"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
        <p:nvSpPr>
          <p:cNvPr id="32" name="Content Placeholder 26">
            <a:extLst>
              <a:ext uri="{FF2B5EF4-FFF2-40B4-BE49-F238E27FC236}">
                <a16:creationId xmlns:a16="http://schemas.microsoft.com/office/drawing/2014/main" id="{86857AE1-27E8-4BBC-9A47-A48FE2DE9AD1}"/>
              </a:ext>
            </a:extLst>
          </p:cNvPr>
          <p:cNvSpPr>
            <a:spLocks noGrp="1"/>
          </p:cNvSpPr>
          <p:nvPr>
            <p:ph sz="quarter" idx="15"/>
          </p:nvPr>
        </p:nvSpPr>
        <p:spPr>
          <a:xfrm>
            <a:off x="266700" y="1708185"/>
            <a:ext cx="4853940" cy="4883115"/>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2" name="Group 11">
            <a:extLst>
              <a:ext uri="{FF2B5EF4-FFF2-40B4-BE49-F238E27FC236}">
                <a16:creationId xmlns:a16="http://schemas.microsoft.com/office/drawing/2014/main" id="{23541ED6-C1A0-4C02-84DC-DA9964881E00}"/>
              </a:ext>
            </a:extLst>
          </p:cNvPr>
          <p:cNvGrpSpPr/>
          <p:nvPr userDrawn="1"/>
        </p:nvGrpSpPr>
        <p:grpSpPr>
          <a:xfrm>
            <a:off x="5320280" y="-3533"/>
            <a:ext cx="6871720" cy="6861533"/>
            <a:chOff x="5320280" y="-3533"/>
            <a:chExt cx="6871720" cy="6861533"/>
          </a:xfrm>
        </p:grpSpPr>
        <p:sp>
          <p:nvSpPr>
            <p:cNvPr id="27" name="Right Triangle 26">
              <a:extLst>
                <a:ext uri="{FF2B5EF4-FFF2-40B4-BE49-F238E27FC236}">
                  <a16:creationId xmlns:a16="http://schemas.microsoft.com/office/drawing/2014/main" id="{719038C2-5302-47FD-96B7-8511C8452C2D}"/>
                </a:ext>
              </a:extLst>
            </p:cNvPr>
            <p:cNvSpPr/>
            <p:nvPr userDrawn="1"/>
          </p:nvSpPr>
          <p:spPr>
            <a:xfrm rot="10800000">
              <a:off x="8633864" y="-3533"/>
              <a:ext cx="3556863" cy="3587345"/>
            </a:xfrm>
            <a:custGeom>
              <a:avLst/>
              <a:gdLst>
                <a:gd name="connsiteX0" fmla="*/ 0 w 3535680"/>
                <a:gd name="connsiteY0" fmla="*/ 3566162 h 3566162"/>
                <a:gd name="connsiteX1" fmla="*/ 0 w 3535680"/>
                <a:gd name="connsiteY1" fmla="*/ 0 h 3566162"/>
                <a:gd name="connsiteX2" fmla="*/ 3535680 w 3535680"/>
                <a:gd name="connsiteY2" fmla="*/ 3566162 h 3566162"/>
                <a:gd name="connsiteX3" fmla="*/ 0 w 3535680"/>
                <a:gd name="connsiteY3" fmla="*/ 3566162 h 3566162"/>
                <a:gd name="connsiteX0" fmla="*/ 0 w 3556863"/>
                <a:gd name="connsiteY0" fmla="*/ 3569692 h 3569692"/>
                <a:gd name="connsiteX1" fmla="*/ 21183 w 3556863"/>
                <a:gd name="connsiteY1" fmla="*/ 0 h 3569692"/>
                <a:gd name="connsiteX2" fmla="*/ 3556863 w 3556863"/>
                <a:gd name="connsiteY2" fmla="*/ 3566162 h 3569692"/>
                <a:gd name="connsiteX3" fmla="*/ 0 w 3556863"/>
                <a:gd name="connsiteY3" fmla="*/ 3569692 h 3569692"/>
                <a:gd name="connsiteX0" fmla="*/ 0 w 3556863"/>
                <a:gd name="connsiteY0" fmla="*/ 3587345 h 3587345"/>
                <a:gd name="connsiteX1" fmla="*/ 0 w 3556863"/>
                <a:gd name="connsiteY1" fmla="*/ 0 h 3587345"/>
                <a:gd name="connsiteX2" fmla="*/ 3556863 w 3556863"/>
                <a:gd name="connsiteY2" fmla="*/ 3583815 h 3587345"/>
                <a:gd name="connsiteX3" fmla="*/ 0 w 3556863"/>
                <a:gd name="connsiteY3" fmla="*/ 3587345 h 3587345"/>
              </a:gdLst>
              <a:ahLst/>
              <a:cxnLst>
                <a:cxn ang="0">
                  <a:pos x="connsiteX0" y="connsiteY0"/>
                </a:cxn>
                <a:cxn ang="0">
                  <a:pos x="connsiteX1" y="connsiteY1"/>
                </a:cxn>
                <a:cxn ang="0">
                  <a:pos x="connsiteX2" y="connsiteY2"/>
                </a:cxn>
                <a:cxn ang="0">
                  <a:pos x="connsiteX3" y="connsiteY3"/>
                </a:cxn>
              </a:cxnLst>
              <a:rect l="l" t="t" r="r" b="b"/>
              <a:pathLst>
                <a:path w="3556863" h="3587345">
                  <a:moveTo>
                    <a:pt x="0" y="3587345"/>
                  </a:moveTo>
                  <a:lnTo>
                    <a:pt x="0" y="0"/>
                  </a:lnTo>
                  <a:lnTo>
                    <a:pt x="3556863" y="3583815"/>
                  </a:lnTo>
                  <a:lnTo>
                    <a:pt x="0" y="358734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600" dirty="0">
                <a:latin typeface="Arial" panose="020B0604020202020204" pitchFamily="34" charset="0"/>
              </a:endParaRPr>
            </a:p>
          </p:txBody>
        </p:sp>
        <p:sp>
          <p:nvSpPr>
            <p:cNvPr id="10" name="Right Triangle 9">
              <a:extLst>
                <a:ext uri="{FF2B5EF4-FFF2-40B4-BE49-F238E27FC236}">
                  <a16:creationId xmlns:a16="http://schemas.microsoft.com/office/drawing/2014/main" id="{D290BCFC-8A04-45B1-9BBF-79AE810ACAB3}"/>
                </a:ext>
              </a:extLst>
            </p:cNvPr>
            <p:cNvSpPr/>
            <p:nvPr userDrawn="1"/>
          </p:nvSpPr>
          <p:spPr>
            <a:xfrm rot="10800000">
              <a:off x="8920480" y="278606"/>
              <a:ext cx="3004820" cy="3024189"/>
            </a:xfrm>
            <a:prstGeom prst="rtTriangle">
              <a:avLst/>
            </a:prstGeom>
            <a:solidFill>
              <a:schemeClr val="accent3"/>
            </a:solidFill>
            <a:ln>
              <a:solidFill>
                <a:srgbClr val="CCAB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4" name="Freeform: Shape 13">
              <a:extLst>
                <a:ext uri="{FF2B5EF4-FFF2-40B4-BE49-F238E27FC236}">
                  <a16:creationId xmlns:a16="http://schemas.microsoft.com/office/drawing/2014/main" id="{A8CC87B4-471C-438F-B613-FFC0D76C2871}"/>
                </a:ext>
              </a:extLst>
            </p:cNvPr>
            <p:cNvSpPr/>
            <p:nvPr userDrawn="1"/>
          </p:nvSpPr>
          <p:spPr>
            <a:xfrm>
              <a:off x="5320280" y="274223"/>
              <a:ext cx="6871720" cy="6583777"/>
            </a:xfrm>
            <a:custGeom>
              <a:avLst/>
              <a:gdLst>
                <a:gd name="connsiteX0" fmla="*/ 0 w 5597123"/>
                <a:gd name="connsiteY0" fmla="*/ 0 h 5348376"/>
                <a:gd name="connsiteX1" fmla="*/ 2922935 w 5597123"/>
                <a:gd name="connsiteY1" fmla="*/ 0 h 5348376"/>
                <a:gd name="connsiteX2" fmla="*/ 5597123 w 5597123"/>
                <a:gd name="connsiteY2" fmla="*/ 2674188 h 5348376"/>
                <a:gd name="connsiteX3" fmla="*/ 5597123 w 5597123"/>
                <a:gd name="connsiteY3" fmla="*/ 5348376 h 5348376"/>
                <a:gd name="connsiteX4" fmla="*/ 0 w 5597123"/>
                <a:gd name="connsiteY4" fmla="*/ 5348376 h 5348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7123" h="5348376">
                  <a:moveTo>
                    <a:pt x="0" y="0"/>
                  </a:moveTo>
                  <a:lnTo>
                    <a:pt x="2922935" y="0"/>
                  </a:lnTo>
                  <a:lnTo>
                    <a:pt x="5597123" y="2674188"/>
                  </a:lnTo>
                  <a:lnTo>
                    <a:pt x="5597123" y="5348376"/>
                  </a:lnTo>
                  <a:lnTo>
                    <a:pt x="0" y="5348376"/>
                  </a:lnTo>
                  <a:close/>
                </a:path>
              </a:pathLst>
            </a:custGeom>
            <a:gradFill flip="none" rotWithShape="1">
              <a:gsLst>
                <a:gs pos="0">
                  <a:srgbClr val="08C2C2">
                    <a:alpha val="16000"/>
                  </a:srgbClr>
                </a:gs>
                <a:gs pos="57000">
                  <a:srgbClr val="111121">
                    <a:alpha val="37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latin typeface="Arial" panose="020B0604020202020204" pitchFamily="34" charset="0"/>
              </a:endParaRPr>
            </a:p>
          </p:txBody>
        </p:sp>
      </p:grpSp>
      <p:pic>
        <p:nvPicPr>
          <p:cNvPr id="3" name="Picture 2">
            <a:extLst>
              <a:ext uri="{FF2B5EF4-FFF2-40B4-BE49-F238E27FC236}">
                <a16:creationId xmlns:a16="http://schemas.microsoft.com/office/drawing/2014/main" id="{E6ECFCAD-739F-BBF5-1F18-91E3E9361B46}"/>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0262677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_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pic>
        <p:nvPicPr>
          <p:cNvPr id="52" name="Picture 51" descr="A picture containing laptop, computer, food&#10;&#10;Description automatically generated">
            <a:extLst>
              <a:ext uri="{FF2B5EF4-FFF2-40B4-BE49-F238E27FC236}">
                <a16:creationId xmlns:a16="http://schemas.microsoft.com/office/drawing/2014/main" id="{E9F7AD46-76E3-4588-A10B-3526E7FCFFF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562106"/>
            <a:ext cx="10447867" cy="5295893"/>
          </a:xfrm>
          <a:prstGeom prst="rect">
            <a:avLst/>
          </a:prstGeom>
        </p:spPr>
      </p:pic>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lstStyle>
            <a:lvl1pPr>
              <a:defRPr sz="1800">
                <a:solidFill>
                  <a:schemeClr val="bg1"/>
                </a:solidFill>
              </a:defRPr>
            </a:lvl1pPr>
          </a:lstStyle>
          <a:p>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lstStyle>
            <a:lvl1pPr>
              <a:defRPr sz="1800"/>
            </a:lvl1pPr>
          </a:lstStyle>
          <a:p>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lstStyle>
            <a:lvl1pPr>
              <a:defRPr sz="1800"/>
            </a:lvl1pPr>
          </a:lstStyle>
          <a:p>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lstStyle>
            <a:lvl1pPr>
              <a:defRPr sz="1800"/>
            </a:lvl1pPr>
          </a:lstStyle>
          <a:p>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100">
                <a:solidFill>
                  <a:schemeClr val="tx1"/>
                </a:solidFill>
              </a:defRPr>
            </a:lvl1pPr>
            <a:lvl2pPr>
              <a:defRPr sz="1100">
                <a:solidFill>
                  <a:schemeClr val="tx1"/>
                </a:solidFill>
              </a:defRPr>
            </a:lvl2pPr>
            <a:lvl3pPr>
              <a:defRPr sz="1100">
                <a:solidFill>
                  <a:schemeClr val="tx1"/>
                </a:solidFill>
              </a:defRPr>
            </a:lvl3pPr>
            <a:lvl4pPr>
              <a:defRPr sz="1100">
                <a:solidFill>
                  <a:schemeClr val="tx1"/>
                </a:solidFill>
              </a:defRPr>
            </a:lvl4pPr>
            <a:lvl5pPr>
              <a:defRPr sz="11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7" name="Straight Connector 16">
            <a:extLst>
              <a:ext uri="{FF2B5EF4-FFF2-40B4-BE49-F238E27FC236}">
                <a16:creationId xmlns:a16="http://schemas.microsoft.com/office/drawing/2014/main" id="{628CF13E-8EF2-42E7-B415-6A26DFC8F1EA}"/>
              </a:ext>
            </a:extLst>
          </p:cNvPr>
          <p:cNvCxnSpPr>
            <a:cxnSpLocks/>
          </p:cNvCxnSpPr>
          <p:nvPr userDrawn="1"/>
        </p:nvCxnSpPr>
        <p:spPr>
          <a:xfrm>
            <a:off x="793044"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7D1883A6-C904-4437-903F-F851541AB1A3}"/>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19" name="Straight Connector 18">
            <a:extLst>
              <a:ext uri="{FF2B5EF4-FFF2-40B4-BE49-F238E27FC236}">
                <a16:creationId xmlns:a16="http://schemas.microsoft.com/office/drawing/2014/main" id="{EE9F2148-7148-4767-9CC4-0679E5E4DE72}"/>
              </a:ext>
            </a:extLst>
          </p:cNvPr>
          <p:cNvCxnSpPr>
            <a:cxnSpLocks/>
          </p:cNvCxnSpPr>
          <p:nvPr userDrawn="1"/>
        </p:nvCxnSpPr>
        <p:spPr>
          <a:xfrm>
            <a:off x="0" y="6591300"/>
            <a:ext cx="11398956" cy="83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Slide Number Placeholder 3">
            <a:extLst>
              <a:ext uri="{FF2B5EF4-FFF2-40B4-BE49-F238E27FC236}">
                <a16:creationId xmlns:a16="http://schemas.microsoft.com/office/drawing/2014/main" id="{198BDE5C-C47C-4CC8-9D3C-C2C1B061F998}"/>
              </a:ext>
            </a:extLst>
          </p:cNvPr>
          <p:cNvSpPr>
            <a:spLocks noGrp="1"/>
          </p:cNvSpPr>
          <p:nvPr>
            <p:ph type="sldNum" sz="quarter" idx="20"/>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pic>
        <p:nvPicPr>
          <p:cNvPr id="2" name="Picture 1">
            <a:extLst>
              <a:ext uri="{FF2B5EF4-FFF2-40B4-BE49-F238E27FC236}">
                <a16:creationId xmlns:a16="http://schemas.microsoft.com/office/drawing/2014/main" id="{95FE296D-CA97-C584-030B-5FA41781B00D}"/>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09240491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 01">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152CE98C-9924-4CDE-8430-EA024D3C9C85}"/>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0940" r="32367" b="11681"/>
          <a:stretch/>
        </p:blipFill>
        <p:spPr>
          <a:xfrm rot="5400000">
            <a:off x="2666999" y="-2667001"/>
            <a:ext cx="6858000" cy="12192001"/>
          </a:xfrm>
          <a:prstGeom prst="rect">
            <a:avLst/>
          </a:prstGeom>
        </p:spPr>
      </p:pic>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732123"/>
            <a:ext cx="7508661" cy="1328738"/>
          </a:xfrm>
        </p:spPr>
        <p:txBody>
          <a:bodyPr>
            <a:noAutofit/>
          </a:bodyPr>
          <a:lstStyle>
            <a:lvl1pPr>
              <a:defRPr sz="2800" b="1">
                <a:solidFill>
                  <a:schemeClr val="bg1"/>
                </a:solidFill>
                <a:latin typeface="Arial" panose="020B0604020202020204" pitchFamily="34" charset="0"/>
              </a:defRPr>
            </a:lvl1pPr>
          </a:lstStyle>
          <a:p>
            <a:r>
              <a:rPr lang="en-US" dirty="0"/>
              <a:t>INSERT TEXT HERE</a:t>
            </a:r>
          </a:p>
        </p:txBody>
      </p:sp>
    </p:spTree>
    <p:extLst>
      <p:ext uri="{BB962C8B-B14F-4D97-AF65-F5344CB8AC3E}">
        <p14:creationId xmlns:p14="http://schemas.microsoft.com/office/powerpoint/2010/main" val="21222602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 0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6A629BC-41C7-40CA-8FF8-0D9E635D9FB2}"/>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2374" t="14928" r="22374" b="14927"/>
          <a:stretch/>
        </p:blipFill>
        <p:spPr>
          <a:xfrm rot="5400000">
            <a:off x="2666999" y="-2667001"/>
            <a:ext cx="6858000" cy="12192002"/>
          </a:xfrm>
          <a:prstGeom prst="rect">
            <a:avLst/>
          </a:prstGeom>
        </p:spPr>
      </p:pic>
      <p:sp>
        <p:nvSpPr>
          <p:cNvPr id="8" name="Title 1">
            <a:extLst>
              <a:ext uri="{FF2B5EF4-FFF2-40B4-BE49-F238E27FC236}">
                <a16:creationId xmlns:a16="http://schemas.microsoft.com/office/drawing/2014/main" id="{872EE01B-EA4F-47E5-AF4C-830B92A1B819}"/>
              </a:ext>
            </a:extLst>
          </p:cNvPr>
          <p:cNvSpPr>
            <a:spLocks noGrp="1"/>
          </p:cNvSpPr>
          <p:nvPr>
            <p:ph type="title" hasCustomPrompt="1"/>
          </p:nvPr>
        </p:nvSpPr>
        <p:spPr>
          <a:xfrm>
            <a:off x="269526" y="2764631"/>
            <a:ext cx="7508661" cy="1328738"/>
          </a:xfrm>
        </p:spPr>
        <p:txBody>
          <a:bodyPr>
            <a:noAutofit/>
          </a:bodyPr>
          <a:lstStyle>
            <a:lvl1pPr>
              <a:defRPr sz="2800" b="1">
                <a:solidFill>
                  <a:schemeClr val="bg1"/>
                </a:solidFill>
                <a:latin typeface="Arial" panose="020B0604020202020204" pitchFamily="34" charset="0"/>
              </a:defRPr>
            </a:lvl1pPr>
          </a:lstStyle>
          <a:p>
            <a:r>
              <a:rPr lang="en-US" dirty="0"/>
              <a:t>INSERT TEXT HERE</a:t>
            </a:r>
          </a:p>
        </p:txBody>
      </p:sp>
      <p:pic>
        <p:nvPicPr>
          <p:cNvPr id="3" name="Picture 2">
            <a:extLst>
              <a:ext uri="{FF2B5EF4-FFF2-40B4-BE49-F238E27FC236}">
                <a16:creationId xmlns:a16="http://schemas.microsoft.com/office/drawing/2014/main" id="{C779C23C-B5BF-AF79-F30A-5C0008712916}"/>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435731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vider &amp;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5264430"/>
            <a:ext cx="7508661" cy="1328738"/>
          </a:xfrm>
        </p:spPr>
        <p:txBody>
          <a:bodyPr>
            <a:noAutofit/>
          </a:bodyPr>
          <a:lstStyle>
            <a:lvl1pPr>
              <a:defRPr sz="2800" b="1">
                <a:solidFill>
                  <a:srgbClr val="111121"/>
                </a:solidFill>
                <a:latin typeface="Arial" panose="020B0604020202020204" pitchFamily="34" charset="0"/>
              </a:defRPr>
            </a:lvl1pPr>
          </a:lstStyle>
          <a:p>
            <a:r>
              <a:rPr lang="en-US" dirty="0"/>
              <a:t>INSERT TEXT HERE</a:t>
            </a:r>
          </a:p>
        </p:txBody>
      </p:sp>
      <p:sp>
        <p:nvSpPr>
          <p:cNvPr id="4" name="Freeform: Shape 3">
            <a:extLst>
              <a:ext uri="{FF2B5EF4-FFF2-40B4-BE49-F238E27FC236}">
                <a16:creationId xmlns:a16="http://schemas.microsoft.com/office/drawing/2014/main" id="{1D3D216C-F07E-4A2C-9293-8DD9F8DA1E4D}"/>
              </a:ext>
            </a:extLst>
          </p:cNvPr>
          <p:cNvSpPr/>
          <p:nvPr userDrawn="1"/>
        </p:nvSpPr>
        <p:spPr>
          <a:xfrm>
            <a:off x="7293416" y="0"/>
            <a:ext cx="4898584" cy="4898498"/>
          </a:xfrm>
          <a:custGeom>
            <a:avLst/>
            <a:gdLst>
              <a:gd name="connsiteX0" fmla="*/ 4890573 w 4890573"/>
              <a:gd name="connsiteY0" fmla="*/ 4890487 h 4890487"/>
              <a:gd name="connsiteX1" fmla="*/ 2445244 w 4890573"/>
              <a:gd name="connsiteY1" fmla="*/ 4890487 h 4890487"/>
              <a:gd name="connsiteX2" fmla="*/ 0 w 4890573"/>
              <a:gd name="connsiteY2" fmla="*/ 0 h 4890487"/>
              <a:gd name="connsiteX3" fmla="*/ 4890573 w 4890573"/>
              <a:gd name="connsiteY3" fmla="*/ 0 h 4890487"/>
            </a:gdLst>
            <a:ahLst/>
            <a:cxnLst>
              <a:cxn ang="0">
                <a:pos x="connsiteX0" y="connsiteY0"/>
              </a:cxn>
              <a:cxn ang="0">
                <a:pos x="connsiteX1" y="connsiteY1"/>
              </a:cxn>
              <a:cxn ang="0">
                <a:pos x="connsiteX2" y="connsiteY2"/>
              </a:cxn>
              <a:cxn ang="0">
                <a:pos x="connsiteX3" y="connsiteY3"/>
              </a:cxn>
            </a:cxnLst>
            <a:rect l="l" t="t" r="r" b="b"/>
            <a:pathLst>
              <a:path w="4890573" h="4890487">
                <a:moveTo>
                  <a:pt x="4890573" y="4890487"/>
                </a:moveTo>
                <a:lnTo>
                  <a:pt x="2445244" y="4890487"/>
                </a:lnTo>
                <a:lnTo>
                  <a:pt x="0" y="0"/>
                </a:lnTo>
                <a:lnTo>
                  <a:pt x="4890573" y="0"/>
                </a:lnTo>
                <a:close/>
              </a:path>
            </a:pathLst>
          </a:custGeom>
          <a:solidFill>
            <a:srgbClr val="111121"/>
          </a:solidFill>
          <a:ln w="8624" cap="flat">
            <a:noFill/>
            <a:prstDash val="solid"/>
            <a:miter/>
          </a:ln>
        </p:spPr>
        <p:txBody>
          <a:bodyPr rtlCol="0" anchor="ctr"/>
          <a:lstStyle/>
          <a:p>
            <a:endParaRPr lang="en-US" sz="1600" dirty="0">
              <a:latin typeface="Arial" panose="020B0604020202020204" pitchFamily="34" charset="0"/>
            </a:endParaRPr>
          </a:p>
        </p:txBody>
      </p:sp>
      <p:sp>
        <p:nvSpPr>
          <p:cNvPr id="5" name="Freeform: Shape 4">
            <a:extLst>
              <a:ext uri="{FF2B5EF4-FFF2-40B4-BE49-F238E27FC236}">
                <a16:creationId xmlns:a16="http://schemas.microsoft.com/office/drawing/2014/main" id="{F9963A3F-6E73-4B03-863E-E641CB4EA669}"/>
              </a:ext>
            </a:extLst>
          </p:cNvPr>
          <p:cNvSpPr/>
          <p:nvPr userDrawn="1"/>
        </p:nvSpPr>
        <p:spPr>
          <a:xfrm>
            <a:off x="9741024" y="4898498"/>
            <a:ext cx="2450976" cy="1959502"/>
          </a:xfrm>
          <a:custGeom>
            <a:avLst/>
            <a:gdLst>
              <a:gd name="connsiteX0" fmla="*/ 2446969 w 2446968"/>
              <a:gd name="connsiteY0" fmla="*/ 0 h 1956298"/>
              <a:gd name="connsiteX1" fmla="*/ 0 w 2446968"/>
              <a:gd name="connsiteY1" fmla="*/ 0 h 1956298"/>
              <a:gd name="connsiteX2" fmla="*/ 978149 w 2446968"/>
              <a:gd name="connsiteY2" fmla="*/ 1956299 h 1956298"/>
              <a:gd name="connsiteX3" fmla="*/ 2446969 w 2446968"/>
              <a:gd name="connsiteY3" fmla="*/ 1956299 h 1956298"/>
            </a:gdLst>
            <a:ahLst/>
            <a:cxnLst>
              <a:cxn ang="0">
                <a:pos x="connsiteX0" y="connsiteY0"/>
              </a:cxn>
              <a:cxn ang="0">
                <a:pos x="connsiteX1" y="connsiteY1"/>
              </a:cxn>
              <a:cxn ang="0">
                <a:pos x="connsiteX2" y="connsiteY2"/>
              </a:cxn>
              <a:cxn ang="0">
                <a:pos x="connsiteX3" y="connsiteY3"/>
              </a:cxn>
            </a:cxnLst>
            <a:rect l="l" t="t" r="r" b="b"/>
            <a:pathLst>
              <a:path w="2446968" h="1956298">
                <a:moveTo>
                  <a:pt x="2446969" y="0"/>
                </a:moveTo>
                <a:lnTo>
                  <a:pt x="0" y="0"/>
                </a:lnTo>
                <a:lnTo>
                  <a:pt x="978149" y="1956299"/>
                </a:lnTo>
                <a:lnTo>
                  <a:pt x="2446969" y="1956299"/>
                </a:lnTo>
                <a:close/>
              </a:path>
            </a:pathLst>
          </a:custGeom>
          <a:solidFill>
            <a:srgbClr val="089ED1"/>
          </a:solidFill>
          <a:ln w="8624" cap="flat">
            <a:noFill/>
            <a:prstDash val="solid"/>
            <a:miter/>
          </a:ln>
        </p:spPr>
        <p:txBody>
          <a:bodyPr rtlCol="0" anchor="ctr"/>
          <a:lstStyle/>
          <a:p>
            <a:endParaRPr lang="en-US" sz="1600" dirty="0">
              <a:latin typeface="Arial" panose="020B0604020202020204" pitchFamily="34" charset="0"/>
            </a:endParaRPr>
          </a:p>
        </p:txBody>
      </p:sp>
      <p:sp>
        <p:nvSpPr>
          <p:cNvPr id="3" name="Picture Placeholder 2">
            <a:extLst>
              <a:ext uri="{FF2B5EF4-FFF2-40B4-BE49-F238E27FC236}">
                <a16:creationId xmlns:a16="http://schemas.microsoft.com/office/drawing/2014/main" id="{43AC07EA-187D-4CBE-8720-0BFDF05F45E0}"/>
              </a:ext>
            </a:extLst>
          </p:cNvPr>
          <p:cNvSpPr>
            <a:spLocks noGrp="1"/>
          </p:cNvSpPr>
          <p:nvPr>
            <p:ph type="pic" sz="quarter" idx="10"/>
          </p:nvPr>
        </p:nvSpPr>
        <p:spPr>
          <a:xfrm>
            <a:off x="1" y="0"/>
            <a:ext cx="9741024" cy="4899025"/>
          </a:xfrm>
          <a:custGeom>
            <a:avLst/>
            <a:gdLst>
              <a:gd name="connsiteX0" fmla="*/ 0 w 9885363"/>
              <a:gd name="connsiteY0" fmla="*/ 0 h 4899025"/>
              <a:gd name="connsiteX1" fmla="*/ 9885363 w 9885363"/>
              <a:gd name="connsiteY1" fmla="*/ 0 h 4899025"/>
              <a:gd name="connsiteX2" fmla="*/ 9885363 w 9885363"/>
              <a:gd name="connsiteY2" fmla="*/ 4899025 h 4899025"/>
              <a:gd name="connsiteX3" fmla="*/ 0 w 9885363"/>
              <a:gd name="connsiteY3" fmla="*/ 4899025 h 4899025"/>
              <a:gd name="connsiteX4" fmla="*/ 0 w 9885363"/>
              <a:gd name="connsiteY4" fmla="*/ 0 h 4899025"/>
              <a:gd name="connsiteX0" fmla="*/ 0 w 9885363"/>
              <a:gd name="connsiteY0" fmla="*/ 0 h 4899025"/>
              <a:gd name="connsiteX1" fmla="*/ 7315784 w 9885363"/>
              <a:gd name="connsiteY1" fmla="*/ 0 h 4899025"/>
              <a:gd name="connsiteX2" fmla="*/ 9885363 w 9885363"/>
              <a:gd name="connsiteY2" fmla="*/ 4899025 h 4899025"/>
              <a:gd name="connsiteX3" fmla="*/ 0 w 9885363"/>
              <a:gd name="connsiteY3" fmla="*/ 4899025 h 4899025"/>
              <a:gd name="connsiteX4" fmla="*/ 0 w 9885363"/>
              <a:gd name="connsiteY4" fmla="*/ 0 h 4899025"/>
              <a:gd name="connsiteX0" fmla="*/ 0 w 9746467"/>
              <a:gd name="connsiteY0" fmla="*/ 0 h 4899025"/>
              <a:gd name="connsiteX1" fmla="*/ 7315784 w 9746467"/>
              <a:gd name="connsiteY1" fmla="*/ 0 h 4899025"/>
              <a:gd name="connsiteX2" fmla="*/ 9746467 w 9746467"/>
              <a:gd name="connsiteY2" fmla="*/ 4887450 h 4899025"/>
              <a:gd name="connsiteX3" fmla="*/ 0 w 9746467"/>
              <a:gd name="connsiteY3" fmla="*/ 4899025 h 4899025"/>
              <a:gd name="connsiteX4" fmla="*/ 0 w 9746467"/>
              <a:gd name="connsiteY4" fmla="*/ 0 h 4899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6467" h="4899025">
                <a:moveTo>
                  <a:pt x="0" y="0"/>
                </a:moveTo>
                <a:lnTo>
                  <a:pt x="7315784" y="0"/>
                </a:lnTo>
                <a:lnTo>
                  <a:pt x="9746467" y="4887450"/>
                </a:lnTo>
                <a:lnTo>
                  <a:pt x="0" y="4899025"/>
                </a:lnTo>
                <a:lnTo>
                  <a:pt x="0" y="0"/>
                </a:lnTo>
                <a:close/>
              </a:path>
            </a:pathLst>
          </a:custGeom>
        </p:spPr>
        <p:txBody>
          <a:bodyPr>
            <a:normAutofit/>
          </a:bodyPr>
          <a:lstStyle>
            <a:lvl1pPr>
              <a:defRPr sz="1800"/>
            </a:lvl1pPr>
          </a:lstStyle>
          <a:p>
            <a:endParaRPr lang="en-US" dirty="0"/>
          </a:p>
        </p:txBody>
      </p:sp>
      <p:pic>
        <p:nvPicPr>
          <p:cNvPr id="6" name="Picture 5">
            <a:extLst>
              <a:ext uri="{FF2B5EF4-FFF2-40B4-BE49-F238E27FC236}">
                <a16:creationId xmlns:a16="http://schemas.microsoft.com/office/drawing/2014/main" id="{62070635-210A-969D-CA2C-EC06A1485417}"/>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38350826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Light_image">
    <p:spTree>
      <p:nvGrpSpPr>
        <p:cNvPr id="1" name=""/>
        <p:cNvGrpSpPr/>
        <p:nvPr/>
      </p:nvGrpSpPr>
      <p:grpSpPr>
        <a:xfrm>
          <a:off x="0" y="0"/>
          <a:ext cx="0" cy="0"/>
          <a:chOff x="0" y="0"/>
          <a:chExt cx="0" cy="0"/>
        </a:xfrm>
      </p:grpSpPr>
      <p:pic>
        <p:nvPicPr>
          <p:cNvPr id="21" name="Picture 20" descr="A picture containing food, bird&#10;&#10;Description automatically generated">
            <a:extLst>
              <a:ext uri="{FF2B5EF4-FFF2-40B4-BE49-F238E27FC236}">
                <a16:creationId xmlns:a16="http://schemas.microsoft.com/office/drawing/2014/main" id="{346799C7-3DBD-4F3F-93F1-332AA0DF37E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r="4427"/>
          <a:stretch/>
        </p:blipFill>
        <p:spPr>
          <a:xfrm>
            <a:off x="-3832" y="1562106"/>
            <a:ext cx="2415245" cy="5295894"/>
          </a:xfrm>
          <a:prstGeom prst="rect">
            <a:avLst/>
          </a:prstGeom>
        </p:spPr>
      </p:pic>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normAutofit/>
          </a:bodyPr>
          <a:lstStyle>
            <a:lvl1pPr>
              <a:defRPr sz="1600"/>
            </a:lvl1pPr>
          </a:lstStyle>
          <a:p>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normAutofit/>
          </a:bodyPr>
          <a:lstStyle>
            <a:lvl1pPr>
              <a:defRPr sz="1600"/>
            </a:lvl1pPr>
          </a:lstStyle>
          <a:p>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normAutofit/>
          </a:bodyPr>
          <a:lstStyle>
            <a:lvl1pPr>
              <a:defRPr sz="1600"/>
            </a:lvl1pPr>
          </a:lstStyle>
          <a:p>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normAutofit/>
          </a:bodyPr>
          <a:lstStyle>
            <a:lvl1pPr>
              <a:defRPr sz="1600"/>
            </a:lvl1pPr>
          </a:lstStyle>
          <a:p>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600">
                <a:solidFill>
                  <a:srgbClr val="111121"/>
                </a:solidFill>
              </a:defRPr>
            </a:lvl1pPr>
            <a:lvl2pPr>
              <a:defRPr sz="1600">
                <a:solidFill>
                  <a:srgbClr val="111121"/>
                </a:solidFill>
              </a:defRPr>
            </a:lvl2pPr>
            <a:lvl3pPr>
              <a:defRPr sz="1600">
                <a:solidFill>
                  <a:srgbClr val="111121"/>
                </a:solidFill>
              </a:defRPr>
            </a:lvl3pPr>
            <a:lvl4pPr>
              <a:defRPr sz="1600">
                <a:solidFill>
                  <a:srgbClr val="111121"/>
                </a:solidFill>
              </a:defRPr>
            </a:lvl4pPr>
            <a:lvl5pPr>
              <a:defRPr sz="1600">
                <a:solidFill>
                  <a:srgbClr val="11112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1">
            <a:extLst>
              <a:ext uri="{FF2B5EF4-FFF2-40B4-BE49-F238E27FC236}">
                <a16:creationId xmlns:a16="http://schemas.microsoft.com/office/drawing/2014/main" id="{0C79DD41-CB55-42F0-A933-4F11514F1BB7}"/>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pic>
        <p:nvPicPr>
          <p:cNvPr id="26" name="Graphic 25">
            <a:extLst>
              <a:ext uri="{FF2B5EF4-FFF2-40B4-BE49-F238E27FC236}">
                <a16:creationId xmlns:a16="http://schemas.microsoft.com/office/drawing/2014/main" id="{86CDD72B-AC17-4A30-B93E-6B0CFE21C765}"/>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7" name="Straight Connector 26">
            <a:extLst>
              <a:ext uri="{FF2B5EF4-FFF2-40B4-BE49-F238E27FC236}">
                <a16:creationId xmlns:a16="http://schemas.microsoft.com/office/drawing/2014/main" id="{F8C4CE34-F3BD-4967-B4BC-558F2A8BA7D4}"/>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8" name="Slide Number Placeholder 3">
            <a:extLst>
              <a:ext uri="{FF2B5EF4-FFF2-40B4-BE49-F238E27FC236}">
                <a16:creationId xmlns:a16="http://schemas.microsoft.com/office/drawing/2014/main" id="{C7439E59-1C5E-4A48-AB00-566F366A2BA2}"/>
              </a:ext>
            </a:extLst>
          </p:cNvPr>
          <p:cNvSpPr>
            <a:spLocks noGrp="1"/>
          </p:cNvSpPr>
          <p:nvPr>
            <p:ph type="sldNum" sz="quarter" idx="22"/>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grpSp>
        <p:nvGrpSpPr>
          <p:cNvPr id="17" name="Group 16">
            <a:extLst>
              <a:ext uri="{FF2B5EF4-FFF2-40B4-BE49-F238E27FC236}">
                <a16:creationId xmlns:a16="http://schemas.microsoft.com/office/drawing/2014/main" id="{7D339F83-B703-41FB-ADF6-F03A7513CFCD}"/>
              </a:ext>
            </a:extLst>
          </p:cNvPr>
          <p:cNvGrpSpPr/>
          <p:nvPr userDrawn="1"/>
        </p:nvGrpSpPr>
        <p:grpSpPr>
          <a:xfrm>
            <a:off x="11997463" y="3105617"/>
            <a:ext cx="134097" cy="646767"/>
            <a:chOff x="11838508" y="3057525"/>
            <a:chExt cx="155496" cy="749979"/>
          </a:xfrm>
        </p:grpSpPr>
        <p:sp>
          <p:nvSpPr>
            <p:cNvPr id="18" name="Rectangle 17">
              <a:extLst>
                <a:ext uri="{FF2B5EF4-FFF2-40B4-BE49-F238E27FC236}">
                  <a16:creationId xmlns:a16="http://schemas.microsoft.com/office/drawing/2014/main" id="{6E2BDD1A-9617-4140-92EB-4876275C4C87}"/>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9" name="Graphic 18">
              <a:extLst>
                <a:ext uri="{FF2B5EF4-FFF2-40B4-BE49-F238E27FC236}">
                  <a16:creationId xmlns:a16="http://schemas.microsoft.com/office/drawing/2014/main" id="{F32D4D33-99A1-42C9-AC4C-FAAEBDFE33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11604289" y="3357212"/>
              <a:ext cx="623935" cy="150605"/>
            </a:xfrm>
            <a:prstGeom prst="rect">
              <a:avLst/>
            </a:prstGeom>
          </p:spPr>
        </p:pic>
      </p:grpSp>
      <p:sp>
        <p:nvSpPr>
          <p:cNvPr id="16" name="Text Placeholder 22">
            <a:extLst>
              <a:ext uri="{FF2B5EF4-FFF2-40B4-BE49-F238E27FC236}">
                <a16:creationId xmlns:a16="http://schemas.microsoft.com/office/drawing/2014/main" id="{1F963DED-BB1B-4850-A848-2C2A4E8C4362}"/>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42727979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Light_im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3E50292-6AB5-43B1-88A3-036F24E235E8}"/>
              </a:ext>
            </a:extLst>
          </p:cNvPr>
          <p:cNvSpPr/>
          <p:nvPr userDrawn="1"/>
        </p:nvSpPr>
        <p:spPr>
          <a:xfrm>
            <a:off x="-3832" y="1562100"/>
            <a:ext cx="2415245" cy="5295900"/>
          </a:xfrm>
          <a:prstGeom prst="rect">
            <a:avLst/>
          </a:prstGeom>
          <a:solidFill>
            <a:srgbClr val="CCAB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11112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
        <p:nvSpPr>
          <p:cNvPr id="3" name="Picture Placeholder 2">
            <a:extLst>
              <a:ext uri="{FF2B5EF4-FFF2-40B4-BE49-F238E27FC236}">
                <a16:creationId xmlns:a16="http://schemas.microsoft.com/office/drawing/2014/main" id="{C37A9360-3372-46E7-BEC2-10103A91DA70}"/>
              </a:ext>
            </a:extLst>
          </p:cNvPr>
          <p:cNvSpPr>
            <a:spLocks noGrp="1"/>
          </p:cNvSpPr>
          <p:nvPr>
            <p:ph type="pic" sz="quarter" idx="15"/>
          </p:nvPr>
        </p:nvSpPr>
        <p:spPr>
          <a:xfrm>
            <a:off x="269875" y="1562100"/>
            <a:ext cx="5227638" cy="2940050"/>
          </a:xfrm>
        </p:spPr>
        <p:txBody>
          <a:bodyPr>
            <a:normAutofit/>
          </a:bodyPr>
          <a:lstStyle>
            <a:lvl1pPr>
              <a:defRPr sz="1600"/>
            </a:lvl1pPr>
          </a:lstStyle>
          <a:p>
            <a:endParaRPr lang="en-US" dirty="0"/>
          </a:p>
        </p:txBody>
      </p:sp>
      <p:sp>
        <p:nvSpPr>
          <p:cNvPr id="53" name="Picture Placeholder 2">
            <a:extLst>
              <a:ext uri="{FF2B5EF4-FFF2-40B4-BE49-F238E27FC236}">
                <a16:creationId xmlns:a16="http://schemas.microsoft.com/office/drawing/2014/main" id="{5E9D6B12-E203-434E-91E7-D10269D4EC99}"/>
              </a:ext>
            </a:extLst>
          </p:cNvPr>
          <p:cNvSpPr>
            <a:spLocks noGrp="1"/>
          </p:cNvSpPr>
          <p:nvPr>
            <p:ph type="pic" sz="quarter" idx="16"/>
          </p:nvPr>
        </p:nvSpPr>
        <p:spPr>
          <a:xfrm>
            <a:off x="5732423" y="1562100"/>
            <a:ext cx="1906627" cy="2940050"/>
          </a:xfrm>
        </p:spPr>
        <p:txBody>
          <a:bodyPr>
            <a:normAutofit/>
          </a:bodyPr>
          <a:lstStyle>
            <a:lvl1pPr>
              <a:defRPr sz="1600"/>
            </a:lvl1pPr>
          </a:lstStyle>
          <a:p>
            <a:endParaRPr lang="en-US" dirty="0"/>
          </a:p>
        </p:txBody>
      </p:sp>
      <p:sp>
        <p:nvSpPr>
          <p:cNvPr id="54" name="Picture Placeholder 2">
            <a:extLst>
              <a:ext uri="{FF2B5EF4-FFF2-40B4-BE49-F238E27FC236}">
                <a16:creationId xmlns:a16="http://schemas.microsoft.com/office/drawing/2014/main" id="{E92A9F97-F1FA-4EA8-B922-7076ADB79FA5}"/>
              </a:ext>
            </a:extLst>
          </p:cNvPr>
          <p:cNvSpPr>
            <a:spLocks noGrp="1"/>
          </p:cNvSpPr>
          <p:nvPr>
            <p:ph type="pic" sz="quarter" idx="17"/>
          </p:nvPr>
        </p:nvSpPr>
        <p:spPr>
          <a:xfrm>
            <a:off x="7873960" y="1562100"/>
            <a:ext cx="1906627" cy="2940050"/>
          </a:xfrm>
        </p:spPr>
        <p:txBody>
          <a:bodyPr>
            <a:normAutofit/>
          </a:bodyPr>
          <a:lstStyle>
            <a:lvl1pPr>
              <a:defRPr sz="1600"/>
            </a:lvl1pPr>
          </a:lstStyle>
          <a:p>
            <a:endParaRPr lang="en-US" dirty="0"/>
          </a:p>
        </p:txBody>
      </p:sp>
      <p:sp>
        <p:nvSpPr>
          <p:cNvPr id="55" name="Picture Placeholder 2">
            <a:extLst>
              <a:ext uri="{FF2B5EF4-FFF2-40B4-BE49-F238E27FC236}">
                <a16:creationId xmlns:a16="http://schemas.microsoft.com/office/drawing/2014/main" id="{4C88F1F1-773D-42AA-9DB8-3C11F3729213}"/>
              </a:ext>
            </a:extLst>
          </p:cNvPr>
          <p:cNvSpPr>
            <a:spLocks noGrp="1"/>
          </p:cNvSpPr>
          <p:nvPr>
            <p:ph type="pic" sz="quarter" idx="18"/>
          </p:nvPr>
        </p:nvSpPr>
        <p:spPr>
          <a:xfrm>
            <a:off x="10015498" y="1562100"/>
            <a:ext cx="1906627" cy="2940050"/>
          </a:xfrm>
        </p:spPr>
        <p:txBody>
          <a:bodyPr>
            <a:normAutofit/>
          </a:bodyPr>
          <a:lstStyle>
            <a:lvl1pPr>
              <a:defRPr sz="1600"/>
            </a:lvl1pPr>
          </a:lstStyle>
          <a:p>
            <a:endParaRPr lang="en-US" dirty="0"/>
          </a:p>
        </p:txBody>
      </p:sp>
      <p:sp>
        <p:nvSpPr>
          <p:cNvPr id="56" name="Content Placeholder 26">
            <a:extLst>
              <a:ext uri="{FF2B5EF4-FFF2-40B4-BE49-F238E27FC236}">
                <a16:creationId xmlns:a16="http://schemas.microsoft.com/office/drawing/2014/main" id="{4FA2B869-45D9-4F41-855A-FCC43BABC6B6}"/>
              </a:ext>
            </a:extLst>
          </p:cNvPr>
          <p:cNvSpPr>
            <a:spLocks noGrp="1"/>
          </p:cNvSpPr>
          <p:nvPr>
            <p:ph sz="quarter" idx="19"/>
          </p:nvPr>
        </p:nvSpPr>
        <p:spPr>
          <a:xfrm>
            <a:off x="266699" y="4685206"/>
            <a:ext cx="11655425" cy="1620360"/>
          </a:xfrm>
        </p:spPr>
        <p:txBody>
          <a:bodyPr>
            <a:normAutofit/>
          </a:bodyPr>
          <a:lstStyle>
            <a:lvl1pPr>
              <a:defRPr sz="1600">
                <a:solidFill>
                  <a:srgbClr val="111121"/>
                </a:solidFill>
              </a:defRPr>
            </a:lvl1pPr>
            <a:lvl2pPr>
              <a:defRPr sz="1600">
                <a:solidFill>
                  <a:srgbClr val="111121"/>
                </a:solidFill>
              </a:defRPr>
            </a:lvl2pPr>
            <a:lvl3pPr>
              <a:defRPr sz="1600">
                <a:solidFill>
                  <a:srgbClr val="111121"/>
                </a:solidFill>
              </a:defRPr>
            </a:lvl3pPr>
            <a:lvl4pPr>
              <a:defRPr sz="1600">
                <a:solidFill>
                  <a:srgbClr val="111121"/>
                </a:solidFill>
              </a:defRPr>
            </a:lvl4pPr>
            <a:lvl5pPr>
              <a:defRPr sz="1600">
                <a:solidFill>
                  <a:srgbClr val="11112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4" name="Group 13">
            <a:extLst>
              <a:ext uri="{FF2B5EF4-FFF2-40B4-BE49-F238E27FC236}">
                <a16:creationId xmlns:a16="http://schemas.microsoft.com/office/drawing/2014/main" id="{6AF7FC0D-5BDB-445D-BA36-932991B60F93}"/>
              </a:ext>
            </a:extLst>
          </p:cNvPr>
          <p:cNvGrpSpPr/>
          <p:nvPr userDrawn="1"/>
        </p:nvGrpSpPr>
        <p:grpSpPr>
          <a:xfrm>
            <a:off x="11997463" y="3105617"/>
            <a:ext cx="134097" cy="646767"/>
            <a:chOff x="11838508" y="3057525"/>
            <a:chExt cx="155496" cy="749979"/>
          </a:xfrm>
        </p:grpSpPr>
        <p:sp>
          <p:nvSpPr>
            <p:cNvPr id="15" name="Rectangle 14">
              <a:extLst>
                <a:ext uri="{FF2B5EF4-FFF2-40B4-BE49-F238E27FC236}">
                  <a16:creationId xmlns:a16="http://schemas.microsoft.com/office/drawing/2014/main" id="{5AF3C24E-5183-4814-B711-132EB37223E0}"/>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6" name="Graphic 15">
              <a:extLst>
                <a:ext uri="{FF2B5EF4-FFF2-40B4-BE49-F238E27FC236}">
                  <a16:creationId xmlns:a16="http://schemas.microsoft.com/office/drawing/2014/main" id="{4FC10B83-42E8-4FD4-96EC-7222628B9F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21" name="Graphic 20">
            <a:extLst>
              <a:ext uri="{FF2B5EF4-FFF2-40B4-BE49-F238E27FC236}">
                <a16:creationId xmlns:a16="http://schemas.microsoft.com/office/drawing/2014/main" id="{83984917-CAE0-4BE3-8B25-BDC1929771C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507536C3-3352-4CC3-9211-9957BF77DA35}"/>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Slide Number Placeholder 3">
            <a:extLst>
              <a:ext uri="{FF2B5EF4-FFF2-40B4-BE49-F238E27FC236}">
                <a16:creationId xmlns:a16="http://schemas.microsoft.com/office/drawing/2014/main" id="{BF244C74-5532-412C-B05C-8CAFBB42C6B5}"/>
              </a:ext>
            </a:extLst>
          </p:cNvPr>
          <p:cNvSpPr>
            <a:spLocks noGrp="1"/>
          </p:cNvSpPr>
          <p:nvPr>
            <p:ph type="sldNum" sz="quarter" idx="20"/>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91280505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_option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4" name="Straight Connector 13">
            <a:extLst>
              <a:ext uri="{FF2B5EF4-FFF2-40B4-BE49-F238E27FC236}">
                <a16:creationId xmlns:a16="http://schemas.microsoft.com/office/drawing/2014/main" id="{83BD7C40-4702-410F-949F-C1CDDDE5C361}"/>
              </a:ext>
            </a:extLst>
          </p:cNvPr>
          <p:cNvCxnSpPr>
            <a:cxnSpLocks/>
          </p:cNvCxnSpPr>
          <p:nvPr userDrawn="1"/>
        </p:nvCxnSpPr>
        <p:spPr>
          <a:xfrm>
            <a:off x="41910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sp>
        <p:nvSpPr>
          <p:cNvPr id="21" name="Content Placeholder 26">
            <a:extLst>
              <a:ext uri="{FF2B5EF4-FFF2-40B4-BE49-F238E27FC236}">
                <a16:creationId xmlns:a16="http://schemas.microsoft.com/office/drawing/2014/main" id="{B6C4475F-9486-4114-A2CC-EF439582C231}"/>
              </a:ext>
            </a:extLst>
          </p:cNvPr>
          <p:cNvSpPr>
            <a:spLocks noGrp="1"/>
          </p:cNvSpPr>
          <p:nvPr>
            <p:ph sz="quarter" idx="15"/>
          </p:nvPr>
        </p:nvSpPr>
        <p:spPr>
          <a:xfrm>
            <a:off x="266700" y="1554481"/>
            <a:ext cx="11658600" cy="4491213"/>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Graphic 15">
            <a:extLst>
              <a:ext uri="{FF2B5EF4-FFF2-40B4-BE49-F238E27FC236}">
                <a16:creationId xmlns:a16="http://schemas.microsoft.com/office/drawing/2014/main" id="{3A2B55A2-92A0-47CA-BC77-5ED57B0690BF}"/>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E2B9AC9A-659E-47FD-A0C0-899628AFA2CC}"/>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Slide Number Placeholder 3">
            <a:extLst>
              <a:ext uri="{FF2B5EF4-FFF2-40B4-BE49-F238E27FC236}">
                <a16:creationId xmlns:a16="http://schemas.microsoft.com/office/drawing/2014/main" id="{A22EDFCB-D408-41F8-83D6-F52D721537F3}"/>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91471726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nd content_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8" name="Content Placeholder 26">
            <a:extLst>
              <a:ext uri="{FF2B5EF4-FFF2-40B4-BE49-F238E27FC236}">
                <a16:creationId xmlns:a16="http://schemas.microsoft.com/office/drawing/2014/main" id="{92F8849D-3CF9-4F64-982E-A0BB1C9D6925}"/>
              </a:ext>
            </a:extLst>
          </p:cNvPr>
          <p:cNvSpPr>
            <a:spLocks noGrp="1"/>
          </p:cNvSpPr>
          <p:nvPr>
            <p:ph sz="quarter" idx="15"/>
          </p:nvPr>
        </p:nvSpPr>
        <p:spPr>
          <a:xfrm>
            <a:off x="266700" y="1554481"/>
            <a:ext cx="11658600" cy="4491213"/>
          </a:xfrm>
        </p:spPr>
        <p:txBody>
          <a:bodyPr>
            <a:normAutofit/>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4513169A-A287-45BE-9CA8-1E1DD393D74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13" name="Straight Connector 12">
            <a:extLst>
              <a:ext uri="{FF2B5EF4-FFF2-40B4-BE49-F238E27FC236}">
                <a16:creationId xmlns:a16="http://schemas.microsoft.com/office/drawing/2014/main" id="{B0E916A1-5015-4077-8742-35FD0981572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4" name="Slide Number Placeholder 3">
            <a:extLst>
              <a:ext uri="{FF2B5EF4-FFF2-40B4-BE49-F238E27FC236}">
                <a16:creationId xmlns:a16="http://schemas.microsoft.com/office/drawing/2014/main" id="{FCA21049-D9EA-496D-B135-D20BF410391D}"/>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6462214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content_option 2">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rgbClr val="089E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sp>
        <p:nvSpPr>
          <p:cNvPr id="21" name="Content Placeholder 26">
            <a:extLst>
              <a:ext uri="{FF2B5EF4-FFF2-40B4-BE49-F238E27FC236}">
                <a16:creationId xmlns:a16="http://schemas.microsoft.com/office/drawing/2014/main" id="{B6C4475F-9486-4114-A2CC-EF439582C231}"/>
              </a:ext>
            </a:extLst>
          </p:cNvPr>
          <p:cNvSpPr>
            <a:spLocks noGrp="1"/>
          </p:cNvSpPr>
          <p:nvPr>
            <p:ph sz="quarter" idx="15"/>
          </p:nvPr>
        </p:nvSpPr>
        <p:spPr>
          <a:xfrm>
            <a:off x="266700" y="1554481"/>
            <a:ext cx="11658600" cy="4491213"/>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EEB1629-2228-49B2-A3A9-B3DAFB78D56F}"/>
              </a:ext>
            </a:extLst>
          </p:cNvPr>
          <p:cNvGrpSpPr/>
          <p:nvPr userDrawn="1"/>
        </p:nvGrpSpPr>
        <p:grpSpPr>
          <a:xfrm>
            <a:off x="11997463" y="3105617"/>
            <a:ext cx="134097" cy="646767"/>
            <a:chOff x="11838508" y="3057525"/>
            <a:chExt cx="155496" cy="749979"/>
          </a:xfrm>
        </p:grpSpPr>
        <p:sp>
          <p:nvSpPr>
            <p:cNvPr id="14" name="Rectangle 13">
              <a:extLst>
                <a:ext uri="{FF2B5EF4-FFF2-40B4-BE49-F238E27FC236}">
                  <a16:creationId xmlns:a16="http://schemas.microsoft.com/office/drawing/2014/main" id="{E96FFFE6-9718-4749-BEFF-5F600FCBCBE5}"/>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15" name="Graphic 14">
              <a:extLst>
                <a:ext uri="{FF2B5EF4-FFF2-40B4-BE49-F238E27FC236}">
                  <a16:creationId xmlns:a16="http://schemas.microsoft.com/office/drawing/2014/main" id="{24F1D728-50DB-46A1-BCFA-626B1AFB66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17" name="Graphic 16">
            <a:extLst>
              <a:ext uri="{FF2B5EF4-FFF2-40B4-BE49-F238E27FC236}">
                <a16:creationId xmlns:a16="http://schemas.microsoft.com/office/drawing/2014/main" id="{6FD7AF00-222A-49AD-8962-7BEC8E6BC03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5" name="Straight Connector 24">
            <a:extLst>
              <a:ext uri="{FF2B5EF4-FFF2-40B4-BE49-F238E27FC236}">
                <a16:creationId xmlns:a16="http://schemas.microsoft.com/office/drawing/2014/main" id="{8CFBDF43-3869-43A4-A2F3-CAF5E748359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DE88D89-6961-76DD-0C3A-10447D5D9A2A}"/>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43869358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meline_option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4" name="Straight Connector 13">
            <a:extLst>
              <a:ext uri="{FF2B5EF4-FFF2-40B4-BE49-F238E27FC236}">
                <a16:creationId xmlns:a16="http://schemas.microsoft.com/office/drawing/2014/main" id="{83BD7C40-4702-410F-949F-C1CDDDE5C361}"/>
              </a:ext>
            </a:extLst>
          </p:cNvPr>
          <p:cNvCxnSpPr>
            <a:cxnSpLocks/>
          </p:cNvCxnSpPr>
          <p:nvPr userDrawn="1"/>
        </p:nvCxnSpPr>
        <p:spPr>
          <a:xfrm>
            <a:off x="41910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sp>
        <p:nvSpPr>
          <p:cNvPr id="22" name="Content Placeholder 3">
            <a:extLst>
              <a:ext uri="{FF2B5EF4-FFF2-40B4-BE49-F238E27FC236}">
                <a16:creationId xmlns:a16="http://schemas.microsoft.com/office/drawing/2014/main" id="{3F0E9AEB-D1C9-40DB-815F-8F8B7C7403B4}"/>
              </a:ext>
            </a:extLst>
          </p:cNvPr>
          <p:cNvSpPr>
            <a:spLocks noGrp="1"/>
          </p:cNvSpPr>
          <p:nvPr>
            <p:ph sz="half" idx="2"/>
          </p:nvPr>
        </p:nvSpPr>
        <p:spPr>
          <a:xfrm>
            <a:off x="266699" y="4398387"/>
            <a:ext cx="2592247" cy="1647302"/>
          </a:xfrm>
        </p:spPr>
        <p:txBody>
          <a:bodyPr>
            <a:normAutofit/>
          </a:bodyPr>
          <a:lstStyle>
            <a:lvl1pPr>
              <a:defRPr sz="120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23" name="Content Placeholder 3">
            <a:extLst>
              <a:ext uri="{FF2B5EF4-FFF2-40B4-BE49-F238E27FC236}">
                <a16:creationId xmlns:a16="http://schemas.microsoft.com/office/drawing/2014/main" id="{F1774DCE-CC00-44D4-BEA1-2C31C1A36345}"/>
              </a:ext>
            </a:extLst>
          </p:cNvPr>
          <p:cNvSpPr>
            <a:spLocks noGrp="1"/>
          </p:cNvSpPr>
          <p:nvPr>
            <p:ph sz="half" idx="19"/>
          </p:nvPr>
        </p:nvSpPr>
        <p:spPr>
          <a:xfrm>
            <a:off x="3284903"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24" name="Content Placeholder 3">
            <a:extLst>
              <a:ext uri="{FF2B5EF4-FFF2-40B4-BE49-F238E27FC236}">
                <a16:creationId xmlns:a16="http://schemas.microsoft.com/office/drawing/2014/main" id="{E1F55D8D-DB03-4D54-B44E-79172B5EF1DA}"/>
              </a:ext>
            </a:extLst>
          </p:cNvPr>
          <p:cNvSpPr>
            <a:spLocks noGrp="1"/>
          </p:cNvSpPr>
          <p:nvPr>
            <p:ph sz="half" idx="20"/>
          </p:nvPr>
        </p:nvSpPr>
        <p:spPr>
          <a:xfrm>
            <a:off x="6303107"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25" name="Content Placeholder 3">
            <a:extLst>
              <a:ext uri="{FF2B5EF4-FFF2-40B4-BE49-F238E27FC236}">
                <a16:creationId xmlns:a16="http://schemas.microsoft.com/office/drawing/2014/main" id="{4FA9F438-9A43-4043-8B59-DDA772ADFF15}"/>
              </a:ext>
            </a:extLst>
          </p:cNvPr>
          <p:cNvSpPr>
            <a:spLocks noGrp="1"/>
          </p:cNvSpPr>
          <p:nvPr>
            <p:ph sz="half" idx="21"/>
          </p:nvPr>
        </p:nvSpPr>
        <p:spPr>
          <a:xfrm>
            <a:off x="9321311" y="4398387"/>
            <a:ext cx="2592247" cy="1647302"/>
          </a:xfrm>
        </p:spPr>
        <p:txBody>
          <a:bodyPr>
            <a:normAutofit/>
          </a:bodyPr>
          <a:lstStyle>
            <a:lvl1pPr rtl="0">
              <a:defRPr sz="120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pic>
        <p:nvPicPr>
          <p:cNvPr id="16" name="Graphic 15">
            <a:extLst>
              <a:ext uri="{FF2B5EF4-FFF2-40B4-BE49-F238E27FC236}">
                <a16:creationId xmlns:a16="http://schemas.microsoft.com/office/drawing/2014/main" id="{0483EBED-C36D-4745-9072-B74BC5427BD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1" name="Straight Connector 20">
            <a:extLst>
              <a:ext uri="{FF2B5EF4-FFF2-40B4-BE49-F238E27FC236}">
                <a16:creationId xmlns:a16="http://schemas.microsoft.com/office/drawing/2014/main" id="{1F8815DB-6897-4FE0-A799-5454996662C4}"/>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857ED999-64B6-4519-86FB-BCAE5DCFBC7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36402966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meline option2">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rgbClr val="089E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30" name="Straight Connector 29">
            <a:extLst>
              <a:ext uri="{FF2B5EF4-FFF2-40B4-BE49-F238E27FC236}">
                <a16:creationId xmlns:a16="http://schemas.microsoft.com/office/drawing/2014/main" id="{68FB8EF5-5EC0-476C-AD5B-350016F2B3FD}"/>
              </a:ext>
            </a:extLst>
          </p:cNvPr>
          <p:cNvCxnSpPr/>
          <p:nvPr userDrawn="1"/>
        </p:nvCxnSpPr>
        <p:spPr>
          <a:xfrm>
            <a:off x="72761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DF5367-4935-4325-882D-D2994ACA82FF}"/>
              </a:ext>
            </a:extLst>
          </p:cNvPr>
          <p:cNvCxnSpPr/>
          <p:nvPr userDrawn="1"/>
        </p:nvCxnSpPr>
        <p:spPr>
          <a:xfrm>
            <a:off x="2473297"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55054BF-1606-4FA9-BE04-A2D764C5074A}"/>
              </a:ext>
            </a:extLst>
          </p:cNvPr>
          <p:cNvCxnSpPr/>
          <p:nvPr userDrawn="1"/>
        </p:nvCxnSpPr>
        <p:spPr>
          <a:xfrm>
            <a:off x="4428064"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C8578E-8CC4-4964-92ED-1595EFF46737}"/>
              </a:ext>
            </a:extLst>
          </p:cNvPr>
          <p:cNvCxnSpPr/>
          <p:nvPr userDrawn="1"/>
        </p:nvCxnSpPr>
        <p:spPr>
          <a:xfrm>
            <a:off x="638283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0A7457-5A36-4180-A901-A7344AC87595}"/>
              </a:ext>
            </a:extLst>
          </p:cNvPr>
          <p:cNvCxnSpPr/>
          <p:nvPr userDrawn="1"/>
        </p:nvCxnSpPr>
        <p:spPr>
          <a:xfrm>
            <a:off x="8337598"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17E079-4B23-4976-8B64-B7ABB3F7906D}"/>
              </a:ext>
            </a:extLst>
          </p:cNvPr>
          <p:cNvCxnSpPr/>
          <p:nvPr userDrawn="1"/>
        </p:nvCxnSpPr>
        <p:spPr>
          <a:xfrm>
            <a:off x="10192592"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6" name="Content Placeholder 3">
            <a:extLst>
              <a:ext uri="{FF2B5EF4-FFF2-40B4-BE49-F238E27FC236}">
                <a16:creationId xmlns:a16="http://schemas.microsoft.com/office/drawing/2014/main" id="{E328A152-FBD1-40F1-B81A-CD7FE27DC15F}"/>
              </a:ext>
            </a:extLst>
          </p:cNvPr>
          <p:cNvSpPr>
            <a:spLocks noGrp="1"/>
          </p:cNvSpPr>
          <p:nvPr>
            <p:ph sz="half" idx="2"/>
          </p:nvPr>
        </p:nvSpPr>
        <p:spPr>
          <a:xfrm>
            <a:off x="72761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7" name="Content Placeholder 3">
            <a:extLst>
              <a:ext uri="{FF2B5EF4-FFF2-40B4-BE49-F238E27FC236}">
                <a16:creationId xmlns:a16="http://schemas.microsoft.com/office/drawing/2014/main" id="{CC8BEC0F-5CEE-4F79-BBEB-5D7CDB0138A1}"/>
              </a:ext>
            </a:extLst>
          </p:cNvPr>
          <p:cNvSpPr>
            <a:spLocks noGrp="1"/>
          </p:cNvSpPr>
          <p:nvPr>
            <p:ph sz="half" idx="19"/>
          </p:nvPr>
        </p:nvSpPr>
        <p:spPr>
          <a:xfrm>
            <a:off x="2473296"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8" name="Content Placeholder 3">
            <a:extLst>
              <a:ext uri="{FF2B5EF4-FFF2-40B4-BE49-F238E27FC236}">
                <a16:creationId xmlns:a16="http://schemas.microsoft.com/office/drawing/2014/main" id="{445E4B63-257C-4B55-B502-A8C670562658}"/>
              </a:ext>
            </a:extLst>
          </p:cNvPr>
          <p:cNvSpPr>
            <a:spLocks noGrp="1"/>
          </p:cNvSpPr>
          <p:nvPr>
            <p:ph sz="half" idx="20"/>
          </p:nvPr>
        </p:nvSpPr>
        <p:spPr>
          <a:xfrm>
            <a:off x="4428063"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9" name="Content Placeholder 3">
            <a:extLst>
              <a:ext uri="{FF2B5EF4-FFF2-40B4-BE49-F238E27FC236}">
                <a16:creationId xmlns:a16="http://schemas.microsoft.com/office/drawing/2014/main" id="{15A8A333-4779-49B2-9088-2463DE5B2357}"/>
              </a:ext>
            </a:extLst>
          </p:cNvPr>
          <p:cNvSpPr>
            <a:spLocks noGrp="1"/>
          </p:cNvSpPr>
          <p:nvPr>
            <p:ph sz="half" idx="21"/>
          </p:nvPr>
        </p:nvSpPr>
        <p:spPr>
          <a:xfrm>
            <a:off x="638283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40" name="Content Placeholder 3">
            <a:extLst>
              <a:ext uri="{FF2B5EF4-FFF2-40B4-BE49-F238E27FC236}">
                <a16:creationId xmlns:a16="http://schemas.microsoft.com/office/drawing/2014/main" id="{04EC62E2-26E9-459B-809A-843888E22E39}"/>
              </a:ext>
            </a:extLst>
          </p:cNvPr>
          <p:cNvSpPr>
            <a:spLocks noGrp="1"/>
          </p:cNvSpPr>
          <p:nvPr>
            <p:ph sz="half" idx="22"/>
          </p:nvPr>
        </p:nvSpPr>
        <p:spPr>
          <a:xfrm>
            <a:off x="8337598"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41" name="Content Placeholder 3">
            <a:extLst>
              <a:ext uri="{FF2B5EF4-FFF2-40B4-BE49-F238E27FC236}">
                <a16:creationId xmlns:a16="http://schemas.microsoft.com/office/drawing/2014/main" id="{25D0D093-C682-4143-B282-3C44BFB1C61C}"/>
              </a:ext>
            </a:extLst>
          </p:cNvPr>
          <p:cNvSpPr>
            <a:spLocks noGrp="1"/>
          </p:cNvSpPr>
          <p:nvPr>
            <p:ph sz="half" idx="23"/>
          </p:nvPr>
        </p:nvSpPr>
        <p:spPr>
          <a:xfrm>
            <a:off x="10192591" y="4518899"/>
            <a:ext cx="1304925" cy="1347600"/>
          </a:xfrm>
        </p:spPr>
        <p:txBody>
          <a:bodyPr>
            <a:normAutofit/>
          </a:bodyPr>
          <a:lstStyle>
            <a:lvl1pPr>
              <a:lnSpc>
                <a:spcPct val="100000"/>
              </a:lnSpc>
              <a:defRPr sz="1050">
                <a:solidFill>
                  <a:schemeClr val="bg2"/>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43" name="Text Placeholder 2">
            <a:extLst>
              <a:ext uri="{FF2B5EF4-FFF2-40B4-BE49-F238E27FC236}">
                <a16:creationId xmlns:a16="http://schemas.microsoft.com/office/drawing/2014/main" id="{AFF9C789-2B1D-49E9-B86B-26EE3A9019CB}"/>
              </a:ext>
            </a:extLst>
          </p:cNvPr>
          <p:cNvSpPr>
            <a:spLocks noGrp="1"/>
          </p:cNvSpPr>
          <p:nvPr>
            <p:ph type="body" sz="quarter" idx="25"/>
          </p:nvPr>
        </p:nvSpPr>
        <p:spPr>
          <a:xfrm>
            <a:off x="2473297" y="3973288"/>
            <a:ext cx="1304925" cy="416012"/>
          </a:xfrm>
        </p:spPr>
        <p:txBody>
          <a:bodyPr anchor="ctr">
            <a:noAutofit/>
          </a:bodyPr>
          <a:lstStyle>
            <a:lvl1pPr>
              <a:defRPr sz="1600" b="1">
                <a:solidFill>
                  <a:srgbClr val="089ED1"/>
                </a:solidFill>
              </a:defRPr>
            </a:lvl1pPr>
          </a:lstStyle>
          <a:p>
            <a:pPr lvl="0"/>
            <a:endParaRPr lang="en-US" dirty="0"/>
          </a:p>
        </p:txBody>
      </p:sp>
      <p:sp>
        <p:nvSpPr>
          <p:cNvPr id="44" name="Text Placeholder 2">
            <a:extLst>
              <a:ext uri="{FF2B5EF4-FFF2-40B4-BE49-F238E27FC236}">
                <a16:creationId xmlns:a16="http://schemas.microsoft.com/office/drawing/2014/main" id="{805CB37C-256D-4953-BE0A-B71FEDD44ECC}"/>
              </a:ext>
            </a:extLst>
          </p:cNvPr>
          <p:cNvSpPr>
            <a:spLocks noGrp="1"/>
          </p:cNvSpPr>
          <p:nvPr>
            <p:ph type="body" sz="quarter" idx="26"/>
          </p:nvPr>
        </p:nvSpPr>
        <p:spPr>
          <a:xfrm>
            <a:off x="4428062" y="3973288"/>
            <a:ext cx="1304925" cy="416012"/>
          </a:xfrm>
        </p:spPr>
        <p:txBody>
          <a:bodyPr anchor="ctr">
            <a:noAutofit/>
          </a:bodyPr>
          <a:lstStyle>
            <a:lvl1pPr>
              <a:defRPr sz="1600" b="1">
                <a:solidFill>
                  <a:srgbClr val="089ED1"/>
                </a:solidFill>
              </a:defRPr>
            </a:lvl1pPr>
          </a:lstStyle>
          <a:p>
            <a:pPr lvl="0"/>
            <a:endParaRPr lang="en-US" dirty="0"/>
          </a:p>
        </p:txBody>
      </p:sp>
      <p:sp>
        <p:nvSpPr>
          <p:cNvPr id="45" name="Text Placeholder 2">
            <a:extLst>
              <a:ext uri="{FF2B5EF4-FFF2-40B4-BE49-F238E27FC236}">
                <a16:creationId xmlns:a16="http://schemas.microsoft.com/office/drawing/2014/main" id="{ACEEC02A-7690-4CCE-9B80-C7E067E7F61E}"/>
              </a:ext>
            </a:extLst>
          </p:cNvPr>
          <p:cNvSpPr>
            <a:spLocks noGrp="1"/>
          </p:cNvSpPr>
          <p:nvPr>
            <p:ph type="body" sz="quarter" idx="27"/>
          </p:nvPr>
        </p:nvSpPr>
        <p:spPr>
          <a:xfrm>
            <a:off x="6382827" y="3973288"/>
            <a:ext cx="1304925" cy="416012"/>
          </a:xfrm>
        </p:spPr>
        <p:txBody>
          <a:bodyPr anchor="ctr">
            <a:noAutofit/>
          </a:bodyPr>
          <a:lstStyle>
            <a:lvl1pPr>
              <a:defRPr sz="1600" b="1">
                <a:solidFill>
                  <a:srgbClr val="089ED1"/>
                </a:solidFill>
              </a:defRPr>
            </a:lvl1pPr>
          </a:lstStyle>
          <a:p>
            <a:pPr lvl="0"/>
            <a:endParaRPr lang="en-US" dirty="0"/>
          </a:p>
        </p:txBody>
      </p:sp>
      <p:sp>
        <p:nvSpPr>
          <p:cNvPr id="46" name="Text Placeholder 2">
            <a:extLst>
              <a:ext uri="{FF2B5EF4-FFF2-40B4-BE49-F238E27FC236}">
                <a16:creationId xmlns:a16="http://schemas.microsoft.com/office/drawing/2014/main" id="{508DE878-0318-49B3-9015-EB1B780C52CF}"/>
              </a:ext>
            </a:extLst>
          </p:cNvPr>
          <p:cNvSpPr>
            <a:spLocks noGrp="1"/>
          </p:cNvSpPr>
          <p:nvPr>
            <p:ph type="body" sz="quarter" idx="28"/>
          </p:nvPr>
        </p:nvSpPr>
        <p:spPr>
          <a:xfrm>
            <a:off x="8337592" y="3973288"/>
            <a:ext cx="1304925" cy="416012"/>
          </a:xfrm>
        </p:spPr>
        <p:txBody>
          <a:bodyPr anchor="ctr">
            <a:noAutofit/>
          </a:bodyPr>
          <a:lstStyle>
            <a:lvl1pPr>
              <a:defRPr sz="1600" b="1">
                <a:solidFill>
                  <a:srgbClr val="089ED1"/>
                </a:solidFill>
              </a:defRPr>
            </a:lvl1pPr>
          </a:lstStyle>
          <a:p>
            <a:pPr lvl="0"/>
            <a:endParaRPr lang="en-US" dirty="0"/>
          </a:p>
        </p:txBody>
      </p:sp>
      <p:sp>
        <p:nvSpPr>
          <p:cNvPr id="47" name="Text Placeholder 2">
            <a:extLst>
              <a:ext uri="{FF2B5EF4-FFF2-40B4-BE49-F238E27FC236}">
                <a16:creationId xmlns:a16="http://schemas.microsoft.com/office/drawing/2014/main" id="{A5C91AEF-1938-4C62-8205-240A93A5BF3A}"/>
              </a:ext>
            </a:extLst>
          </p:cNvPr>
          <p:cNvSpPr>
            <a:spLocks noGrp="1"/>
          </p:cNvSpPr>
          <p:nvPr>
            <p:ph type="body" sz="quarter" idx="29"/>
          </p:nvPr>
        </p:nvSpPr>
        <p:spPr>
          <a:xfrm>
            <a:off x="10192590" y="3973288"/>
            <a:ext cx="1304925" cy="416012"/>
          </a:xfrm>
        </p:spPr>
        <p:txBody>
          <a:bodyPr anchor="ctr">
            <a:noAutofit/>
          </a:bodyPr>
          <a:lstStyle>
            <a:lvl1pPr>
              <a:defRPr sz="1600" b="1">
                <a:solidFill>
                  <a:srgbClr val="089ED1"/>
                </a:solidFill>
              </a:defRPr>
            </a:lvl1pPr>
          </a:lstStyle>
          <a:p>
            <a:pPr lvl="0"/>
            <a:endParaRPr lang="en-US" dirty="0"/>
          </a:p>
        </p:txBody>
      </p:sp>
      <p:sp>
        <p:nvSpPr>
          <p:cNvPr id="48" name="Text Placeholder 2">
            <a:extLst>
              <a:ext uri="{FF2B5EF4-FFF2-40B4-BE49-F238E27FC236}">
                <a16:creationId xmlns:a16="http://schemas.microsoft.com/office/drawing/2014/main" id="{EA711763-97DB-4CC8-84CB-2FD430DCA278}"/>
              </a:ext>
            </a:extLst>
          </p:cNvPr>
          <p:cNvSpPr>
            <a:spLocks noGrp="1"/>
          </p:cNvSpPr>
          <p:nvPr>
            <p:ph type="body" sz="quarter" idx="30"/>
          </p:nvPr>
        </p:nvSpPr>
        <p:spPr>
          <a:xfrm>
            <a:off x="727610" y="3973288"/>
            <a:ext cx="1304925" cy="416012"/>
          </a:xfrm>
        </p:spPr>
        <p:txBody>
          <a:bodyPr anchor="ctr">
            <a:noAutofit/>
          </a:bodyPr>
          <a:lstStyle>
            <a:lvl1pPr>
              <a:defRPr sz="1600" b="1">
                <a:solidFill>
                  <a:srgbClr val="089ED1"/>
                </a:solidFill>
              </a:defRPr>
            </a:lvl1pPr>
          </a:lstStyle>
          <a:p>
            <a:pPr lvl="0"/>
            <a:endParaRPr lang="en-US" dirty="0"/>
          </a:p>
        </p:txBody>
      </p:sp>
      <p:pic>
        <p:nvPicPr>
          <p:cNvPr id="57" name="Graphic 56">
            <a:extLst>
              <a:ext uri="{FF2B5EF4-FFF2-40B4-BE49-F238E27FC236}">
                <a16:creationId xmlns:a16="http://schemas.microsoft.com/office/drawing/2014/main" id="{9BB69165-6ED0-4862-8C0B-B0DFDC94C19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58" name="Straight Connector 57">
            <a:extLst>
              <a:ext uri="{FF2B5EF4-FFF2-40B4-BE49-F238E27FC236}">
                <a16:creationId xmlns:a16="http://schemas.microsoft.com/office/drawing/2014/main" id="{3980E3A6-C595-4A60-A319-E678D0C237E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59" name="Slide Number Placeholder 3">
            <a:extLst>
              <a:ext uri="{FF2B5EF4-FFF2-40B4-BE49-F238E27FC236}">
                <a16:creationId xmlns:a16="http://schemas.microsoft.com/office/drawing/2014/main" id="{84C9D40C-3E72-4021-AA58-315366032EE2}"/>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D8E330A1-F1F4-80A0-9727-FCC4C7917A06}"/>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23838861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ark_Timeline option2">
    <p:spTree>
      <p:nvGrpSpPr>
        <p:cNvPr id="1" name=""/>
        <p:cNvGrpSpPr/>
        <p:nvPr/>
      </p:nvGrpSpPr>
      <p:grpSpPr>
        <a:xfrm>
          <a:off x="0" y="0"/>
          <a:ext cx="0" cy="0"/>
          <a:chOff x="0" y="0"/>
          <a:chExt cx="0" cy="0"/>
        </a:xfrm>
      </p:grpSpPr>
      <p:sp>
        <p:nvSpPr>
          <p:cNvPr id="22" name="Isosceles Triangle 26">
            <a:extLst>
              <a:ext uri="{FF2B5EF4-FFF2-40B4-BE49-F238E27FC236}">
                <a16:creationId xmlns:a16="http://schemas.microsoft.com/office/drawing/2014/main" id="{97A1E4B0-3D3D-4A28-B141-80B51AFAD289}"/>
              </a:ext>
            </a:extLst>
          </p:cNvPr>
          <p:cNvSpPr/>
          <p:nvPr userDrawn="1"/>
        </p:nvSpPr>
        <p:spPr>
          <a:xfrm rot="2202653">
            <a:off x="9988343" y="-307867"/>
            <a:ext cx="3029080" cy="1722132"/>
          </a:xfrm>
          <a:custGeom>
            <a:avLst/>
            <a:gdLst>
              <a:gd name="connsiteX0" fmla="*/ 0 w 4298731"/>
              <a:gd name="connsiteY0" fmla="*/ 1566041 h 1566041"/>
              <a:gd name="connsiteX1" fmla="*/ 2149366 w 4298731"/>
              <a:gd name="connsiteY1" fmla="*/ 0 h 1566041"/>
              <a:gd name="connsiteX2" fmla="*/ 4298731 w 4298731"/>
              <a:gd name="connsiteY2" fmla="*/ 1566041 h 1566041"/>
              <a:gd name="connsiteX3" fmla="*/ 0 w 4298731"/>
              <a:gd name="connsiteY3" fmla="*/ 1566041 h 1566041"/>
              <a:gd name="connsiteX0" fmla="*/ 0 w 4298731"/>
              <a:gd name="connsiteY0" fmla="*/ 2190185 h 2190185"/>
              <a:gd name="connsiteX1" fmla="*/ 2968806 w 4298731"/>
              <a:gd name="connsiteY1" fmla="*/ 0 h 2190185"/>
              <a:gd name="connsiteX2" fmla="*/ 4298731 w 4298731"/>
              <a:gd name="connsiteY2" fmla="*/ 2190185 h 2190185"/>
              <a:gd name="connsiteX3" fmla="*/ 0 w 4298731"/>
              <a:gd name="connsiteY3" fmla="*/ 2190185 h 2190185"/>
              <a:gd name="connsiteX0" fmla="*/ 0 w 5183636"/>
              <a:gd name="connsiteY0" fmla="*/ 2190185 h 2972512"/>
              <a:gd name="connsiteX1" fmla="*/ 2968806 w 5183636"/>
              <a:gd name="connsiteY1" fmla="*/ 0 h 2972512"/>
              <a:gd name="connsiteX2" fmla="*/ 5183636 w 5183636"/>
              <a:gd name="connsiteY2" fmla="*/ 2972512 h 2972512"/>
              <a:gd name="connsiteX3" fmla="*/ 0 w 5183636"/>
              <a:gd name="connsiteY3" fmla="*/ 2190185 h 2972512"/>
              <a:gd name="connsiteX0" fmla="*/ 0 w 5217338"/>
              <a:gd name="connsiteY0" fmla="*/ 2215317 h 2972512"/>
              <a:gd name="connsiteX1" fmla="*/ 3002508 w 5217338"/>
              <a:gd name="connsiteY1" fmla="*/ 0 h 2972512"/>
              <a:gd name="connsiteX2" fmla="*/ 5217338 w 5217338"/>
              <a:gd name="connsiteY2" fmla="*/ 2972512 h 2972512"/>
              <a:gd name="connsiteX3" fmla="*/ 0 w 5217338"/>
              <a:gd name="connsiteY3" fmla="*/ 2215317 h 2972512"/>
              <a:gd name="connsiteX0" fmla="*/ 0 w 5217338"/>
              <a:gd name="connsiteY0" fmla="*/ 2209034 h 2966229"/>
              <a:gd name="connsiteX1" fmla="*/ 2994082 w 5217338"/>
              <a:gd name="connsiteY1" fmla="*/ 0 h 2966229"/>
              <a:gd name="connsiteX2" fmla="*/ 5217338 w 5217338"/>
              <a:gd name="connsiteY2" fmla="*/ 2966229 h 2966229"/>
              <a:gd name="connsiteX3" fmla="*/ 0 w 5217338"/>
              <a:gd name="connsiteY3" fmla="*/ 2209034 h 2966229"/>
            </a:gdLst>
            <a:ahLst/>
            <a:cxnLst>
              <a:cxn ang="0">
                <a:pos x="connsiteX0" y="connsiteY0"/>
              </a:cxn>
              <a:cxn ang="0">
                <a:pos x="connsiteX1" y="connsiteY1"/>
              </a:cxn>
              <a:cxn ang="0">
                <a:pos x="connsiteX2" y="connsiteY2"/>
              </a:cxn>
              <a:cxn ang="0">
                <a:pos x="connsiteX3" y="connsiteY3"/>
              </a:cxn>
            </a:cxnLst>
            <a:rect l="l" t="t" r="r" b="b"/>
            <a:pathLst>
              <a:path w="5217338" h="2966229">
                <a:moveTo>
                  <a:pt x="0" y="2209034"/>
                </a:moveTo>
                <a:lnTo>
                  <a:pt x="2994082" y="0"/>
                </a:lnTo>
                <a:lnTo>
                  <a:pt x="5217338" y="2966229"/>
                </a:lnTo>
                <a:lnTo>
                  <a:pt x="0" y="220903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24" name="Rectangle 23">
            <a:extLst>
              <a:ext uri="{FF2B5EF4-FFF2-40B4-BE49-F238E27FC236}">
                <a16:creationId xmlns:a16="http://schemas.microsoft.com/office/drawing/2014/main" id="{036EB5A6-B45F-49AA-86C6-ADA7F48CC727}"/>
              </a:ext>
            </a:extLst>
          </p:cNvPr>
          <p:cNvSpPr/>
          <p:nvPr userDrawn="1"/>
        </p:nvSpPr>
        <p:spPr>
          <a:xfrm>
            <a:off x="8899332" y="228600"/>
            <a:ext cx="3025968" cy="1859341"/>
          </a:xfrm>
          <a:prstGeom prst="rect">
            <a:avLst/>
          </a:prstGeom>
          <a:solidFill>
            <a:srgbClr val="111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chemeClr val="bg1"/>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23" name="Straight Connector 22">
            <a:extLst>
              <a:ext uri="{FF2B5EF4-FFF2-40B4-BE49-F238E27FC236}">
                <a16:creationId xmlns:a16="http://schemas.microsoft.com/office/drawing/2014/main" id="{71434596-59F0-4F85-B080-3F2F632E1E40}"/>
              </a:ext>
            </a:extLst>
          </p:cNvPr>
          <p:cNvCxnSpPr>
            <a:cxnSpLocks/>
          </p:cNvCxnSpPr>
          <p:nvPr userDrawn="1"/>
        </p:nvCxnSpPr>
        <p:spPr>
          <a:xfrm>
            <a:off x="793044"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8FB8EF5-5EC0-476C-AD5B-350016F2B3FD}"/>
              </a:ext>
            </a:extLst>
          </p:cNvPr>
          <p:cNvCxnSpPr/>
          <p:nvPr userDrawn="1"/>
        </p:nvCxnSpPr>
        <p:spPr>
          <a:xfrm>
            <a:off x="72761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5DF5367-4935-4325-882D-D2994ACA82FF}"/>
              </a:ext>
            </a:extLst>
          </p:cNvPr>
          <p:cNvCxnSpPr/>
          <p:nvPr userDrawn="1"/>
        </p:nvCxnSpPr>
        <p:spPr>
          <a:xfrm>
            <a:off x="2473297"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55054BF-1606-4FA9-BE04-A2D764C5074A}"/>
              </a:ext>
            </a:extLst>
          </p:cNvPr>
          <p:cNvCxnSpPr/>
          <p:nvPr userDrawn="1"/>
        </p:nvCxnSpPr>
        <p:spPr>
          <a:xfrm>
            <a:off x="4428064"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7C8578E-8CC4-4964-92ED-1595EFF46737}"/>
              </a:ext>
            </a:extLst>
          </p:cNvPr>
          <p:cNvCxnSpPr/>
          <p:nvPr userDrawn="1"/>
        </p:nvCxnSpPr>
        <p:spPr>
          <a:xfrm>
            <a:off x="6382831"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0A7457-5A36-4180-A901-A7344AC87595}"/>
              </a:ext>
            </a:extLst>
          </p:cNvPr>
          <p:cNvCxnSpPr/>
          <p:nvPr userDrawn="1"/>
        </p:nvCxnSpPr>
        <p:spPr>
          <a:xfrm>
            <a:off x="8337598"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17E079-4B23-4976-8B64-B7ABB3F7906D}"/>
              </a:ext>
            </a:extLst>
          </p:cNvPr>
          <p:cNvCxnSpPr/>
          <p:nvPr userDrawn="1"/>
        </p:nvCxnSpPr>
        <p:spPr>
          <a:xfrm>
            <a:off x="10192592" y="4454100"/>
            <a:ext cx="1304925"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6" name="Content Placeholder 3">
            <a:extLst>
              <a:ext uri="{FF2B5EF4-FFF2-40B4-BE49-F238E27FC236}">
                <a16:creationId xmlns:a16="http://schemas.microsoft.com/office/drawing/2014/main" id="{E328A152-FBD1-40F1-B81A-CD7FE27DC15F}"/>
              </a:ext>
            </a:extLst>
          </p:cNvPr>
          <p:cNvSpPr>
            <a:spLocks noGrp="1"/>
          </p:cNvSpPr>
          <p:nvPr>
            <p:ph sz="half" idx="2"/>
          </p:nvPr>
        </p:nvSpPr>
        <p:spPr>
          <a:xfrm>
            <a:off x="72761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7" name="Content Placeholder 3">
            <a:extLst>
              <a:ext uri="{FF2B5EF4-FFF2-40B4-BE49-F238E27FC236}">
                <a16:creationId xmlns:a16="http://schemas.microsoft.com/office/drawing/2014/main" id="{CC8BEC0F-5CEE-4F79-BBEB-5D7CDB0138A1}"/>
              </a:ext>
            </a:extLst>
          </p:cNvPr>
          <p:cNvSpPr>
            <a:spLocks noGrp="1"/>
          </p:cNvSpPr>
          <p:nvPr>
            <p:ph sz="half" idx="19"/>
          </p:nvPr>
        </p:nvSpPr>
        <p:spPr>
          <a:xfrm>
            <a:off x="2473296"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8" name="Content Placeholder 3">
            <a:extLst>
              <a:ext uri="{FF2B5EF4-FFF2-40B4-BE49-F238E27FC236}">
                <a16:creationId xmlns:a16="http://schemas.microsoft.com/office/drawing/2014/main" id="{445E4B63-257C-4B55-B502-A8C670562658}"/>
              </a:ext>
            </a:extLst>
          </p:cNvPr>
          <p:cNvSpPr>
            <a:spLocks noGrp="1"/>
          </p:cNvSpPr>
          <p:nvPr>
            <p:ph sz="half" idx="20"/>
          </p:nvPr>
        </p:nvSpPr>
        <p:spPr>
          <a:xfrm>
            <a:off x="4428063"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9" name="Content Placeholder 3">
            <a:extLst>
              <a:ext uri="{FF2B5EF4-FFF2-40B4-BE49-F238E27FC236}">
                <a16:creationId xmlns:a16="http://schemas.microsoft.com/office/drawing/2014/main" id="{15A8A333-4779-49B2-9088-2463DE5B2357}"/>
              </a:ext>
            </a:extLst>
          </p:cNvPr>
          <p:cNvSpPr>
            <a:spLocks noGrp="1"/>
          </p:cNvSpPr>
          <p:nvPr>
            <p:ph sz="half" idx="21"/>
          </p:nvPr>
        </p:nvSpPr>
        <p:spPr>
          <a:xfrm>
            <a:off x="638283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40" name="Content Placeholder 3">
            <a:extLst>
              <a:ext uri="{FF2B5EF4-FFF2-40B4-BE49-F238E27FC236}">
                <a16:creationId xmlns:a16="http://schemas.microsoft.com/office/drawing/2014/main" id="{04EC62E2-26E9-459B-809A-843888E22E39}"/>
              </a:ext>
            </a:extLst>
          </p:cNvPr>
          <p:cNvSpPr>
            <a:spLocks noGrp="1"/>
          </p:cNvSpPr>
          <p:nvPr>
            <p:ph sz="half" idx="22"/>
          </p:nvPr>
        </p:nvSpPr>
        <p:spPr>
          <a:xfrm>
            <a:off x="8337598"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41" name="Content Placeholder 3">
            <a:extLst>
              <a:ext uri="{FF2B5EF4-FFF2-40B4-BE49-F238E27FC236}">
                <a16:creationId xmlns:a16="http://schemas.microsoft.com/office/drawing/2014/main" id="{25D0D093-C682-4143-B282-3C44BFB1C61C}"/>
              </a:ext>
            </a:extLst>
          </p:cNvPr>
          <p:cNvSpPr>
            <a:spLocks noGrp="1"/>
          </p:cNvSpPr>
          <p:nvPr>
            <p:ph sz="half" idx="23"/>
          </p:nvPr>
        </p:nvSpPr>
        <p:spPr>
          <a:xfrm>
            <a:off x="10192591" y="4518899"/>
            <a:ext cx="1304925" cy="1347600"/>
          </a:xfrm>
        </p:spPr>
        <p:txBody>
          <a:bodyPr>
            <a:normAutofit/>
          </a:bodyPr>
          <a:lstStyle>
            <a:lvl1pPr>
              <a:lnSpc>
                <a:spcPct val="100000"/>
              </a:lnSpc>
              <a:defRPr sz="105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43" name="Text Placeholder 2">
            <a:extLst>
              <a:ext uri="{FF2B5EF4-FFF2-40B4-BE49-F238E27FC236}">
                <a16:creationId xmlns:a16="http://schemas.microsoft.com/office/drawing/2014/main" id="{AFF9C789-2B1D-49E9-B86B-26EE3A9019CB}"/>
              </a:ext>
            </a:extLst>
          </p:cNvPr>
          <p:cNvSpPr>
            <a:spLocks noGrp="1"/>
          </p:cNvSpPr>
          <p:nvPr>
            <p:ph type="body" sz="quarter" idx="25"/>
          </p:nvPr>
        </p:nvSpPr>
        <p:spPr>
          <a:xfrm>
            <a:off x="2473297" y="3973288"/>
            <a:ext cx="1304925" cy="416012"/>
          </a:xfrm>
        </p:spPr>
        <p:txBody>
          <a:bodyPr anchor="ctr">
            <a:noAutofit/>
          </a:bodyPr>
          <a:lstStyle>
            <a:lvl1pPr>
              <a:defRPr sz="1600" b="1">
                <a:solidFill>
                  <a:srgbClr val="089ED1"/>
                </a:solidFill>
              </a:defRPr>
            </a:lvl1pPr>
          </a:lstStyle>
          <a:p>
            <a:pPr lvl="0"/>
            <a:endParaRPr lang="en-US" dirty="0"/>
          </a:p>
        </p:txBody>
      </p:sp>
      <p:sp>
        <p:nvSpPr>
          <p:cNvPr id="44" name="Text Placeholder 2">
            <a:extLst>
              <a:ext uri="{FF2B5EF4-FFF2-40B4-BE49-F238E27FC236}">
                <a16:creationId xmlns:a16="http://schemas.microsoft.com/office/drawing/2014/main" id="{805CB37C-256D-4953-BE0A-B71FEDD44ECC}"/>
              </a:ext>
            </a:extLst>
          </p:cNvPr>
          <p:cNvSpPr>
            <a:spLocks noGrp="1"/>
          </p:cNvSpPr>
          <p:nvPr>
            <p:ph type="body" sz="quarter" idx="26"/>
          </p:nvPr>
        </p:nvSpPr>
        <p:spPr>
          <a:xfrm>
            <a:off x="4428062" y="3973288"/>
            <a:ext cx="1304925" cy="416012"/>
          </a:xfrm>
        </p:spPr>
        <p:txBody>
          <a:bodyPr anchor="ctr">
            <a:noAutofit/>
          </a:bodyPr>
          <a:lstStyle>
            <a:lvl1pPr>
              <a:defRPr sz="1600" b="1">
                <a:solidFill>
                  <a:srgbClr val="089ED1"/>
                </a:solidFill>
              </a:defRPr>
            </a:lvl1pPr>
          </a:lstStyle>
          <a:p>
            <a:pPr lvl="0"/>
            <a:endParaRPr lang="en-US" dirty="0"/>
          </a:p>
        </p:txBody>
      </p:sp>
      <p:sp>
        <p:nvSpPr>
          <p:cNvPr id="45" name="Text Placeholder 2">
            <a:extLst>
              <a:ext uri="{FF2B5EF4-FFF2-40B4-BE49-F238E27FC236}">
                <a16:creationId xmlns:a16="http://schemas.microsoft.com/office/drawing/2014/main" id="{ACEEC02A-7690-4CCE-9B80-C7E067E7F61E}"/>
              </a:ext>
            </a:extLst>
          </p:cNvPr>
          <p:cNvSpPr>
            <a:spLocks noGrp="1"/>
          </p:cNvSpPr>
          <p:nvPr>
            <p:ph type="body" sz="quarter" idx="27"/>
          </p:nvPr>
        </p:nvSpPr>
        <p:spPr>
          <a:xfrm>
            <a:off x="6382827" y="3973288"/>
            <a:ext cx="1304925" cy="416012"/>
          </a:xfrm>
        </p:spPr>
        <p:txBody>
          <a:bodyPr anchor="ctr">
            <a:noAutofit/>
          </a:bodyPr>
          <a:lstStyle>
            <a:lvl1pPr>
              <a:defRPr sz="1600" b="1">
                <a:solidFill>
                  <a:srgbClr val="089ED1"/>
                </a:solidFill>
              </a:defRPr>
            </a:lvl1pPr>
          </a:lstStyle>
          <a:p>
            <a:pPr lvl="0"/>
            <a:endParaRPr lang="en-US" dirty="0"/>
          </a:p>
        </p:txBody>
      </p:sp>
      <p:sp>
        <p:nvSpPr>
          <p:cNvPr id="46" name="Text Placeholder 2">
            <a:extLst>
              <a:ext uri="{FF2B5EF4-FFF2-40B4-BE49-F238E27FC236}">
                <a16:creationId xmlns:a16="http://schemas.microsoft.com/office/drawing/2014/main" id="{508DE878-0318-49B3-9015-EB1B780C52CF}"/>
              </a:ext>
            </a:extLst>
          </p:cNvPr>
          <p:cNvSpPr>
            <a:spLocks noGrp="1"/>
          </p:cNvSpPr>
          <p:nvPr>
            <p:ph type="body" sz="quarter" idx="28"/>
          </p:nvPr>
        </p:nvSpPr>
        <p:spPr>
          <a:xfrm>
            <a:off x="8337592" y="3973288"/>
            <a:ext cx="1304925" cy="416012"/>
          </a:xfrm>
        </p:spPr>
        <p:txBody>
          <a:bodyPr anchor="ctr">
            <a:noAutofit/>
          </a:bodyPr>
          <a:lstStyle>
            <a:lvl1pPr>
              <a:defRPr sz="1600" b="1">
                <a:solidFill>
                  <a:srgbClr val="089ED1"/>
                </a:solidFill>
              </a:defRPr>
            </a:lvl1pPr>
          </a:lstStyle>
          <a:p>
            <a:pPr lvl="0"/>
            <a:endParaRPr lang="en-US" dirty="0"/>
          </a:p>
        </p:txBody>
      </p:sp>
      <p:sp>
        <p:nvSpPr>
          <p:cNvPr id="47" name="Text Placeholder 2">
            <a:extLst>
              <a:ext uri="{FF2B5EF4-FFF2-40B4-BE49-F238E27FC236}">
                <a16:creationId xmlns:a16="http://schemas.microsoft.com/office/drawing/2014/main" id="{A5C91AEF-1938-4C62-8205-240A93A5BF3A}"/>
              </a:ext>
            </a:extLst>
          </p:cNvPr>
          <p:cNvSpPr>
            <a:spLocks noGrp="1"/>
          </p:cNvSpPr>
          <p:nvPr>
            <p:ph type="body" sz="quarter" idx="29"/>
          </p:nvPr>
        </p:nvSpPr>
        <p:spPr>
          <a:xfrm>
            <a:off x="10192590" y="3973288"/>
            <a:ext cx="1304925" cy="416012"/>
          </a:xfrm>
        </p:spPr>
        <p:txBody>
          <a:bodyPr anchor="ctr">
            <a:noAutofit/>
          </a:bodyPr>
          <a:lstStyle>
            <a:lvl1pPr>
              <a:defRPr sz="1600" b="1">
                <a:solidFill>
                  <a:srgbClr val="089ED1"/>
                </a:solidFill>
              </a:defRPr>
            </a:lvl1pPr>
          </a:lstStyle>
          <a:p>
            <a:pPr lvl="0"/>
            <a:endParaRPr lang="en-US" dirty="0"/>
          </a:p>
        </p:txBody>
      </p:sp>
      <p:sp>
        <p:nvSpPr>
          <p:cNvPr id="48" name="Text Placeholder 2">
            <a:extLst>
              <a:ext uri="{FF2B5EF4-FFF2-40B4-BE49-F238E27FC236}">
                <a16:creationId xmlns:a16="http://schemas.microsoft.com/office/drawing/2014/main" id="{EA711763-97DB-4CC8-84CB-2FD430DCA278}"/>
              </a:ext>
            </a:extLst>
          </p:cNvPr>
          <p:cNvSpPr>
            <a:spLocks noGrp="1"/>
          </p:cNvSpPr>
          <p:nvPr>
            <p:ph type="body" sz="quarter" idx="30"/>
          </p:nvPr>
        </p:nvSpPr>
        <p:spPr>
          <a:xfrm>
            <a:off x="727610" y="3973288"/>
            <a:ext cx="1304925" cy="416012"/>
          </a:xfrm>
        </p:spPr>
        <p:txBody>
          <a:bodyPr anchor="ctr">
            <a:noAutofit/>
          </a:bodyPr>
          <a:lstStyle>
            <a:lvl1pPr>
              <a:defRPr sz="1600" b="1">
                <a:solidFill>
                  <a:srgbClr val="089ED1"/>
                </a:solidFill>
              </a:defRPr>
            </a:lvl1pPr>
          </a:lstStyle>
          <a:p>
            <a:pPr lvl="0"/>
            <a:endParaRPr lang="en-US" dirty="0"/>
          </a:p>
        </p:txBody>
      </p:sp>
      <p:pic>
        <p:nvPicPr>
          <p:cNvPr id="50" name="Graphic 49">
            <a:extLst>
              <a:ext uri="{FF2B5EF4-FFF2-40B4-BE49-F238E27FC236}">
                <a16:creationId xmlns:a16="http://schemas.microsoft.com/office/drawing/2014/main" id="{AC9DF60C-9E4E-4C2B-8D01-7C742F4880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11795477" y="3364061"/>
            <a:ext cx="538069" cy="129879"/>
          </a:xfrm>
          <a:prstGeom prst="rect">
            <a:avLst/>
          </a:prstGeom>
        </p:spPr>
      </p:pic>
      <p:pic>
        <p:nvPicPr>
          <p:cNvPr id="51" name="Graphic 50">
            <a:extLst>
              <a:ext uri="{FF2B5EF4-FFF2-40B4-BE49-F238E27FC236}">
                <a16:creationId xmlns:a16="http://schemas.microsoft.com/office/drawing/2014/main" id="{4C3BCE8F-7C76-4729-A0B1-CFD26E18BB8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52" name="Straight Connector 51">
            <a:extLst>
              <a:ext uri="{FF2B5EF4-FFF2-40B4-BE49-F238E27FC236}">
                <a16:creationId xmlns:a16="http://schemas.microsoft.com/office/drawing/2014/main" id="{7EC394C3-89F2-46A6-9D9D-5E1D791ABA3B}"/>
              </a:ext>
            </a:extLst>
          </p:cNvPr>
          <p:cNvCxnSpPr>
            <a:cxnSpLocks/>
          </p:cNvCxnSpPr>
          <p:nvPr userDrawn="1"/>
        </p:nvCxnSpPr>
        <p:spPr>
          <a:xfrm>
            <a:off x="0" y="6591300"/>
            <a:ext cx="11398956" cy="83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Slide Number Placeholder 3">
            <a:extLst>
              <a:ext uri="{FF2B5EF4-FFF2-40B4-BE49-F238E27FC236}">
                <a16:creationId xmlns:a16="http://schemas.microsoft.com/office/drawing/2014/main" id="{CA224A4D-45E4-46B5-A4AC-DF88D17793B1}"/>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404437451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aph_lay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12" name="Chart Placeholder 2">
            <a:extLst>
              <a:ext uri="{FF2B5EF4-FFF2-40B4-BE49-F238E27FC236}">
                <a16:creationId xmlns:a16="http://schemas.microsoft.com/office/drawing/2014/main" id="{A9F980DB-D4C4-4B12-81E6-A15F5D80173E}"/>
              </a:ext>
            </a:extLst>
          </p:cNvPr>
          <p:cNvSpPr>
            <a:spLocks noGrp="1"/>
          </p:cNvSpPr>
          <p:nvPr>
            <p:ph type="chart" sz="quarter" idx="20"/>
          </p:nvPr>
        </p:nvSpPr>
        <p:spPr>
          <a:xfrm>
            <a:off x="266700" y="1554163"/>
            <a:ext cx="3770313" cy="4491037"/>
          </a:xfrm>
        </p:spPr>
        <p:txBody>
          <a:bodyPr/>
          <a:lstStyle>
            <a:lvl1pPr>
              <a:defRPr sz="1800"/>
            </a:lvl1pPr>
          </a:lstStyle>
          <a:p>
            <a:endParaRPr lang="en-US" dirty="0"/>
          </a:p>
        </p:txBody>
      </p:sp>
      <p:sp>
        <p:nvSpPr>
          <p:cNvPr id="13" name="Content Placeholder 3">
            <a:extLst>
              <a:ext uri="{FF2B5EF4-FFF2-40B4-BE49-F238E27FC236}">
                <a16:creationId xmlns:a16="http://schemas.microsoft.com/office/drawing/2014/main" id="{571C74E5-CC7D-4352-BD53-DDE0A1538FF4}"/>
              </a:ext>
            </a:extLst>
          </p:cNvPr>
          <p:cNvSpPr>
            <a:spLocks noGrp="1"/>
          </p:cNvSpPr>
          <p:nvPr>
            <p:ph sz="half" idx="2"/>
          </p:nvPr>
        </p:nvSpPr>
        <p:spPr>
          <a:xfrm>
            <a:off x="5321246" y="1598795"/>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23" name="Content Placeholder 3">
            <a:extLst>
              <a:ext uri="{FF2B5EF4-FFF2-40B4-BE49-F238E27FC236}">
                <a16:creationId xmlns:a16="http://schemas.microsoft.com/office/drawing/2014/main" id="{3087B595-A398-4C1C-8A01-96433B095DEA}"/>
              </a:ext>
            </a:extLst>
          </p:cNvPr>
          <p:cNvSpPr>
            <a:spLocks noGrp="1"/>
          </p:cNvSpPr>
          <p:nvPr>
            <p:ph sz="half" idx="21"/>
          </p:nvPr>
        </p:nvSpPr>
        <p:spPr>
          <a:xfrm>
            <a:off x="5321246" y="2869780"/>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24" name="Content Placeholder 3">
            <a:extLst>
              <a:ext uri="{FF2B5EF4-FFF2-40B4-BE49-F238E27FC236}">
                <a16:creationId xmlns:a16="http://schemas.microsoft.com/office/drawing/2014/main" id="{E4E604AD-5614-458D-8EEF-B3C3EBBCB89F}"/>
              </a:ext>
            </a:extLst>
          </p:cNvPr>
          <p:cNvSpPr>
            <a:spLocks noGrp="1"/>
          </p:cNvSpPr>
          <p:nvPr>
            <p:ph sz="half" idx="22"/>
          </p:nvPr>
        </p:nvSpPr>
        <p:spPr>
          <a:xfrm>
            <a:off x="5321246" y="4140765"/>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26" name="Content Placeholder 3">
            <a:extLst>
              <a:ext uri="{FF2B5EF4-FFF2-40B4-BE49-F238E27FC236}">
                <a16:creationId xmlns:a16="http://schemas.microsoft.com/office/drawing/2014/main" id="{AA0F5642-88B1-4C18-A891-578D0521B226}"/>
              </a:ext>
            </a:extLst>
          </p:cNvPr>
          <p:cNvSpPr>
            <a:spLocks noGrp="1"/>
          </p:cNvSpPr>
          <p:nvPr>
            <p:ph sz="half" idx="23"/>
          </p:nvPr>
        </p:nvSpPr>
        <p:spPr>
          <a:xfrm>
            <a:off x="5321245" y="5411749"/>
            <a:ext cx="2653558" cy="633451"/>
          </a:xfrm>
        </p:spPr>
        <p:txBody>
          <a:bodyPr anchor="ctr">
            <a:normAutofit/>
          </a:bodyPr>
          <a:lstStyle>
            <a:lvl1pPr>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5" name="Content Placeholder 3">
            <a:extLst>
              <a:ext uri="{FF2B5EF4-FFF2-40B4-BE49-F238E27FC236}">
                <a16:creationId xmlns:a16="http://schemas.microsoft.com/office/drawing/2014/main" id="{5E3AD2B8-5BC5-4DB5-8CB3-EBC2315C6A00}"/>
              </a:ext>
            </a:extLst>
          </p:cNvPr>
          <p:cNvSpPr>
            <a:spLocks noGrp="1"/>
          </p:cNvSpPr>
          <p:nvPr>
            <p:ph sz="half" idx="24"/>
          </p:nvPr>
        </p:nvSpPr>
        <p:spPr>
          <a:xfrm>
            <a:off x="9259035" y="1598795"/>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6" name="Content Placeholder 3">
            <a:extLst>
              <a:ext uri="{FF2B5EF4-FFF2-40B4-BE49-F238E27FC236}">
                <a16:creationId xmlns:a16="http://schemas.microsoft.com/office/drawing/2014/main" id="{6087171E-E66F-4659-976C-8A10F2F88E73}"/>
              </a:ext>
            </a:extLst>
          </p:cNvPr>
          <p:cNvSpPr>
            <a:spLocks noGrp="1"/>
          </p:cNvSpPr>
          <p:nvPr>
            <p:ph sz="half" idx="25"/>
          </p:nvPr>
        </p:nvSpPr>
        <p:spPr>
          <a:xfrm>
            <a:off x="9259035" y="2869780"/>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7" name="Content Placeholder 3">
            <a:extLst>
              <a:ext uri="{FF2B5EF4-FFF2-40B4-BE49-F238E27FC236}">
                <a16:creationId xmlns:a16="http://schemas.microsoft.com/office/drawing/2014/main" id="{EE8E214E-5137-442B-BF4A-38DE3663AFD8}"/>
              </a:ext>
            </a:extLst>
          </p:cNvPr>
          <p:cNvSpPr>
            <a:spLocks noGrp="1"/>
          </p:cNvSpPr>
          <p:nvPr>
            <p:ph sz="half" idx="26"/>
          </p:nvPr>
        </p:nvSpPr>
        <p:spPr>
          <a:xfrm>
            <a:off x="9259035" y="4140765"/>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sp>
        <p:nvSpPr>
          <p:cNvPr id="38" name="Content Placeholder 3">
            <a:extLst>
              <a:ext uri="{FF2B5EF4-FFF2-40B4-BE49-F238E27FC236}">
                <a16:creationId xmlns:a16="http://schemas.microsoft.com/office/drawing/2014/main" id="{CE0D3D43-113E-4452-936D-940397E3B381}"/>
              </a:ext>
            </a:extLst>
          </p:cNvPr>
          <p:cNvSpPr>
            <a:spLocks noGrp="1"/>
          </p:cNvSpPr>
          <p:nvPr>
            <p:ph sz="half" idx="27"/>
          </p:nvPr>
        </p:nvSpPr>
        <p:spPr>
          <a:xfrm>
            <a:off x="9259035" y="5411749"/>
            <a:ext cx="2653558" cy="633451"/>
          </a:xfrm>
        </p:spPr>
        <p:txBody>
          <a:bodyPr anchor="ctr">
            <a:normAutofit/>
          </a:bodyPr>
          <a:lstStyle>
            <a:lvl1pPr rtl="0">
              <a:lnSpc>
                <a:spcPct val="100000"/>
              </a:lnSpc>
              <a:defRPr sz="1100">
                <a:solidFill>
                  <a:srgbClr val="111121"/>
                </a:solidFill>
              </a:defRPr>
            </a:lvl1pPr>
            <a:lvl2pPr>
              <a:defRPr sz="1600"/>
            </a:lvl2pPr>
            <a:lvl3pPr>
              <a:defRPr sz="1600"/>
            </a:lvl3pPr>
            <a:lvl4pPr>
              <a:defRPr sz="1600"/>
            </a:lvl4pPr>
            <a:lvl5pPr>
              <a:defRPr sz="1600"/>
            </a:lvl5pPr>
          </a:lstStyle>
          <a:p>
            <a:pPr lvl="0"/>
            <a:r>
              <a:rPr lang="en-US" dirty="0"/>
              <a:t>Click to edit Master text styles</a:t>
            </a:r>
          </a:p>
        </p:txBody>
      </p:sp>
      <p:pic>
        <p:nvPicPr>
          <p:cNvPr id="21" name="Graphic 20">
            <a:extLst>
              <a:ext uri="{FF2B5EF4-FFF2-40B4-BE49-F238E27FC236}">
                <a16:creationId xmlns:a16="http://schemas.microsoft.com/office/drawing/2014/main" id="{D44D80FC-B355-4E8D-B2BC-FF53340A171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26046041-955E-4339-9BC5-F9EC2B19231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7" name="Slide Number Placeholder 3">
            <a:extLst>
              <a:ext uri="{FF2B5EF4-FFF2-40B4-BE49-F238E27FC236}">
                <a16:creationId xmlns:a16="http://schemas.microsoft.com/office/drawing/2014/main" id="{29843910-92E3-4D08-82E7-F7BC38293107}"/>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6256347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nfographic_lay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grpSp>
        <p:nvGrpSpPr>
          <p:cNvPr id="18" name="Group 17">
            <a:extLst>
              <a:ext uri="{FF2B5EF4-FFF2-40B4-BE49-F238E27FC236}">
                <a16:creationId xmlns:a16="http://schemas.microsoft.com/office/drawing/2014/main" id="{DECDE433-BC02-400D-8E03-B3E96DB606EB}"/>
              </a:ext>
            </a:extLst>
          </p:cNvPr>
          <p:cNvGrpSpPr/>
          <p:nvPr userDrawn="1"/>
        </p:nvGrpSpPr>
        <p:grpSpPr>
          <a:xfrm>
            <a:off x="11997463" y="3105617"/>
            <a:ext cx="134097" cy="646767"/>
            <a:chOff x="11838508" y="3057525"/>
            <a:chExt cx="155496" cy="749979"/>
          </a:xfrm>
        </p:grpSpPr>
        <p:sp>
          <p:nvSpPr>
            <p:cNvPr id="19" name="Rectangle 18">
              <a:extLst>
                <a:ext uri="{FF2B5EF4-FFF2-40B4-BE49-F238E27FC236}">
                  <a16:creationId xmlns:a16="http://schemas.microsoft.com/office/drawing/2014/main" id="{BFC9C41D-70A8-4883-BC85-55110F3E9402}"/>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0" name="Graphic 19">
              <a:extLst>
                <a:ext uri="{FF2B5EF4-FFF2-40B4-BE49-F238E27FC236}">
                  <a16:creationId xmlns:a16="http://schemas.microsoft.com/office/drawing/2014/main" id="{4411C553-81E3-4877-9448-22EC0CE64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00C2ACC-5F88-4B78-BE9C-F0A1A455B756}"/>
              </a:ext>
            </a:extLst>
          </p:cNvPr>
          <p:cNvCxnSpPr>
            <a:cxnSpLocks/>
          </p:cNvCxnSpPr>
          <p:nvPr userDrawn="1"/>
        </p:nvCxnSpPr>
        <p:spPr>
          <a:xfrm>
            <a:off x="269526"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3BA9BA-1108-4BC7-8643-7BB94628F87F}"/>
              </a:ext>
            </a:extLst>
          </p:cNvPr>
          <p:cNvCxnSpPr>
            <a:cxnSpLocks/>
          </p:cNvCxnSpPr>
          <p:nvPr userDrawn="1"/>
        </p:nvCxnSpPr>
        <p:spPr>
          <a:xfrm>
            <a:off x="4765190"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DB1E88C-E1E6-4A84-B603-CEB957D3D4C4}"/>
              </a:ext>
            </a:extLst>
          </p:cNvPr>
          <p:cNvCxnSpPr>
            <a:cxnSpLocks/>
          </p:cNvCxnSpPr>
          <p:nvPr userDrawn="1"/>
        </p:nvCxnSpPr>
        <p:spPr>
          <a:xfrm>
            <a:off x="9260855" y="3178011"/>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94F17E9-B2B3-4844-A51D-78EECF429280}"/>
              </a:ext>
            </a:extLst>
          </p:cNvPr>
          <p:cNvCxnSpPr>
            <a:cxnSpLocks/>
          </p:cNvCxnSpPr>
          <p:nvPr userDrawn="1"/>
        </p:nvCxnSpPr>
        <p:spPr>
          <a:xfrm>
            <a:off x="269527"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4A69C0A-6F12-4116-98AA-3B0E49567C3A}"/>
              </a:ext>
            </a:extLst>
          </p:cNvPr>
          <p:cNvCxnSpPr>
            <a:cxnSpLocks/>
          </p:cNvCxnSpPr>
          <p:nvPr userDrawn="1"/>
        </p:nvCxnSpPr>
        <p:spPr>
          <a:xfrm>
            <a:off x="4765190"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70DC05F-347B-4812-BBE7-B2A3AB474A1B}"/>
              </a:ext>
            </a:extLst>
          </p:cNvPr>
          <p:cNvCxnSpPr>
            <a:cxnSpLocks/>
          </p:cNvCxnSpPr>
          <p:nvPr userDrawn="1"/>
        </p:nvCxnSpPr>
        <p:spPr>
          <a:xfrm>
            <a:off x="9260856" y="5516160"/>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6" name="Content Placeholder 3">
            <a:extLst>
              <a:ext uri="{FF2B5EF4-FFF2-40B4-BE49-F238E27FC236}">
                <a16:creationId xmlns:a16="http://schemas.microsoft.com/office/drawing/2014/main" id="{E33D731A-DA17-484E-B32E-FEB76FD4B291}"/>
              </a:ext>
            </a:extLst>
          </p:cNvPr>
          <p:cNvSpPr>
            <a:spLocks noGrp="1"/>
          </p:cNvSpPr>
          <p:nvPr>
            <p:ph sz="half" idx="21"/>
          </p:nvPr>
        </p:nvSpPr>
        <p:spPr>
          <a:xfrm>
            <a:off x="269526"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7" name="Content Placeholder 3">
            <a:extLst>
              <a:ext uri="{FF2B5EF4-FFF2-40B4-BE49-F238E27FC236}">
                <a16:creationId xmlns:a16="http://schemas.microsoft.com/office/drawing/2014/main" id="{0459D79B-4B28-4298-8E60-69D135AB4319}"/>
              </a:ext>
            </a:extLst>
          </p:cNvPr>
          <p:cNvSpPr>
            <a:spLocks noGrp="1"/>
          </p:cNvSpPr>
          <p:nvPr>
            <p:ph sz="half" idx="22"/>
          </p:nvPr>
        </p:nvSpPr>
        <p:spPr>
          <a:xfrm>
            <a:off x="271346"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9" name="Content Placeholder 3">
            <a:extLst>
              <a:ext uri="{FF2B5EF4-FFF2-40B4-BE49-F238E27FC236}">
                <a16:creationId xmlns:a16="http://schemas.microsoft.com/office/drawing/2014/main" id="{DDD408BB-040E-440A-BC6F-B1438EE62049}"/>
              </a:ext>
            </a:extLst>
          </p:cNvPr>
          <p:cNvSpPr>
            <a:spLocks noGrp="1"/>
          </p:cNvSpPr>
          <p:nvPr>
            <p:ph sz="half" idx="23"/>
          </p:nvPr>
        </p:nvSpPr>
        <p:spPr>
          <a:xfrm>
            <a:off x="4765190"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0" name="Content Placeholder 3">
            <a:extLst>
              <a:ext uri="{FF2B5EF4-FFF2-40B4-BE49-F238E27FC236}">
                <a16:creationId xmlns:a16="http://schemas.microsoft.com/office/drawing/2014/main" id="{D7578BAB-AADD-4A05-88EE-102C120BCFC4}"/>
              </a:ext>
            </a:extLst>
          </p:cNvPr>
          <p:cNvSpPr>
            <a:spLocks noGrp="1"/>
          </p:cNvSpPr>
          <p:nvPr>
            <p:ph sz="half" idx="24"/>
          </p:nvPr>
        </p:nvSpPr>
        <p:spPr>
          <a:xfrm>
            <a:off x="4766100"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1" name="Content Placeholder 3">
            <a:extLst>
              <a:ext uri="{FF2B5EF4-FFF2-40B4-BE49-F238E27FC236}">
                <a16:creationId xmlns:a16="http://schemas.microsoft.com/office/drawing/2014/main" id="{F6B73815-8443-420C-8F0B-6AF35BCF66E9}"/>
              </a:ext>
            </a:extLst>
          </p:cNvPr>
          <p:cNvSpPr>
            <a:spLocks noGrp="1"/>
          </p:cNvSpPr>
          <p:nvPr>
            <p:ph sz="half" idx="25"/>
          </p:nvPr>
        </p:nvSpPr>
        <p:spPr>
          <a:xfrm>
            <a:off x="9260855" y="2809725"/>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2" name="Content Placeholder 3">
            <a:extLst>
              <a:ext uri="{FF2B5EF4-FFF2-40B4-BE49-F238E27FC236}">
                <a16:creationId xmlns:a16="http://schemas.microsoft.com/office/drawing/2014/main" id="{76ADF24D-6184-4224-BD66-A0BF4B18CADB}"/>
              </a:ext>
            </a:extLst>
          </p:cNvPr>
          <p:cNvSpPr>
            <a:spLocks noGrp="1"/>
          </p:cNvSpPr>
          <p:nvPr>
            <p:ph sz="half" idx="26"/>
          </p:nvPr>
        </p:nvSpPr>
        <p:spPr>
          <a:xfrm>
            <a:off x="9260855" y="3238520"/>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3" name="Content Placeholder 3">
            <a:extLst>
              <a:ext uri="{FF2B5EF4-FFF2-40B4-BE49-F238E27FC236}">
                <a16:creationId xmlns:a16="http://schemas.microsoft.com/office/drawing/2014/main" id="{40247D91-8784-43F7-B572-032C6DDFE1CE}"/>
              </a:ext>
            </a:extLst>
          </p:cNvPr>
          <p:cNvSpPr>
            <a:spLocks noGrp="1"/>
          </p:cNvSpPr>
          <p:nvPr>
            <p:ph sz="half" idx="27"/>
          </p:nvPr>
        </p:nvSpPr>
        <p:spPr>
          <a:xfrm>
            <a:off x="269526" y="5147874"/>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4" name="Content Placeholder 3">
            <a:extLst>
              <a:ext uri="{FF2B5EF4-FFF2-40B4-BE49-F238E27FC236}">
                <a16:creationId xmlns:a16="http://schemas.microsoft.com/office/drawing/2014/main" id="{441A76BA-3211-4787-869C-7ABB86E09160}"/>
              </a:ext>
            </a:extLst>
          </p:cNvPr>
          <p:cNvSpPr>
            <a:spLocks noGrp="1"/>
          </p:cNvSpPr>
          <p:nvPr>
            <p:ph sz="half" idx="28"/>
          </p:nvPr>
        </p:nvSpPr>
        <p:spPr>
          <a:xfrm>
            <a:off x="271346" y="5576669"/>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5" name="Content Placeholder 3">
            <a:extLst>
              <a:ext uri="{FF2B5EF4-FFF2-40B4-BE49-F238E27FC236}">
                <a16:creationId xmlns:a16="http://schemas.microsoft.com/office/drawing/2014/main" id="{1D41E310-C249-46E1-B780-9BCD3B34AC67}"/>
              </a:ext>
            </a:extLst>
          </p:cNvPr>
          <p:cNvSpPr>
            <a:spLocks noGrp="1"/>
          </p:cNvSpPr>
          <p:nvPr>
            <p:ph sz="half" idx="29"/>
          </p:nvPr>
        </p:nvSpPr>
        <p:spPr>
          <a:xfrm>
            <a:off x="4765190" y="5147874"/>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6" name="Content Placeholder 3">
            <a:extLst>
              <a:ext uri="{FF2B5EF4-FFF2-40B4-BE49-F238E27FC236}">
                <a16:creationId xmlns:a16="http://schemas.microsoft.com/office/drawing/2014/main" id="{36211825-8307-43E6-83EF-2D6A77B6B915}"/>
              </a:ext>
            </a:extLst>
          </p:cNvPr>
          <p:cNvSpPr>
            <a:spLocks noGrp="1"/>
          </p:cNvSpPr>
          <p:nvPr>
            <p:ph sz="half" idx="30"/>
          </p:nvPr>
        </p:nvSpPr>
        <p:spPr>
          <a:xfrm>
            <a:off x="4766100" y="5576669"/>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7" name="Content Placeholder 3">
            <a:extLst>
              <a:ext uri="{FF2B5EF4-FFF2-40B4-BE49-F238E27FC236}">
                <a16:creationId xmlns:a16="http://schemas.microsoft.com/office/drawing/2014/main" id="{BCFB85A4-C30C-44B0-91A8-7C8C17EBD2CC}"/>
              </a:ext>
            </a:extLst>
          </p:cNvPr>
          <p:cNvSpPr>
            <a:spLocks noGrp="1"/>
          </p:cNvSpPr>
          <p:nvPr>
            <p:ph sz="half" idx="31"/>
          </p:nvPr>
        </p:nvSpPr>
        <p:spPr>
          <a:xfrm>
            <a:off x="9259035" y="5147874"/>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8" name="Content Placeholder 3">
            <a:extLst>
              <a:ext uri="{FF2B5EF4-FFF2-40B4-BE49-F238E27FC236}">
                <a16:creationId xmlns:a16="http://schemas.microsoft.com/office/drawing/2014/main" id="{E81ABF52-F78B-4AA7-831C-A7A98701E1AD}"/>
              </a:ext>
            </a:extLst>
          </p:cNvPr>
          <p:cNvSpPr>
            <a:spLocks noGrp="1"/>
          </p:cNvSpPr>
          <p:nvPr>
            <p:ph sz="half" idx="32"/>
          </p:nvPr>
        </p:nvSpPr>
        <p:spPr>
          <a:xfrm>
            <a:off x="9260855" y="5576669"/>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pic>
        <p:nvPicPr>
          <p:cNvPr id="39" name="Graphic 38">
            <a:extLst>
              <a:ext uri="{FF2B5EF4-FFF2-40B4-BE49-F238E27FC236}">
                <a16:creationId xmlns:a16="http://schemas.microsoft.com/office/drawing/2014/main" id="{89428EF3-3572-4CCA-AFBF-9603204D704C}"/>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0" name="Straight Connector 39">
            <a:extLst>
              <a:ext uri="{FF2B5EF4-FFF2-40B4-BE49-F238E27FC236}">
                <a16:creationId xmlns:a16="http://schemas.microsoft.com/office/drawing/2014/main" id="{CE9C6FC3-8BF6-4E71-BA3B-7C7093F73BE1}"/>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1" name="Slide Number Placeholder 3">
            <a:extLst>
              <a:ext uri="{FF2B5EF4-FFF2-40B4-BE49-F238E27FC236}">
                <a16:creationId xmlns:a16="http://schemas.microsoft.com/office/drawing/2014/main" id="{BFFE8832-BC6E-4397-8124-A1E8980FAEEA}"/>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5622855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ark graph_layout option 3">
    <p:spTree>
      <p:nvGrpSpPr>
        <p:cNvPr id="1" name=""/>
        <p:cNvGrpSpPr/>
        <p:nvPr/>
      </p:nvGrpSpPr>
      <p:grpSpPr>
        <a:xfrm>
          <a:off x="0" y="0"/>
          <a:ext cx="0" cy="0"/>
          <a:chOff x="0" y="0"/>
          <a:chExt cx="0" cy="0"/>
        </a:xfrm>
      </p:grpSpPr>
      <p:sp>
        <p:nvSpPr>
          <p:cNvPr id="12" name="Graphic 3">
            <a:extLst>
              <a:ext uri="{FF2B5EF4-FFF2-40B4-BE49-F238E27FC236}">
                <a16:creationId xmlns:a16="http://schemas.microsoft.com/office/drawing/2014/main" id="{8A000640-BB62-409B-9CB3-759235FC31FF}"/>
              </a:ext>
            </a:extLst>
          </p:cNvPr>
          <p:cNvSpPr/>
          <p:nvPr userDrawn="1"/>
        </p:nvSpPr>
        <p:spPr>
          <a:xfrm flipV="1">
            <a:off x="4885508" y="0"/>
            <a:ext cx="7306491" cy="6858000"/>
          </a:xfrm>
          <a:custGeom>
            <a:avLst/>
            <a:gdLst>
              <a:gd name="connsiteX0" fmla="*/ 0 w 2857499"/>
              <a:gd name="connsiteY0" fmla="*/ 0 h 4222908"/>
              <a:gd name="connsiteX1" fmla="*/ 1256443 w 2857499"/>
              <a:gd name="connsiteY1" fmla="*/ 4222909 h 4222908"/>
              <a:gd name="connsiteX2" fmla="*/ 2857500 w 2857499"/>
              <a:gd name="connsiteY2" fmla="*/ 4222909 h 4222908"/>
              <a:gd name="connsiteX3" fmla="*/ 2857500 w 2857499"/>
              <a:gd name="connsiteY3" fmla="*/ 0 h 4222908"/>
            </a:gdLst>
            <a:ahLst/>
            <a:cxnLst>
              <a:cxn ang="0">
                <a:pos x="connsiteX0" y="connsiteY0"/>
              </a:cxn>
              <a:cxn ang="0">
                <a:pos x="connsiteX1" y="connsiteY1"/>
              </a:cxn>
              <a:cxn ang="0">
                <a:pos x="connsiteX2" y="connsiteY2"/>
              </a:cxn>
              <a:cxn ang="0">
                <a:pos x="connsiteX3" y="connsiteY3"/>
              </a:cxn>
            </a:cxnLst>
            <a:rect l="l" t="t" r="r" b="b"/>
            <a:pathLst>
              <a:path w="2857499" h="4222908">
                <a:moveTo>
                  <a:pt x="0" y="0"/>
                </a:moveTo>
                <a:lnTo>
                  <a:pt x="1256443" y="4222909"/>
                </a:lnTo>
                <a:lnTo>
                  <a:pt x="2857500" y="4222909"/>
                </a:lnTo>
                <a:lnTo>
                  <a:pt x="2857500"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6ABD17-5F47-4F51-9154-7C92646677DB}"/>
              </a:ext>
            </a:extLst>
          </p:cNvPr>
          <p:cNvCxnSpPr>
            <a:cxnSpLocks/>
          </p:cNvCxnSpPr>
          <p:nvPr userDrawn="1"/>
        </p:nvCxnSpPr>
        <p:spPr>
          <a:xfrm>
            <a:off x="7380097" y="3651895"/>
            <a:ext cx="4205940" cy="0"/>
          </a:xfrm>
          <a:prstGeom prst="line">
            <a:avLst/>
          </a:prstGeom>
          <a:ln w="3175">
            <a:solidFill>
              <a:srgbClr val="089ED1"/>
            </a:solidFill>
          </a:ln>
        </p:spPr>
        <p:style>
          <a:lnRef idx="1">
            <a:schemeClr val="accent1"/>
          </a:lnRef>
          <a:fillRef idx="0">
            <a:schemeClr val="accent1"/>
          </a:fillRef>
          <a:effectRef idx="0">
            <a:schemeClr val="accent1"/>
          </a:effectRef>
          <a:fontRef idx="minor">
            <a:schemeClr val="tx1"/>
          </a:fontRef>
        </p:style>
      </p:cxnSp>
      <p:sp>
        <p:nvSpPr>
          <p:cNvPr id="23" name="Content Placeholder 3">
            <a:extLst>
              <a:ext uri="{FF2B5EF4-FFF2-40B4-BE49-F238E27FC236}">
                <a16:creationId xmlns:a16="http://schemas.microsoft.com/office/drawing/2014/main" id="{E3985D13-9E0B-4FFF-9236-C2A37691AB85}"/>
              </a:ext>
            </a:extLst>
          </p:cNvPr>
          <p:cNvSpPr>
            <a:spLocks noGrp="1"/>
          </p:cNvSpPr>
          <p:nvPr>
            <p:ph sz="half" idx="25"/>
          </p:nvPr>
        </p:nvSpPr>
        <p:spPr>
          <a:xfrm>
            <a:off x="7380096" y="2328251"/>
            <a:ext cx="4208827" cy="428795"/>
          </a:xfrm>
        </p:spPr>
        <p:txBody>
          <a:bodyPr>
            <a:noAutofit/>
          </a:bodyPr>
          <a:lstStyle>
            <a:lvl1pPr>
              <a:lnSpc>
                <a:spcPct val="100000"/>
              </a:lnSpc>
              <a:defRPr sz="20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4" name="Content Placeholder 3">
            <a:extLst>
              <a:ext uri="{FF2B5EF4-FFF2-40B4-BE49-F238E27FC236}">
                <a16:creationId xmlns:a16="http://schemas.microsoft.com/office/drawing/2014/main" id="{EBFEF2EF-E69E-4880-AF73-1E72381DD343}"/>
              </a:ext>
            </a:extLst>
          </p:cNvPr>
          <p:cNvSpPr>
            <a:spLocks noGrp="1"/>
          </p:cNvSpPr>
          <p:nvPr>
            <p:ph sz="half" idx="26"/>
          </p:nvPr>
        </p:nvSpPr>
        <p:spPr>
          <a:xfrm>
            <a:off x="7380097" y="2877260"/>
            <a:ext cx="4205940" cy="617670"/>
          </a:xfrm>
        </p:spPr>
        <p:txBody>
          <a:bodyPr>
            <a:normAutofit/>
          </a:bodyPr>
          <a:lstStyle>
            <a:lvl1pPr>
              <a:lnSpc>
                <a:spcPct val="100000"/>
              </a:lnSpc>
              <a:defRPr sz="10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5" name="Chart Placeholder 4">
            <a:extLst>
              <a:ext uri="{FF2B5EF4-FFF2-40B4-BE49-F238E27FC236}">
                <a16:creationId xmlns:a16="http://schemas.microsoft.com/office/drawing/2014/main" id="{43573C9A-3FA4-4F82-ACF0-9D370BD80B26}"/>
              </a:ext>
            </a:extLst>
          </p:cNvPr>
          <p:cNvSpPr>
            <a:spLocks noGrp="1"/>
          </p:cNvSpPr>
          <p:nvPr>
            <p:ph type="chart" sz="quarter" idx="27"/>
          </p:nvPr>
        </p:nvSpPr>
        <p:spPr>
          <a:xfrm>
            <a:off x="266700" y="1554163"/>
            <a:ext cx="4814888" cy="4648200"/>
          </a:xfrm>
        </p:spPr>
        <p:txBody>
          <a:bodyPr/>
          <a:lstStyle>
            <a:lvl1pPr>
              <a:defRPr sz="1800"/>
            </a:lvl1pPr>
          </a:lstStyle>
          <a:p>
            <a:endParaRPr lang="en-US" dirty="0"/>
          </a:p>
        </p:txBody>
      </p:sp>
      <p:sp>
        <p:nvSpPr>
          <p:cNvPr id="32" name="Content Placeholder 3">
            <a:extLst>
              <a:ext uri="{FF2B5EF4-FFF2-40B4-BE49-F238E27FC236}">
                <a16:creationId xmlns:a16="http://schemas.microsoft.com/office/drawing/2014/main" id="{4AB124EA-980F-449A-BAA5-9F95B80C9D08}"/>
              </a:ext>
            </a:extLst>
          </p:cNvPr>
          <p:cNvSpPr>
            <a:spLocks noGrp="1"/>
          </p:cNvSpPr>
          <p:nvPr>
            <p:ph sz="half" idx="28"/>
          </p:nvPr>
        </p:nvSpPr>
        <p:spPr>
          <a:xfrm>
            <a:off x="7380097" y="3853046"/>
            <a:ext cx="1962023" cy="306109"/>
          </a:xfrm>
        </p:spPr>
        <p:txBody>
          <a:bodyPr>
            <a:noAutofit/>
          </a:bodyPr>
          <a:lstStyle>
            <a:lvl1pPr rtl="0">
              <a:lnSpc>
                <a:spcPct val="100000"/>
              </a:lnSpc>
              <a:defRPr sz="12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4" name="Content Placeholder 3">
            <a:extLst>
              <a:ext uri="{FF2B5EF4-FFF2-40B4-BE49-F238E27FC236}">
                <a16:creationId xmlns:a16="http://schemas.microsoft.com/office/drawing/2014/main" id="{201263F4-7245-4D24-90F9-3736BAC21B08}"/>
              </a:ext>
            </a:extLst>
          </p:cNvPr>
          <p:cNvSpPr>
            <a:spLocks noGrp="1"/>
          </p:cNvSpPr>
          <p:nvPr>
            <p:ph sz="half" idx="29"/>
          </p:nvPr>
        </p:nvSpPr>
        <p:spPr>
          <a:xfrm>
            <a:off x="7380097" y="4446732"/>
            <a:ext cx="1962023" cy="306109"/>
          </a:xfrm>
        </p:spPr>
        <p:txBody>
          <a:bodyPr>
            <a:noAutofit/>
          </a:bodyPr>
          <a:lstStyle>
            <a:lvl1pPr rtl="0">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5" name="Content Placeholder 3">
            <a:extLst>
              <a:ext uri="{FF2B5EF4-FFF2-40B4-BE49-F238E27FC236}">
                <a16:creationId xmlns:a16="http://schemas.microsoft.com/office/drawing/2014/main" id="{297201D8-6FC2-4C20-80FD-9EA40AAE671B}"/>
              </a:ext>
            </a:extLst>
          </p:cNvPr>
          <p:cNvSpPr>
            <a:spLocks noGrp="1"/>
          </p:cNvSpPr>
          <p:nvPr>
            <p:ph sz="half" idx="30"/>
          </p:nvPr>
        </p:nvSpPr>
        <p:spPr>
          <a:xfrm>
            <a:off x="9626900" y="3853046"/>
            <a:ext cx="1962023" cy="306109"/>
          </a:xfrm>
        </p:spPr>
        <p:txBody>
          <a:bodyPr>
            <a:noAutofit/>
          </a:bodyPr>
          <a:lstStyle>
            <a:lvl1pPr rtl="0">
              <a:lnSpc>
                <a:spcPct val="100000"/>
              </a:lnSpc>
              <a:defRPr sz="12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6" name="Content Placeholder 3">
            <a:extLst>
              <a:ext uri="{FF2B5EF4-FFF2-40B4-BE49-F238E27FC236}">
                <a16:creationId xmlns:a16="http://schemas.microsoft.com/office/drawing/2014/main" id="{1FF13629-F80B-4412-B94D-7D0B90C53B22}"/>
              </a:ext>
            </a:extLst>
          </p:cNvPr>
          <p:cNvSpPr>
            <a:spLocks noGrp="1"/>
          </p:cNvSpPr>
          <p:nvPr>
            <p:ph sz="half" idx="31"/>
          </p:nvPr>
        </p:nvSpPr>
        <p:spPr>
          <a:xfrm>
            <a:off x="9626900" y="4446732"/>
            <a:ext cx="1962023" cy="306109"/>
          </a:xfrm>
        </p:spPr>
        <p:txBody>
          <a:bodyPr>
            <a:noAutofit/>
          </a:bodyPr>
          <a:lstStyle>
            <a:lvl1pPr rtl="0">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pic>
        <p:nvPicPr>
          <p:cNvPr id="19" name="Graphic 18">
            <a:extLst>
              <a:ext uri="{FF2B5EF4-FFF2-40B4-BE49-F238E27FC236}">
                <a16:creationId xmlns:a16="http://schemas.microsoft.com/office/drawing/2014/main" id="{20A4A551-A63F-43BD-AC64-071B3A9337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11795477" y="3364061"/>
            <a:ext cx="538069" cy="129879"/>
          </a:xfrm>
          <a:prstGeom prst="rect">
            <a:avLst/>
          </a:prstGeom>
        </p:spPr>
      </p:pic>
      <p:pic>
        <p:nvPicPr>
          <p:cNvPr id="20" name="Graphic 19">
            <a:extLst>
              <a:ext uri="{FF2B5EF4-FFF2-40B4-BE49-F238E27FC236}">
                <a16:creationId xmlns:a16="http://schemas.microsoft.com/office/drawing/2014/main" id="{A478BAF2-0D3A-4D7D-8B54-0A443D6DC704}"/>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22" name="Straight Connector 21">
            <a:extLst>
              <a:ext uri="{FF2B5EF4-FFF2-40B4-BE49-F238E27FC236}">
                <a16:creationId xmlns:a16="http://schemas.microsoft.com/office/drawing/2014/main" id="{C676E274-8969-4ED3-AA64-17AFBA1EDAE3}"/>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0A6A20B2-8B64-4439-8B6C-6D7CDAE107AC}"/>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pic>
        <p:nvPicPr>
          <p:cNvPr id="3" name="Picture 2">
            <a:extLst>
              <a:ext uri="{FF2B5EF4-FFF2-40B4-BE49-F238E27FC236}">
                <a16:creationId xmlns:a16="http://schemas.microsoft.com/office/drawing/2014/main" id="{6E676E9A-BC9D-BDD7-FF7E-FF1CB4D36798}"/>
              </a:ext>
            </a:extLst>
          </p:cNvPr>
          <p:cNvPicPr>
            <a:picLocks noChangeAspect="1"/>
          </p:cNvPicPr>
          <p:nvPr userDrawn="1"/>
        </p:nvPicPr>
        <p:blipFill>
          <a:blip r:embed="rId6">
            <a:duotone>
              <a:schemeClr val="accent6">
                <a:shade val="45000"/>
                <a:satMod val="135000"/>
              </a:schemeClr>
              <a:prstClr val="white"/>
            </a:duotone>
          </a:blip>
          <a:stretch>
            <a:fillRect/>
          </a:stretch>
        </p:blipFill>
        <p:spPr>
          <a:xfrm>
            <a:off x="10883726" y="-12525"/>
            <a:ext cx="1320800" cy="747818"/>
          </a:xfrm>
          <a:prstGeom prst="rect">
            <a:avLst/>
          </a:prstGeom>
        </p:spPr>
      </p:pic>
    </p:spTree>
    <p:extLst>
      <p:ext uri="{BB962C8B-B14F-4D97-AF65-F5344CB8AC3E}">
        <p14:creationId xmlns:p14="http://schemas.microsoft.com/office/powerpoint/2010/main" val="15438018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ight Graph_layoutout option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3184C2-20C7-41B1-990C-2E294A9D622F}"/>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1" name="Text Placeholder 22">
            <a:extLst>
              <a:ext uri="{FF2B5EF4-FFF2-40B4-BE49-F238E27FC236}">
                <a16:creationId xmlns:a16="http://schemas.microsoft.com/office/drawing/2014/main" id="{E1F26DF5-CA66-4492-9F17-8098CF574ABA}"/>
              </a:ext>
            </a:extLst>
          </p:cNvPr>
          <p:cNvSpPr>
            <a:spLocks noGrp="1"/>
          </p:cNvSpPr>
          <p:nvPr>
            <p:ph type="body" sz="quarter" idx="14"/>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5" name="Straight Connector 14">
            <a:extLst>
              <a:ext uri="{FF2B5EF4-FFF2-40B4-BE49-F238E27FC236}">
                <a16:creationId xmlns:a16="http://schemas.microsoft.com/office/drawing/2014/main" id="{E0666399-BD4A-4D80-BF77-7972FAB96535}"/>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B6A907-192B-404C-898F-B7725EA3EE11}"/>
              </a:ext>
            </a:extLst>
          </p:cNvPr>
          <p:cNvCxnSpPr>
            <a:cxnSpLocks/>
          </p:cNvCxnSpPr>
          <p:nvPr userDrawn="1"/>
        </p:nvCxnSpPr>
        <p:spPr>
          <a:xfrm>
            <a:off x="6105366" y="1562100"/>
            <a:ext cx="0" cy="4546600"/>
          </a:xfrm>
          <a:prstGeom prst="line">
            <a:avLst/>
          </a:prstGeom>
          <a:ln>
            <a:solidFill>
              <a:srgbClr val="111121"/>
            </a:solidFill>
          </a:ln>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CBD890B8-8C8C-4558-B24F-681090FD2D49}"/>
              </a:ext>
            </a:extLst>
          </p:cNvPr>
          <p:cNvSpPr>
            <a:spLocks noGrp="1"/>
          </p:cNvSpPr>
          <p:nvPr>
            <p:ph type="chart" sz="quarter" idx="19"/>
          </p:nvPr>
        </p:nvSpPr>
        <p:spPr>
          <a:xfrm>
            <a:off x="6370639" y="1562100"/>
            <a:ext cx="5554663" cy="4546600"/>
          </a:xfrm>
        </p:spPr>
        <p:txBody>
          <a:bodyPr/>
          <a:lstStyle>
            <a:lvl1pPr>
              <a:defRPr sz="1800"/>
            </a:lvl1pPr>
          </a:lstStyle>
          <a:p>
            <a:endParaRPr lang="en-US" dirty="0"/>
          </a:p>
        </p:txBody>
      </p:sp>
      <p:cxnSp>
        <p:nvCxnSpPr>
          <p:cNvPr id="17" name="Straight Connector 16">
            <a:extLst>
              <a:ext uri="{FF2B5EF4-FFF2-40B4-BE49-F238E27FC236}">
                <a16:creationId xmlns:a16="http://schemas.microsoft.com/office/drawing/2014/main" id="{730B006D-99FA-4028-9490-80B7373B6F71}"/>
              </a:ext>
            </a:extLst>
          </p:cNvPr>
          <p:cNvCxnSpPr>
            <a:cxnSpLocks/>
          </p:cNvCxnSpPr>
          <p:nvPr userDrawn="1"/>
        </p:nvCxnSpPr>
        <p:spPr>
          <a:xfrm>
            <a:off x="270436" y="1932206"/>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1" name="Content Placeholder 3">
            <a:extLst>
              <a:ext uri="{FF2B5EF4-FFF2-40B4-BE49-F238E27FC236}">
                <a16:creationId xmlns:a16="http://schemas.microsoft.com/office/drawing/2014/main" id="{49CACBB6-9BCA-4582-80B4-08B3F8A6231B}"/>
              </a:ext>
            </a:extLst>
          </p:cNvPr>
          <p:cNvSpPr>
            <a:spLocks noGrp="1"/>
          </p:cNvSpPr>
          <p:nvPr>
            <p:ph sz="half" idx="21"/>
          </p:nvPr>
        </p:nvSpPr>
        <p:spPr>
          <a:xfrm>
            <a:off x="270436" y="1563920"/>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2" name="Content Placeholder 3">
            <a:extLst>
              <a:ext uri="{FF2B5EF4-FFF2-40B4-BE49-F238E27FC236}">
                <a16:creationId xmlns:a16="http://schemas.microsoft.com/office/drawing/2014/main" id="{846A90F2-DAD1-43FC-A94D-F034CB6F7FEF}"/>
              </a:ext>
            </a:extLst>
          </p:cNvPr>
          <p:cNvSpPr>
            <a:spLocks noGrp="1"/>
          </p:cNvSpPr>
          <p:nvPr>
            <p:ph sz="half" idx="22"/>
          </p:nvPr>
        </p:nvSpPr>
        <p:spPr>
          <a:xfrm>
            <a:off x="271346" y="1992715"/>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23" name="Straight Connector 22">
            <a:extLst>
              <a:ext uri="{FF2B5EF4-FFF2-40B4-BE49-F238E27FC236}">
                <a16:creationId xmlns:a16="http://schemas.microsoft.com/office/drawing/2014/main" id="{2852D0A2-E0B6-4D24-82FE-19C3915E2699}"/>
              </a:ext>
            </a:extLst>
          </p:cNvPr>
          <p:cNvCxnSpPr>
            <a:cxnSpLocks/>
          </p:cNvCxnSpPr>
          <p:nvPr userDrawn="1"/>
        </p:nvCxnSpPr>
        <p:spPr>
          <a:xfrm>
            <a:off x="3187446" y="1932206"/>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4" name="Content Placeholder 3">
            <a:extLst>
              <a:ext uri="{FF2B5EF4-FFF2-40B4-BE49-F238E27FC236}">
                <a16:creationId xmlns:a16="http://schemas.microsoft.com/office/drawing/2014/main" id="{350E5C96-2E02-4FB7-8BDA-A20A148FDD8B}"/>
              </a:ext>
            </a:extLst>
          </p:cNvPr>
          <p:cNvSpPr>
            <a:spLocks noGrp="1"/>
          </p:cNvSpPr>
          <p:nvPr>
            <p:ph sz="half" idx="23"/>
          </p:nvPr>
        </p:nvSpPr>
        <p:spPr>
          <a:xfrm>
            <a:off x="3187446" y="1563920"/>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6" name="Content Placeholder 3">
            <a:extLst>
              <a:ext uri="{FF2B5EF4-FFF2-40B4-BE49-F238E27FC236}">
                <a16:creationId xmlns:a16="http://schemas.microsoft.com/office/drawing/2014/main" id="{334E5DCF-BC59-4586-9F94-DE498536D061}"/>
              </a:ext>
            </a:extLst>
          </p:cNvPr>
          <p:cNvSpPr>
            <a:spLocks noGrp="1"/>
          </p:cNvSpPr>
          <p:nvPr>
            <p:ph sz="half" idx="24"/>
          </p:nvPr>
        </p:nvSpPr>
        <p:spPr>
          <a:xfrm>
            <a:off x="3188356" y="1992715"/>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27" name="Straight Connector 26">
            <a:extLst>
              <a:ext uri="{FF2B5EF4-FFF2-40B4-BE49-F238E27FC236}">
                <a16:creationId xmlns:a16="http://schemas.microsoft.com/office/drawing/2014/main" id="{D3EBB0BC-4A6B-483C-92C3-2DBD2671D6F9}"/>
              </a:ext>
            </a:extLst>
          </p:cNvPr>
          <p:cNvCxnSpPr>
            <a:cxnSpLocks/>
          </p:cNvCxnSpPr>
          <p:nvPr userDrawn="1"/>
        </p:nvCxnSpPr>
        <p:spPr>
          <a:xfrm>
            <a:off x="270436" y="3654304"/>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9" name="Content Placeholder 3">
            <a:extLst>
              <a:ext uri="{FF2B5EF4-FFF2-40B4-BE49-F238E27FC236}">
                <a16:creationId xmlns:a16="http://schemas.microsoft.com/office/drawing/2014/main" id="{D0DA4754-3D2D-4897-BDF4-637815C199CF}"/>
              </a:ext>
            </a:extLst>
          </p:cNvPr>
          <p:cNvSpPr>
            <a:spLocks noGrp="1"/>
          </p:cNvSpPr>
          <p:nvPr>
            <p:ph sz="half" idx="25"/>
          </p:nvPr>
        </p:nvSpPr>
        <p:spPr>
          <a:xfrm>
            <a:off x="270436" y="3286018"/>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0" name="Content Placeholder 3">
            <a:extLst>
              <a:ext uri="{FF2B5EF4-FFF2-40B4-BE49-F238E27FC236}">
                <a16:creationId xmlns:a16="http://schemas.microsoft.com/office/drawing/2014/main" id="{A728B4B6-8B43-41B7-9FC9-E4E9649C25FE}"/>
              </a:ext>
            </a:extLst>
          </p:cNvPr>
          <p:cNvSpPr>
            <a:spLocks noGrp="1"/>
          </p:cNvSpPr>
          <p:nvPr>
            <p:ph sz="half" idx="26"/>
          </p:nvPr>
        </p:nvSpPr>
        <p:spPr>
          <a:xfrm>
            <a:off x="271346" y="3714813"/>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31" name="Straight Connector 30">
            <a:extLst>
              <a:ext uri="{FF2B5EF4-FFF2-40B4-BE49-F238E27FC236}">
                <a16:creationId xmlns:a16="http://schemas.microsoft.com/office/drawing/2014/main" id="{14AC1779-FDE1-41B5-9CC7-8C32B4AE7834}"/>
              </a:ext>
            </a:extLst>
          </p:cNvPr>
          <p:cNvCxnSpPr>
            <a:cxnSpLocks/>
          </p:cNvCxnSpPr>
          <p:nvPr userDrawn="1"/>
        </p:nvCxnSpPr>
        <p:spPr>
          <a:xfrm>
            <a:off x="3187446" y="3652522"/>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2" name="Content Placeholder 3">
            <a:extLst>
              <a:ext uri="{FF2B5EF4-FFF2-40B4-BE49-F238E27FC236}">
                <a16:creationId xmlns:a16="http://schemas.microsoft.com/office/drawing/2014/main" id="{F31862DD-ED48-45EF-8678-21B4EC31CD13}"/>
              </a:ext>
            </a:extLst>
          </p:cNvPr>
          <p:cNvSpPr>
            <a:spLocks noGrp="1"/>
          </p:cNvSpPr>
          <p:nvPr>
            <p:ph sz="half" idx="27"/>
          </p:nvPr>
        </p:nvSpPr>
        <p:spPr>
          <a:xfrm>
            <a:off x="3187446" y="3284236"/>
            <a:ext cx="2653558"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3" name="Content Placeholder 3">
            <a:extLst>
              <a:ext uri="{FF2B5EF4-FFF2-40B4-BE49-F238E27FC236}">
                <a16:creationId xmlns:a16="http://schemas.microsoft.com/office/drawing/2014/main" id="{DBC1030E-EC77-4872-8FFB-663817ECFE14}"/>
              </a:ext>
            </a:extLst>
          </p:cNvPr>
          <p:cNvSpPr>
            <a:spLocks noGrp="1"/>
          </p:cNvSpPr>
          <p:nvPr>
            <p:ph sz="half" idx="28"/>
          </p:nvPr>
        </p:nvSpPr>
        <p:spPr>
          <a:xfrm>
            <a:off x="3188356" y="3713031"/>
            <a:ext cx="2651738" cy="617670"/>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34" name="Straight Connector 33">
            <a:extLst>
              <a:ext uri="{FF2B5EF4-FFF2-40B4-BE49-F238E27FC236}">
                <a16:creationId xmlns:a16="http://schemas.microsoft.com/office/drawing/2014/main" id="{DDE85C8C-537E-4E9E-B531-E7790702C45A}"/>
              </a:ext>
            </a:extLst>
          </p:cNvPr>
          <p:cNvCxnSpPr>
            <a:cxnSpLocks/>
          </p:cNvCxnSpPr>
          <p:nvPr userDrawn="1"/>
        </p:nvCxnSpPr>
        <p:spPr>
          <a:xfrm>
            <a:off x="270436" y="5370833"/>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5" name="Content Placeholder 3">
            <a:extLst>
              <a:ext uri="{FF2B5EF4-FFF2-40B4-BE49-F238E27FC236}">
                <a16:creationId xmlns:a16="http://schemas.microsoft.com/office/drawing/2014/main" id="{EA813ACA-CAE2-4EE1-A9EB-E0634A53EF99}"/>
              </a:ext>
            </a:extLst>
          </p:cNvPr>
          <p:cNvSpPr>
            <a:spLocks noGrp="1"/>
          </p:cNvSpPr>
          <p:nvPr>
            <p:ph sz="half" idx="29"/>
          </p:nvPr>
        </p:nvSpPr>
        <p:spPr>
          <a:xfrm>
            <a:off x="270436" y="5002547"/>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6" name="Content Placeholder 3">
            <a:extLst>
              <a:ext uri="{FF2B5EF4-FFF2-40B4-BE49-F238E27FC236}">
                <a16:creationId xmlns:a16="http://schemas.microsoft.com/office/drawing/2014/main" id="{4F0A0B03-6A56-405C-9EB2-D7A5B8664C98}"/>
              </a:ext>
            </a:extLst>
          </p:cNvPr>
          <p:cNvSpPr>
            <a:spLocks noGrp="1"/>
          </p:cNvSpPr>
          <p:nvPr>
            <p:ph sz="half" idx="30"/>
          </p:nvPr>
        </p:nvSpPr>
        <p:spPr>
          <a:xfrm>
            <a:off x="271346" y="5431342"/>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37" name="Straight Connector 36">
            <a:extLst>
              <a:ext uri="{FF2B5EF4-FFF2-40B4-BE49-F238E27FC236}">
                <a16:creationId xmlns:a16="http://schemas.microsoft.com/office/drawing/2014/main" id="{8EF090DE-E6D3-44E0-B166-A87D81F694B4}"/>
              </a:ext>
            </a:extLst>
          </p:cNvPr>
          <p:cNvCxnSpPr>
            <a:cxnSpLocks/>
          </p:cNvCxnSpPr>
          <p:nvPr userDrawn="1"/>
        </p:nvCxnSpPr>
        <p:spPr>
          <a:xfrm>
            <a:off x="3187446" y="5370833"/>
            <a:ext cx="2653558"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8" name="Content Placeholder 3">
            <a:extLst>
              <a:ext uri="{FF2B5EF4-FFF2-40B4-BE49-F238E27FC236}">
                <a16:creationId xmlns:a16="http://schemas.microsoft.com/office/drawing/2014/main" id="{744BD49B-D6E8-43A1-B812-E15983FBDA2E}"/>
              </a:ext>
            </a:extLst>
          </p:cNvPr>
          <p:cNvSpPr>
            <a:spLocks noGrp="1"/>
          </p:cNvSpPr>
          <p:nvPr>
            <p:ph sz="half" idx="31"/>
          </p:nvPr>
        </p:nvSpPr>
        <p:spPr>
          <a:xfrm>
            <a:off x="3187446" y="5002547"/>
            <a:ext cx="2653558" cy="307777"/>
          </a:xfrm>
        </p:spPr>
        <p:txBody>
          <a:bodyPr>
            <a:normAutofit/>
          </a:bodyPr>
          <a:lstStyle>
            <a:lvl1pPr rtl="0">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9" name="Content Placeholder 3">
            <a:extLst>
              <a:ext uri="{FF2B5EF4-FFF2-40B4-BE49-F238E27FC236}">
                <a16:creationId xmlns:a16="http://schemas.microsoft.com/office/drawing/2014/main" id="{063E9CFE-1C20-47DB-826F-D6226998455C}"/>
              </a:ext>
            </a:extLst>
          </p:cNvPr>
          <p:cNvSpPr>
            <a:spLocks noGrp="1"/>
          </p:cNvSpPr>
          <p:nvPr>
            <p:ph sz="half" idx="32"/>
          </p:nvPr>
        </p:nvSpPr>
        <p:spPr>
          <a:xfrm>
            <a:off x="3188356" y="5431342"/>
            <a:ext cx="2651738" cy="617670"/>
          </a:xfrm>
        </p:spPr>
        <p:txBody>
          <a:bodyPr>
            <a:normAutofit/>
          </a:bodyPr>
          <a:lstStyle>
            <a:lvl1pPr rtl="0">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grpSp>
        <p:nvGrpSpPr>
          <p:cNvPr id="40" name="Group 39">
            <a:extLst>
              <a:ext uri="{FF2B5EF4-FFF2-40B4-BE49-F238E27FC236}">
                <a16:creationId xmlns:a16="http://schemas.microsoft.com/office/drawing/2014/main" id="{B70B8CEA-DCCB-4ED0-AB67-B6C7E6C58B79}"/>
              </a:ext>
            </a:extLst>
          </p:cNvPr>
          <p:cNvGrpSpPr/>
          <p:nvPr userDrawn="1"/>
        </p:nvGrpSpPr>
        <p:grpSpPr>
          <a:xfrm>
            <a:off x="11997463" y="3105617"/>
            <a:ext cx="134097" cy="646767"/>
            <a:chOff x="11838508" y="3057525"/>
            <a:chExt cx="155496" cy="749979"/>
          </a:xfrm>
        </p:grpSpPr>
        <p:sp>
          <p:nvSpPr>
            <p:cNvPr id="41" name="Rectangle 40">
              <a:extLst>
                <a:ext uri="{FF2B5EF4-FFF2-40B4-BE49-F238E27FC236}">
                  <a16:creationId xmlns:a16="http://schemas.microsoft.com/office/drawing/2014/main" id="{CAB99278-B6B0-4CFB-994E-50ACB1DAA6A8}"/>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42" name="Graphic 41">
              <a:extLst>
                <a:ext uri="{FF2B5EF4-FFF2-40B4-BE49-F238E27FC236}">
                  <a16:creationId xmlns:a16="http://schemas.microsoft.com/office/drawing/2014/main" id="{89480B70-C5D0-4284-A6A6-B70E271CA0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6" name="Graphic 45">
            <a:extLst>
              <a:ext uri="{FF2B5EF4-FFF2-40B4-BE49-F238E27FC236}">
                <a16:creationId xmlns:a16="http://schemas.microsoft.com/office/drawing/2014/main" id="{72675D8F-9254-4AAC-91EC-DAD6D58C711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7" name="Straight Connector 46">
            <a:extLst>
              <a:ext uri="{FF2B5EF4-FFF2-40B4-BE49-F238E27FC236}">
                <a16:creationId xmlns:a16="http://schemas.microsoft.com/office/drawing/2014/main" id="{CB10603D-6FB2-47BB-B8B3-B8FFE4DA3933}"/>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8" name="Slide Number Placeholder 3">
            <a:extLst>
              <a:ext uri="{FF2B5EF4-FFF2-40B4-BE49-F238E27FC236}">
                <a16:creationId xmlns:a16="http://schemas.microsoft.com/office/drawing/2014/main" id="{26BFAC01-4004-4178-A792-59823904A81F}"/>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827299524"/>
      </p:ext>
    </p:extLst>
  </p:cSld>
  <p:clrMapOvr>
    <a:masterClrMapping/>
  </p:clrMapOvr>
  <p:extLst>
    <p:ext uri="{DCECCB84-F9BA-43D5-87BE-67443E8EF086}">
      <p15:sldGuideLst xmlns:p15="http://schemas.microsoft.com/office/powerpoint/2012/main">
        <p15:guide id="1" orient="horz" pos="98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ark Infographic and images">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01EAEE63-75D2-4147-A96F-1F6010411478}"/>
              </a:ext>
            </a:extLst>
          </p:cNvPr>
          <p:cNvSpPr>
            <a:spLocks noGrp="1"/>
          </p:cNvSpPr>
          <p:nvPr>
            <p:ph type="pic" sz="quarter" idx="13"/>
          </p:nvPr>
        </p:nvSpPr>
        <p:spPr>
          <a:xfrm>
            <a:off x="5652241"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endParaRPr lang="id-ID"/>
          </a:p>
        </p:txBody>
      </p:sp>
      <p:sp>
        <p:nvSpPr>
          <p:cNvPr id="8" name="Picture Placeholder 10">
            <a:extLst>
              <a:ext uri="{FF2B5EF4-FFF2-40B4-BE49-F238E27FC236}">
                <a16:creationId xmlns:a16="http://schemas.microsoft.com/office/drawing/2014/main" id="{200B6B1A-3E06-437E-9E40-C9021A59EBD2}"/>
              </a:ext>
            </a:extLst>
          </p:cNvPr>
          <p:cNvSpPr>
            <a:spLocks noGrp="1"/>
          </p:cNvSpPr>
          <p:nvPr>
            <p:ph type="pic" sz="quarter" idx="14"/>
          </p:nvPr>
        </p:nvSpPr>
        <p:spPr>
          <a:xfrm>
            <a:off x="288509"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endParaRPr lang="id-ID"/>
          </a:p>
        </p:txBody>
      </p:sp>
      <p:sp>
        <p:nvSpPr>
          <p:cNvPr id="9" name="Picture Placeholder 11">
            <a:extLst>
              <a:ext uri="{FF2B5EF4-FFF2-40B4-BE49-F238E27FC236}">
                <a16:creationId xmlns:a16="http://schemas.microsoft.com/office/drawing/2014/main" id="{7CBEB7B1-166A-422D-9D97-5B06778B6216}"/>
              </a:ext>
            </a:extLst>
          </p:cNvPr>
          <p:cNvSpPr>
            <a:spLocks noGrp="1"/>
          </p:cNvSpPr>
          <p:nvPr>
            <p:ph type="pic" sz="quarter" idx="15"/>
          </p:nvPr>
        </p:nvSpPr>
        <p:spPr>
          <a:xfrm>
            <a:off x="2970375" y="1562100"/>
            <a:ext cx="2235200" cy="4610099"/>
          </a:xfrm>
          <a:custGeom>
            <a:avLst/>
            <a:gdLst>
              <a:gd name="connsiteX0" fmla="*/ 0 w 2235200"/>
              <a:gd name="connsiteY0" fmla="*/ 0 h 5191432"/>
              <a:gd name="connsiteX1" fmla="*/ 2235200 w 2235200"/>
              <a:gd name="connsiteY1" fmla="*/ 0 h 5191432"/>
              <a:gd name="connsiteX2" fmla="*/ 2235200 w 2235200"/>
              <a:gd name="connsiteY2" fmla="*/ 5191432 h 5191432"/>
              <a:gd name="connsiteX3" fmla="*/ 0 w 2235200"/>
              <a:gd name="connsiteY3" fmla="*/ 5191432 h 5191432"/>
            </a:gdLst>
            <a:ahLst/>
            <a:cxnLst>
              <a:cxn ang="0">
                <a:pos x="connsiteX0" y="connsiteY0"/>
              </a:cxn>
              <a:cxn ang="0">
                <a:pos x="connsiteX1" y="connsiteY1"/>
              </a:cxn>
              <a:cxn ang="0">
                <a:pos x="connsiteX2" y="connsiteY2"/>
              </a:cxn>
              <a:cxn ang="0">
                <a:pos x="connsiteX3" y="connsiteY3"/>
              </a:cxn>
            </a:cxnLst>
            <a:rect l="l" t="t" r="r" b="b"/>
            <a:pathLst>
              <a:path w="2235200" h="5191432">
                <a:moveTo>
                  <a:pt x="0" y="0"/>
                </a:moveTo>
                <a:lnTo>
                  <a:pt x="2235200" y="0"/>
                </a:lnTo>
                <a:lnTo>
                  <a:pt x="2235200" y="5191432"/>
                </a:lnTo>
                <a:lnTo>
                  <a:pt x="0" y="5191432"/>
                </a:lnTo>
                <a:close/>
              </a:path>
            </a:pathLst>
          </a:custGeom>
          <a:solidFill>
            <a:schemeClr val="bg1">
              <a:lumMod val="95000"/>
            </a:schemeClr>
          </a:solidFill>
        </p:spPr>
        <p:txBody>
          <a:bodyPr wrap="square" anchor="ctr">
            <a:noAutofit/>
          </a:bodyPr>
          <a:lstStyle>
            <a:lvl1pPr marL="0" indent="0" algn="ctr">
              <a:buNone/>
              <a:defRPr sz="1100"/>
            </a:lvl1pPr>
          </a:lstStyle>
          <a:p>
            <a:endParaRPr lang="id-ID"/>
          </a:p>
        </p:txBody>
      </p:sp>
      <p:pic>
        <p:nvPicPr>
          <p:cNvPr id="10" name="Picture 9" descr="A picture containing food, bird&#10;&#10;Description automatically generated">
            <a:extLst>
              <a:ext uri="{FF2B5EF4-FFF2-40B4-BE49-F238E27FC236}">
                <a16:creationId xmlns:a16="http://schemas.microsoft.com/office/drawing/2014/main" id="{BE447A8C-4F52-4688-8655-8E6C6C4E1C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a:stretch/>
        </p:blipFill>
        <p:spPr>
          <a:xfrm>
            <a:off x="8334105" y="336128"/>
            <a:ext cx="3569386" cy="4786369"/>
          </a:xfrm>
          <a:prstGeom prst="rect">
            <a:avLst/>
          </a:prstGeom>
        </p:spPr>
      </p:pic>
      <p:sp>
        <p:nvSpPr>
          <p:cNvPr id="11" name="Freeform: Shape 10">
            <a:extLst>
              <a:ext uri="{FF2B5EF4-FFF2-40B4-BE49-F238E27FC236}">
                <a16:creationId xmlns:a16="http://schemas.microsoft.com/office/drawing/2014/main" id="{C7938D4E-E135-4246-BD41-BED35BC2C779}"/>
              </a:ext>
            </a:extLst>
          </p:cNvPr>
          <p:cNvSpPr/>
          <p:nvPr userDrawn="1"/>
        </p:nvSpPr>
        <p:spPr>
          <a:xfrm rot="16200000" flipH="1">
            <a:off x="6833813" y="1499812"/>
            <a:ext cx="6858481" cy="3857895"/>
          </a:xfrm>
          <a:custGeom>
            <a:avLst/>
            <a:gdLst>
              <a:gd name="connsiteX0" fmla="*/ 12191999 w 12191999"/>
              <a:gd name="connsiteY0" fmla="*/ 0 h 6858000"/>
              <a:gd name="connsiteX1" fmla="*/ 0 w 12191999"/>
              <a:gd name="connsiteY1" fmla="*/ 0 h 6858000"/>
              <a:gd name="connsiteX2" fmla="*/ 4630237 w 12191999"/>
              <a:gd name="connsiteY2" fmla="*/ 6858000 h 6858000"/>
              <a:gd name="connsiteX3" fmla="*/ 12191999 w 12191999"/>
              <a:gd name="connsiteY3" fmla="*/ 6858000 h 6858000"/>
              <a:gd name="connsiteX4" fmla="*/ 12191999 w 12191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9" h="6858000">
                <a:moveTo>
                  <a:pt x="12191999" y="0"/>
                </a:moveTo>
                <a:lnTo>
                  <a:pt x="0" y="0"/>
                </a:lnTo>
                <a:lnTo>
                  <a:pt x="4630237" y="6858000"/>
                </a:lnTo>
                <a:lnTo>
                  <a:pt x="12191999" y="6858000"/>
                </a:lnTo>
                <a:lnTo>
                  <a:pt x="12191999" y="0"/>
                </a:lnTo>
                <a:close/>
              </a:path>
            </a:pathLst>
          </a:custGeom>
          <a:solidFill>
            <a:srgbClr val="111121"/>
          </a:solidFill>
          <a:ln w="9525" cap="flat">
            <a:noFill/>
            <a:prstDash val="solid"/>
            <a:miter/>
          </a:ln>
        </p:spPr>
        <p:txBody>
          <a:bodyPr rtlCol="0" anchor="ctr"/>
          <a:lstStyle/>
          <a:p>
            <a:endParaRPr lang="en-US" sz="1600" dirty="0">
              <a:latin typeface="Arial" panose="020B0604020202020204" pitchFamily="34" charset="0"/>
            </a:endParaRPr>
          </a:p>
        </p:txBody>
      </p:sp>
      <p:sp>
        <p:nvSpPr>
          <p:cNvPr id="16" name="Title 1">
            <a:extLst>
              <a:ext uri="{FF2B5EF4-FFF2-40B4-BE49-F238E27FC236}">
                <a16:creationId xmlns:a16="http://schemas.microsoft.com/office/drawing/2014/main" id="{87D287CF-1BBF-48D1-8977-295EB3B933FA}"/>
              </a:ext>
            </a:extLst>
          </p:cNvPr>
          <p:cNvSpPr>
            <a:spLocks noGrp="1"/>
          </p:cNvSpPr>
          <p:nvPr>
            <p:ph type="title" hasCustomPrompt="1"/>
          </p:nvPr>
        </p:nvSpPr>
        <p:spPr>
          <a:xfrm>
            <a:off x="269526" y="233362"/>
            <a:ext cx="7968700"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7" name="Text Placeholder 22">
            <a:extLst>
              <a:ext uri="{FF2B5EF4-FFF2-40B4-BE49-F238E27FC236}">
                <a16:creationId xmlns:a16="http://schemas.microsoft.com/office/drawing/2014/main" id="{8159E0FF-0534-4727-B0F0-FD72188DA497}"/>
              </a:ext>
            </a:extLst>
          </p:cNvPr>
          <p:cNvSpPr>
            <a:spLocks noGrp="1"/>
          </p:cNvSpPr>
          <p:nvPr>
            <p:ph type="body" sz="quarter" idx="16"/>
          </p:nvPr>
        </p:nvSpPr>
        <p:spPr>
          <a:xfrm>
            <a:off x="269526" y="812306"/>
            <a:ext cx="7968700"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8" name="Straight Connector 17">
            <a:extLst>
              <a:ext uri="{FF2B5EF4-FFF2-40B4-BE49-F238E27FC236}">
                <a16:creationId xmlns:a16="http://schemas.microsoft.com/office/drawing/2014/main" id="{9E70EB7D-7C0C-4FDE-9C4B-8126944F809C}"/>
              </a:ext>
            </a:extLst>
          </p:cNvPr>
          <p:cNvCxnSpPr>
            <a:cxnSpLocks/>
          </p:cNvCxnSpPr>
          <p:nvPr userDrawn="1"/>
        </p:nvCxnSpPr>
        <p:spPr>
          <a:xfrm>
            <a:off x="0" y="1381910"/>
            <a:ext cx="8334105"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3" name="Content Placeholder 3">
            <a:extLst>
              <a:ext uri="{FF2B5EF4-FFF2-40B4-BE49-F238E27FC236}">
                <a16:creationId xmlns:a16="http://schemas.microsoft.com/office/drawing/2014/main" id="{908503A1-7D1B-4A7F-BF56-BCF8F713B673}"/>
              </a:ext>
            </a:extLst>
          </p:cNvPr>
          <p:cNvSpPr>
            <a:spLocks noGrp="1"/>
          </p:cNvSpPr>
          <p:nvPr>
            <p:ph sz="half" idx="27"/>
          </p:nvPr>
        </p:nvSpPr>
        <p:spPr>
          <a:xfrm>
            <a:off x="8514081" y="2612896"/>
            <a:ext cx="3389410" cy="963609"/>
          </a:xfrm>
        </p:spPr>
        <p:txBody>
          <a:bodyPr>
            <a:noAutofit/>
          </a:bodyPr>
          <a:lstStyle>
            <a:lvl1pPr>
              <a:lnSpc>
                <a:spcPct val="100000"/>
              </a:lnSpc>
              <a:defRPr sz="24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4" name="Content Placeholder 3">
            <a:extLst>
              <a:ext uri="{FF2B5EF4-FFF2-40B4-BE49-F238E27FC236}">
                <a16:creationId xmlns:a16="http://schemas.microsoft.com/office/drawing/2014/main" id="{B9AEC4D1-506E-4F6C-A2F5-1334323BED4B}"/>
              </a:ext>
            </a:extLst>
          </p:cNvPr>
          <p:cNvSpPr>
            <a:spLocks noGrp="1"/>
          </p:cNvSpPr>
          <p:nvPr>
            <p:ph sz="half" idx="28"/>
          </p:nvPr>
        </p:nvSpPr>
        <p:spPr>
          <a:xfrm>
            <a:off x="8514081" y="3713030"/>
            <a:ext cx="3411219" cy="963609"/>
          </a:xfrm>
        </p:spPr>
        <p:txBody>
          <a:bodyPr>
            <a:normAutofit/>
          </a:bodyPr>
          <a:lstStyle>
            <a:lvl1pPr>
              <a:lnSpc>
                <a:spcPct val="100000"/>
              </a:lnSpc>
              <a:defRPr sz="900">
                <a:solidFill>
                  <a:schemeClr val="bg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pic>
        <p:nvPicPr>
          <p:cNvPr id="22" name="Graphic 21">
            <a:extLst>
              <a:ext uri="{FF2B5EF4-FFF2-40B4-BE49-F238E27FC236}">
                <a16:creationId xmlns:a16="http://schemas.microsoft.com/office/drawing/2014/main" id="{0705DA69-D9FB-4500-B03C-44773B660648}"/>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5" name="Straight Connector 24">
            <a:extLst>
              <a:ext uri="{FF2B5EF4-FFF2-40B4-BE49-F238E27FC236}">
                <a16:creationId xmlns:a16="http://schemas.microsoft.com/office/drawing/2014/main" id="{39B7567A-B6A1-4F80-9CE8-984281DEB97F}"/>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26" name="Slide Number Placeholder 3">
            <a:extLst>
              <a:ext uri="{FF2B5EF4-FFF2-40B4-BE49-F238E27FC236}">
                <a16:creationId xmlns:a16="http://schemas.microsoft.com/office/drawing/2014/main" id="{AF5B6C94-8846-4B7D-A460-678FEE594D97}"/>
              </a:ext>
            </a:extLst>
          </p:cNvPr>
          <p:cNvSpPr>
            <a:spLocks noGrp="1"/>
          </p:cNvSpPr>
          <p:nvPr>
            <p:ph type="sldNum" sz="quarter" idx="18"/>
          </p:nvPr>
        </p:nvSpPr>
        <p:spPr>
          <a:xfrm>
            <a:off x="11430000" y="6408737"/>
            <a:ext cx="358141" cy="365125"/>
          </a:xfrm>
        </p:spPr>
        <p:txBody>
          <a:bodyPr/>
          <a:lstStyle>
            <a:lvl1pPr algn="l">
              <a:defRPr sz="900">
                <a:solidFill>
                  <a:schemeClr val="bg1"/>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2390729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Light Infographic and images">
    <p:spTree>
      <p:nvGrpSpPr>
        <p:cNvPr id="1" name=""/>
        <p:cNvGrpSpPr/>
        <p:nvPr/>
      </p:nvGrpSpPr>
      <p:grpSpPr>
        <a:xfrm>
          <a:off x="0" y="0"/>
          <a:ext cx="0" cy="0"/>
          <a:chOff x="0" y="0"/>
          <a:chExt cx="0" cy="0"/>
        </a:xfrm>
      </p:grpSpPr>
      <p:pic>
        <p:nvPicPr>
          <p:cNvPr id="10" name="Picture 9" descr="A picture containing food, bird&#10;&#10;Description automatically generated">
            <a:extLst>
              <a:ext uri="{FF2B5EF4-FFF2-40B4-BE49-F238E27FC236}">
                <a16:creationId xmlns:a16="http://schemas.microsoft.com/office/drawing/2014/main" id="{BE447A8C-4F52-4688-8655-8E6C6C4E1C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9664"/>
          <a:stretch/>
        </p:blipFill>
        <p:spPr>
          <a:xfrm>
            <a:off x="8334105" y="336128"/>
            <a:ext cx="3569386" cy="4786369"/>
          </a:xfrm>
          <a:prstGeom prst="rect">
            <a:avLst/>
          </a:prstGeom>
        </p:spPr>
      </p:pic>
      <p:sp>
        <p:nvSpPr>
          <p:cNvPr id="16" name="Title 1">
            <a:extLst>
              <a:ext uri="{FF2B5EF4-FFF2-40B4-BE49-F238E27FC236}">
                <a16:creationId xmlns:a16="http://schemas.microsoft.com/office/drawing/2014/main" id="{87D287CF-1BBF-48D1-8977-295EB3B933FA}"/>
              </a:ext>
            </a:extLst>
          </p:cNvPr>
          <p:cNvSpPr>
            <a:spLocks noGrp="1"/>
          </p:cNvSpPr>
          <p:nvPr>
            <p:ph type="title" hasCustomPrompt="1"/>
          </p:nvPr>
        </p:nvSpPr>
        <p:spPr>
          <a:xfrm>
            <a:off x="269526" y="233362"/>
            <a:ext cx="7959302"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7" name="Text Placeholder 22">
            <a:extLst>
              <a:ext uri="{FF2B5EF4-FFF2-40B4-BE49-F238E27FC236}">
                <a16:creationId xmlns:a16="http://schemas.microsoft.com/office/drawing/2014/main" id="{8159E0FF-0534-4727-B0F0-FD72188DA497}"/>
              </a:ext>
            </a:extLst>
          </p:cNvPr>
          <p:cNvSpPr>
            <a:spLocks noGrp="1"/>
          </p:cNvSpPr>
          <p:nvPr>
            <p:ph type="body" sz="quarter" idx="16"/>
          </p:nvPr>
        </p:nvSpPr>
        <p:spPr>
          <a:xfrm>
            <a:off x="269526" y="812306"/>
            <a:ext cx="7959302"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8" name="Straight Connector 17">
            <a:extLst>
              <a:ext uri="{FF2B5EF4-FFF2-40B4-BE49-F238E27FC236}">
                <a16:creationId xmlns:a16="http://schemas.microsoft.com/office/drawing/2014/main" id="{9E70EB7D-7C0C-4FDE-9C4B-8126944F809C}"/>
              </a:ext>
            </a:extLst>
          </p:cNvPr>
          <p:cNvCxnSpPr>
            <a:cxnSpLocks/>
          </p:cNvCxnSpPr>
          <p:nvPr userDrawn="1"/>
        </p:nvCxnSpPr>
        <p:spPr>
          <a:xfrm>
            <a:off x="0" y="1381910"/>
            <a:ext cx="8334105"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3E69D9E0-63BB-4ED5-BE5C-7A0F8B649D7D}"/>
              </a:ext>
            </a:extLst>
          </p:cNvPr>
          <p:cNvSpPr>
            <a:spLocks noGrp="1"/>
          </p:cNvSpPr>
          <p:nvPr>
            <p:ph type="pic" sz="quarter" idx="29"/>
          </p:nvPr>
        </p:nvSpPr>
        <p:spPr>
          <a:xfrm>
            <a:off x="8322800" y="0"/>
            <a:ext cx="3869200" cy="6858000"/>
          </a:xfrm>
          <a:custGeom>
            <a:avLst/>
            <a:gdLst>
              <a:gd name="connsiteX0" fmla="*/ 0 w 3857625"/>
              <a:gd name="connsiteY0" fmla="*/ 0 h 6858000"/>
              <a:gd name="connsiteX1" fmla="*/ 3857625 w 3857625"/>
              <a:gd name="connsiteY1" fmla="*/ 0 h 6858000"/>
              <a:gd name="connsiteX2" fmla="*/ 3857625 w 3857625"/>
              <a:gd name="connsiteY2" fmla="*/ 6858000 h 6858000"/>
              <a:gd name="connsiteX3" fmla="*/ 0 w 3857625"/>
              <a:gd name="connsiteY3" fmla="*/ 6858000 h 6858000"/>
              <a:gd name="connsiteX4" fmla="*/ 0 w 3857625"/>
              <a:gd name="connsiteY4" fmla="*/ 0 h 6858000"/>
              <a:gd name="connsiteX0" fmla="*/ 0 w 3869200"/>
              <a:gd name="connsiteY0" fmla="*/ 0 h 6858000"/>
              <a:gd name="connsiteX1" fmla="*/ 3869200 w 3869200"/>
              <a:gd name="connsiteY1" fmla="*/ 2245488 h 6858000"/>
              <a:gd name="connsiteX2" fmla="*/ 3857625 w 3869200"/>
              <a:gd name="connsiteY2" fmla="*/ 6858000 h 6858000"/>
              <a:gd name="connsiteX3" fmla="*/ 0 w 3869200"/>
              <a:gd name="connsiteY3" fmla="*/ 6858000 h 6858000"/>
              <a:gd name="connsiteX4" fmla="*/ 0 w 3869200"/>
              <a:gd name="connsiteY4" fmla="*/ 0 h 6858000"/>
              <a:gd name="connsiteX0" fmla="*/ 0 w 3869200"/>
              <a:gd name="connsiteY0" fmla="*/ 0 h 6858000"/>
              <a:gd name="connsiteX1" fmla="*/ 3869200 w 3869200"/>
              <a:gd name="connsiteY1" fmla="*/ 2581154 h 6858000"/>
              <a:gd name="connsiteX2" fmla="*/ 3857625 w 3869200"/>
              <a:gd name="connsiteY2" fmla="*/ 6858000 h 6858000"/>
              <a:gd name="connsiteX3" fmla="*/ 0 w 3869200"/>
              <a:gd name="connsiteY3" fmla="*/ 6858000 h 6858000"/>
              <a:gd name="connsiteX4" fmla="*/ 0 w 38692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9200" h="6858000">
                <a:moveTo>
                  <a:pt x="0" y="0"/>
                </a:moveTo>
                <a:lnTo>
                  <a:pt x="3869200" y="2581154"/>
                </a:lnTo>
                <a:cubicBezTo>
                  <a:pt x="3865342" y="4118658"/>
                  <a:pt x="3861483" y="5320496"/>
                  <a:pt x="3857625" y="6858000"/>
                </a:cubicBezTo>
                <a:lnTo>
                  <a:pt x="0" y="6858000"/>
                </a:lnTo>
                <a:lnTo>
                  <a:pt x="0" y="0"/>
                </a:lnTo>
                <a:close/>
              </a:path>
            </a:pathLst>
          </a:custGeom>
        </p:spPr>
        <p:txBody>
          <a:bodyPr>
            <a:normAutofit/>
          </a:bodyPr>
          <a:lstStyle>
            <a:lvl1pPr>
              <a:defRPr sz="1800"/>
            </a:lvl1pPr>
          </a:lstStyle>
          <a:p>
            <a:endParaRPr lang="en-US" dirty="0"/>
          </a:p>
        </p:txBody>
      </p:sp>
      <p:cxnSp>
        <p:nvCxnSpPr>
          <p:cNvPr id="22" name="Straight Connector 21">
            <a:extLst>
              <a:ext uri="{FF2B5EF4-FFF2-40B4-BE49-F238E27FC236}">
                <a16:creationId xmlns:a16="http://schemas.microsoft.com/office/drawing/2014/main" id="{0173CC07-1E54-4036-A118-8AC234528992}"/>
              </a:ext>
            </a:extLst>
          </p:cNvPr>
          <p:cNvCxnSpPr>
            <a:cxnSpLocks/>
          </p:cNvCxnSpPr>
          <p:nvPr userDrawn="1"/>
        </p:nvCxnSpPr>
        <p:spPr>
          <a:xfrm>
            <a:off x="260652" y="4413670"/>
            <a:ext cx="7773641" cy="0"/>
          </a:xfrm>
          <a:prstGeom prst="line">
            <a:avLst/>
          </a:prstGeom>
          <a:ln>
            <a:gradFill>
              <a:gsLst>
                <a:gs pos="0">
                  <a:srgbClr val="089ED1"/>
                </a:gs>
                <a:gs pos="100000">
                  <a:srgbClr val="08C2C2"/>
                </a:gs>
              </a:gsLst>
              <a:lin ang="5400000" scaled="1"/>
            </a:gradFill>
          </a:ln>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E4DC094E-3502-414A-82F9-DDB6547DAEE5}"/>
              </a:ext>
            </a:extLst>
          </p:cNvPr>
          <p:cNvSpPr>
            <a:spLocks noGrp="1"/>
          </p:cNvSpPr>
          <p:nvPr>
            <p:ph type="chart" sz="quarter" idx="30"/>
          </p:nvPr>
        </p:nvSpPr>
        <p:spPr>
          <a:xfrm>
            <a:off x="269876" y="4580458"/>
            <a:ext cx="3599326" cy="1693342"/>
          </a:xfrm>
        </p:spPr>
        <p:txBody>
          <a:bodyPr>
            <a:normAutofit/>
          </a:bodyPr>
          <a:lstStyle>
            <a:lvl1pPr>
              <a:defRPr sz="1800"/>
            </a:lvl1pPr>
          </a:lstStyle>
          <a:p>
            <a:endParaRPr lang="en-US" dirty="0"/>
          </a:p>
        </p:txBody>
      </p:sp>
      <p:sp>
        <p:nvSpPr>
          <p:cNvPr id="26" name="Chart Placeholder 4">
            <a:extLst>
              <a:ext uri="{FF2B5EF4-FFF2-40B4-BE49-F238E27FC236}">
                <a16:creationId xmlns:a16="http://schemas.microsoft.com/office/drawing/2014/main" id="{CF9ED586-5131-4649-9675-CC85834AB750}"/>
              </a:ext>
            </a:extLst>
          </p:cNvPr>
          <p:cNvSpPr>
            <a:spLocks noGrp="1"/>
          </p:cNvSpPr>
          <p:nvPr>
            <p:ph type="chart" sz="quarter" idx="31"/>
          </p:nvPr>
        </p:nvSpPr>
        <p:spPr>
          <a:xfrm>
            <a:off x="4434965" y="4580458"/>
            <a:ext cx="3599326" cy="1693342"/>
          </a:xfrm>
        </p:spPr>
        <p:txBody>
          <a:bodyPr>
            <a:normAutofit/>
          </a:bodyPr>
          <a:lstStyle>
            <a:lvl1pPr>
              <a:defRPr sz="1800"/>
            </a:lvl1pPr>
          </a:lstStyle>
          <a:p>
            <a:endParaRPr lang="en-US" dirty="0"/>
          </a:p>
        </p:txBody>
      </p:sp>
      <p:pic>
        <p:nvPicPr>
          <p:cNvPr id="28" name="Graphic 27">
            <a:extLst>
              <a:ext uri="{FF2B5EF4-FFF2-40B4-BE49-F238E27FC236}">
                <a16:creationId xmlns:a16="http://schemas.microsoft.com/office/drawing/2014/main" id="{FA339945-FA60-4CF6-84F7-2C7FD81ED058}"/>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769804" y="6486339"/>
            <a:ext cx="155496" cy="209919"/>
          </a:xfrm>
          <a:prstGeom prst="rect">
            <a:avLst/>
          </a:prstGeom>
        </p:spPr>
      </p:pic>
      <p:cxnSp>
        <p:nvCxnSpPr>
          <p:cNvPr id="29" name="Straight Connector 28">
            <a:extLst>
              <a:ext uri="{FF2B5EF4-FFF2-40B4-BE49-F238E27FC236}">
                <a16:creationId xmlns:a16="http://schemas.microsoft.com/office/drawing/2014/main" id="{B87F20CE-BE8E-42F5-8AD6-99D2E9B5B6F7}"/>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30" name="Slide Number Placeholder 3">
            <a:extLst>
              <a:ext uri="{FF2B5EF4-FFF2-40B4-BE49-F238E27FC236}">
                <a16:creationId xmlns:a16="http://schemas.microsoft.com/office/drawing/2014/main" id="{41AE4084-2AA1-4CD0-8522-75455D9E1E68}"/>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grpSp>
        <p:nvGrpSpPr>
          <p:cNvPr id="19" name="Group 18">
            <a:extLst>
              <a:ext uri="{FF2B5EF4-FFF2-40B4-BE49-F238E27FC236}">
                <a16:creationId xmlns:a16="http://schemas.microsoft.com/office/drawing/2014/main" id="{16992005-D955-4C52-9D79-BCEDB29CEE39}"/>
              </a:ext>
            </a:extLst>
          </p:cNvPr>
          <p:cNvGrpSpPr/>
          <p:nvPr userDrawn="1"/>
        </p:nvGrpSpPr>
        <p:grpSpPr>
          <a:xfrm>
            <a:off x="11997463" y="3105617"/>
            <a:ext cx="134097" cy="646767"/>
            <a:chOff x="11838508" y="3057525"/>
            <a:chExt cx="155496" cy="749979"/>
          </a:xfrm>
        </p:grpSpPr>
        <p:sp>
          <p:nvSpPr>
            <p:cNvPr id="20" name="Rectangle 19">
              <a:extLst>
                <a:ext uri="{FF2B5EF4-FFF2-40B4-BE49-F238E27FC236}">
                  <a16:creationId xmlns:a16="http://schemas.microsoft.com/office/drawing/2014/main" id="{A0C70FAD-72DF-4D49-B413-C3BD51D684F0}"/>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21" name="Graphic 20">
              <a:extLst>
                <a:ext uri="{FF2B5EF4-FFF2-40B4-BE49-F238E27FC236}">
                  <a16:creationId xmlns:a16="http://schemas.microsoft.com/office/drawing/2014/main" id="{ABD7F536-34FA-4160-AB66-793AD07C7A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11604289" y="3357212"/>
              <a:ext cx="623935" cy="150605"/>
            </a:xfrm>
            <a:prstGeom prst="rect">
              <a:avLst/>
            </a:prstGeom>
          </p:spPr>
        </p:pic>
      </p:grpSp>
    </p:spTree>
    <p:extLst>
      <p:ext uri="{BB962C8B-B14F-4D97-AF65-F5344CB8AC3E}">
        <p14:creationId xmlns:p14="http://schemas.microsoft.com/office/powerpoint/2010/main" val="1229869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Images and caption ">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27B7AE64-26B1-4200-87D2-F8840ABDBFC5}"/>
              </a:ext>
            </a:extLst>
          </p:cNvPr>
          <p:cNvSpPr>
            <a:spLocks noGrp="1"/>
          </p:cNvSpPr>
          <p:nvPr>
            <p:ph type="pic" sz="quarter" idx="13"/>
          </p:nvPr>
        </p:nvSpPr>
        <p:spPr>
          <a:xfrm>
            <a:off x="281101" y="1577133"/>
            <a:ext cx="1863042" cy="1539144"/>
          </a:xfrm>
          <a:custGeom>
            <a:avLst/>
            <a:gdLst>
              <a:gd name="connsiteX0" fmla="*/ 0 w 1518469"/>
              <a:gd name="connsiteY0" fmla="*/ 0 h 1518469"/>
              <a:gd name="connsiteX1" fmla="*/ 1518469 w 1518469"/>
              <a:gd name="connsiteY1" fmla="*/ 0 h 1518469"/>
              <a:gd name="connsiteX2" fmla="*/ 1518469 w 1518469"/>
              <a:gd name="connsiteY2" fmla="*/ 1518469 h 1518469"/>
              <a:gd name="connsiteX3" fmla="*/ 0 w 1518469"/>
              <a:gd name="connsiteY3" fmla="*/ 1518469 h 1518469"/>
            </a:gdLst>
            <a:ahLst/>
            <a:cxnLst>
              <a:cxn ang="0">
                <a:pos x="connsiteX0" y="connsiteY0"/>
              </a:cxn>
              <a:cxn ang="0">
                <a:pos x="connsiteX1" y="connsiteY1"/>
              </a:cxn>
              <a:cxn ang="0">
                <a:pos x="connsiteX2" y="connsiteY2"/>
              </a:cxn>
              <a:cxn ang="0">
                <a:pos x="connsiteX3" y="connsiteY3"/>
              </a:cxn>
            </a:cxnLst>
            <a:rect l="l" t="t" r="r" b="b"/>
            <a:pathLst>
              <a:path w="1518469" h="1518469">
                <a:moveTo>
                  <a:pt x="0" y="0"/>
                </a:moveTo>
                <a:lnTo>
                  <a:pt x="1518469" y="0"/>
                </a:lnTo>
                <a:lnTo>
                  <a:pt x="1518469" y="1518469"/>
                </a:lnTo>
                <a:lnTo>
                  <a:pt x="0" y="1518469"/>
                </a:lnTo>
                <a:close/>
              </a:path>
            </a:pathLst>
          </a:custGeom>
          <a:solidFill>
            <a:schemeClr val="bg1">
              <a:lumMod val="95000"/>
            </a:schemeClr>
          </a:solidFill>
        </p:spPr>
        <p:txBody>
          <a:bodyPr wrap="square" anchor="ctr">
            <a:noAutofit/>
          </a:bodyPr>
          <a:lstStyle>
            <a:lvl1pPr marL="0" indent="0" algn="ctr">
              <a:buNone/>
              <a:defRPr sz="1100"/>
            </a:lvl1pPr>
          </a:lstStyle>
          <a:p>
            <a:endParaRPr lang="id-ID" dirty="0"/>
          </a:p>
        </p:txBody>
      </p:sp>
      <p:sp>
        <p:nvSpPr>
          <p:cNvPr id="8" name="Picture Placeholder 12">
            <a:extLst>
              <a:ext uri="{FF2B5EF4-FFF2-40B4-BE49-F238E27FC236}">
                <a16:creationId xmlns:a16="http://schemas.microsoft.com/office/drawing/2014/main" id="{F01BBCF6-3AA7-4990-A106-089CEBDA0B56}"/>
              </a:ext>
            </a:extLst>
          </p:cNvPr>
          <p:cNvSpPr>
            <a:spLocks noGrp="1"/>
          </p:cNvSpPr>
          <p:nvPr>
            <p:ph type="pic" sz="quarter" idx="14"/>
          </p:nvPr>
        </p:nvSpPr>
        <p:spPr>
          <a:xfrm>
            <a:off x="281101" y="4211111"/>
            <a:ext cx="1863042" cy="1539144"/>
          </a:xfrm>
          <a:custGeom>
            <a:avLst/>
            <a:gdLst>
              <a:gd name="connsiteX0" fmla="*/ 0 w 1518469"/>
              <a:gd name="connsiteY0" fmla="*/ 0 h 1518469"/>
              <a:gd name="connsiteX1" fmla="*/ 1518469 w 1518469"/>
              <a:gd name="connsiteY1" fmla="*/ 0 h 1518469"/>
              <a:gd name="connsiteX2" fmla="*/ 1518469 w 1518469"/>
              <a:gd name="connsiteY2" fmla="*/ 1518469 h 1518469"/>
              <a:gd name="connsiteX3" fmla="*/ 0 w 1518469"/>
              <a:gd name="connsiteY3" fmla="*/ 1518469 h 1518469"/>
            </a:gdLst>
            <a:ahLst/>
            <a:cxnLst>
              <a:cxn ang="0">
                <a:pos x="connsiteX0" y="connsiteY0"/>
              </a:cxn>
              <a:cxn ang="0">
                <a:pos x="connsiteX1" y="connsiteY1"/>
              </a:cxn>
              <a:cxn ang="0">
                <a:pos x="connsiteX2" y="connsiteY2"/>
              </a:cxn>
              <a:cxn ang="0">
                <a:pos x="connsiteX3" y="connsiteY3"/>
              </a:cxn>
            </a:cxnLst>
            <a:rect l="l" t="t" r="r" b="b"/>
            <a:pathLst>
              <a:path w="1518469" h="1518469">
                <a:moveTo>
                  <a:pt x="0" y="0"/>
                </a:moveTo>
                <a:lnTo>
                  <a:pt x="1518469" y="0"/>
                </a:lnTo>
                <a:lnTo>
                  <a:pt x="1518469" y="1518469"/>
                </a:lnTo>
                <a:lnTo>
                  <a:pt x="0" y="1518469"/>
                </a:lnTo>
                <a:close/>
              </a:path>
            </a:pathLst>
          </a:custGeom>
          <a:solidFill>
            <a:schemeClr val="bg1">
              <a:lumMod val="95000"/>
            </a:schemeClr>
          </a:solidFill>
        </p:spPr>
        <p:txBody>
          <a:bodyPr wrap="square" anchor="ctr">
            <a:noAutofit/>
          </a:bodyPr>
          <a:lstStyle>
            <a:lvl1pPr marL="0" indent="0" algn="ctr">
              <a:buNone/>
              <a:defRPr sz="1100"/>
            </a:lvl1pPr>
          </a:lstStyle>
          <a:p>
            <a:endParaRPr lang="id-ID"/>
          </a:p>
        </p:txBody>
      </p:sp>
      <p:sp>
        <p:nvSpPr>
          <p:cNvPr id="11" name="Title 1">
            <a:extLst>
              <a:ext uri="{FF2B5EF4-FFF2-40B4-BE49-F238E27FC236}">
                <a16:creationId xmlns:a16="http://schemas.microsoft.com/office/drawing/2014/main" id="{8C0EED79-827E-4BBC-AED0-304618A58089}"/>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2" name="Text Placeholder 22">
            <a:extLst>
              <a:ext uri="{FF2B5EF4-FFF2-40B4-BE49-F238E27FC236}">
                <a16:creationId xmlns:a16="http://schemas.microsoft.com/office/drawing/2014/main" id="{EC320F63-6F35-45C8-8604-8EFA857E64DE}"/>
              </a:ext>
            </a:extLst>
          </p:cNvPr>
          <p:cNvSpPr>
            <a:spLocks noGrp="1"/>
          </p:cNvSpPr>
          <p:nvPr>
            <p:ph type="body" sz="quarter" idx="17"/>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5" name="Straight Connector 14">
            <a:extLst>
              <a:ext uri="{FF2B5EF4-FFF2-40B4-BE49-F238E27FC236}">
                <a16:creationId xmlns:a16="http://schemas.microsoft.com/office/drawing/2014/main" id="{2B18A97D-74E2-434F-86EA-A476CBFE2A23}"/>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595E6457-D8A4-490E-A018-655F1FABD58E}"/>
              </a:ext>
            </a:extLst>
          </p:cNvPr>
          <p:cNvGrpSpPr/>
          <p:nvPr userDrawn="1"/>
        </p:nvGrpSpPr>
        <p:grpSpPr>
          <a:xfrm>
            <a:off x="11997463" y="3105617"/>
            <a:ext cx="134097" cy="646767"/>
            <a:chOff x="11838508" y="3057525"/>
            <a:chExt cx="155496" cy="749979"/>
          </a:xfrm>
        </p:grpSpPr>
        <p:sp>
          <p:nvSpPr>
            <p:cNvPr id="37" name="Rectangle 36">
              <a:extLst>
                <a:ext uri="{FF2B5EF4-FFF2-40B4-BE49-F238E27FC236}">
                  <a16:creationId xmlns:a16="http://schemas.microsoft.com/office/drawing/2014/main" id="{EF98A140-F6D7-431D-921A-30D641CEEA76}"/>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38" name="Graphic 37">
              <a:extLst>
                <a:ext uri="{FF2B5EF4-FFF2-40B4-BE49-F238E27FC236}">
                  <a16:creationId xmlns:a16="http://schemas.microsoft.com/office/drawing/2014/main" id="{8BAEFC69-A451-44BF-A6F1-8C8255AEC5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2" name="Graphic 41">
            <a:extLst>
              <a:ext uri="{FF2B5EF4-FFF2-40B4-BE49-F238E27FC236}">
                <a16:creationId xmlns:a16="http://schemas.microsoft.com/office/drawing/2014/main" id="{0A206978-23E9-4B4C-947F-7FE51D604044}"/>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3" name="Straight Connector 42">
            <a:extLst>
              <a:ext uri="{FF2B5EF4-FFF2-40B4-BE49-F238E27FC236}">
                <a16:creationId xmlns:a16="http://schemas.microsoft.com/office/drawing/2014/main" id="{E4C21E12-9701-4368-B93E-29FEE63B7DBE}"/>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4" name="Slide Number Placeholder 3">
            <a:extLst>
              <a:ext uri="{FF2B5EF4-FFF2-40B4-BE49-F238E27FC236}">
                <a16:creationId xmlns:a16="http://schemas.microsoft.com/office/drawing/2014/main" id="{ADD047D4-2B19-4D26-8CEE-C9BF4C10AE41}"/>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253110142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Image and caption_2">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94E2C28E-0073-4531-A1E1-D672C8857293}"/>
              </a:ext>
            </a:extLst>
          </p:cNvPr>
          <p:cNvSpPr>
            <a:spLocks noGrp="1"/>
          </p:cNvSpPr>
          <p:nvPr>
            <p:ph type="pic" sz="quarter" idx="13"/>
          </p:nvPr>
        </p:nvSpPr>
        <p:spPr>
          <a:xfrm>
            <a:off x="1006126" y="1562100"/>
            <a:ext cx="1838888" cy="2629952"/>
          </a:xfrm>
          <a:solidFill>
            <a:schemeClr val="bg1">
              <a:lumMod val="95000"/>
            </a:schemeClr>
          </a:solidFill>
        </p:spPr>
      </p:sp>
      <p:sp>
        <p:nvSpPr>
          <p:cNvPr id="12" name="Picture Placeholder 7">
            <a:extLst>
              <a:ext uri="{FF2B5EF4-FFF2-40B4-BE49-F238E27FC236}">
                <a16:creationId xmlns:a16="http://schemas.microsoft.com/office/drawing/2014/main" id="{3BF8558D-E513-43DD-B4C0-A2F10EC9259A}"/>
              </a:ext>
            </a:extLst>
          </p:cNvPr>
          <p:cNvSpPr>
            <a:spLocks noGrp="1"/>
          </p:cNvSpPr>
          <p:nvPr>
            <p:ph type="pic" sz="quarter" idx="14"/>
          </p:nvPr>
        </p:nvSpPr>
        <p:spPr>
          <a:xfrm>
            <a:off x="6572818" y="1562100"/>
            <a:ext cx="1838888" cy="2629952"/>
          </a:xfrm>
          <a:solidFill>
            <a:schemeClr val="bg1">
              <a:lumMod val="95000"/>
            </a:schemeClr>
          </a:solidFill>
        </p:spPr>
      </p:sp>
      <p:sp>
        <p:nvSpPr>
          <p:cNvPr id="13" name="Picture Placeholder 9">
            <a:extLst>
              <a:ext uri="{FF2B5EF4-FFF2-40B4-BE49-F238E27FC236}">
                <a16:creationId xmlns:a16="http://schemas.microsoft.com/office/drawing/2014/main" id="{3E800FB1-B5C1-45A7-BD01-A98898C6C0BE}"/>
              </a:ext>
            </a:extLst>
          </p:cNvPr>
          <p:cNvSpPr>
            <a:spLocks noGrp="1"/>
          </p:cNvSpPr>
          <p:nvPr>
            <p:ph type="pic" sz="quarter" idx="15"/>
          </p:nvPr>
        </p:nvSpPr>
        <p:spPr>
          <a:xfrm>
            <a:off x="9356163" y="3284711"/>
            <a:ext cx="1838888" cy="2629952"/>
          </a:xfrm>
          <a:solidFill>
            <a:schemeClr val="bg1">
              <a:lumMod val="95000"/>
            </a:schemeClr>
          </a:solidFill>
        </p:spPr>
      </p:sp>
      <p:sp>
        <p:nvSpPr>
          <p:cNvPr id="14" name="Picture Placeholder 4">
            <a:extLst>
              <a:ext uri="{FF2B5EF4-FFF2-40B4-BE49-F238E27FC236}">
                <a16:creationId xmlns:a16="http://schemas.microsoft.com/office/drawing/2014/main" id="{F009F280-99CB-4C75-8793-D700C6AC0081}"/>
              </a:ext>
            </a:extLst>
          </p:cNvPr>
          <p:cNvSpPr>
            <a:spLocks noGrp="1"/>
          </p:cNvSpPr>
          <p:nvPr>
            <p:ph type="pic" sz="quarter" idx="16"/>
          </p:nvPr>
        </p:nvSpPr>
        <p:spPr>
          <a:xfrm>
            <a:off x="3789472" y="3284711"/>
            <a:ext cx="1838888" cy="2629952"/>
          </a:xfrm>
          <a:solidFill>
            <a:schemeClr val="bg1">
              <a:lumMod val="95000"/>
            </a:schemeClr>
          </a:solidFill>
        </p:spPr>
      </p:sp>
      <p:sp>
        <p:nvSpPr>
          <p:cNvPr id="10" name="Title 1">
            <a:extLst>
              <a:ext uri="{FF2B5EF4-FFF2-40B4-BE49-F238E27FC236}">
                <a16:creationId xmlns:a16="http://schemas.microsoft.com/office/drawing/2014/main" id="{68DDB362-7739-400E-943F-58697FDBCE09}"/>
              </a:ext>
            </a:extLst>
          </p:cNvPr>
          <p:cNvSpPr>
            <a:spLocks noGrp="1"/>
          </p:cNvSpPr>
          <p:nvPr>
            <p:ph type="title" hasCustomPrompt="1"/>
          </p:nvPr>
        </p:nvSpPr>
        <p:spPr>
          <a:xfrm>
            <a:off x="269526" y="233362"/>
            <a:ext cx="11655774" cy="571500"/>
          </a:xfrm>
        </p:spPr>
        <p:txBody>
          <a:bodyPr>
            <a:normAutofit/>
          </a:bodyPr>
          <a:lstStyle>
            <a:lvl1pPr>
              <a:defRPr sz="2800" b="1">
                <a:solidFill>
                  <a:srgbClr val="0E1120"/>
                </a:solidFill>
                <a:latin typeface="Arial" panose="020B0604020202020204" pitchFamily="34" charset="0"/>
              </a:defRPr>
            </a:lvl1pPr>
          </a:lstStyle>
          <a:p>
            <a:r>
              <a:rPr lang="en-US" dirty="0"/>
              <a:t>INSERT TEXT HERE</a:t>
            </a:r>
          </a:p>
        </p:txBody>
      </p:sp>
      <p:sp>
        <p:nvSpPr>
          <p:cNvPr id="15" name="Text Placeholder 22">
            <a:extLst>
              <a:ext uri="{FF2B5EF4-FFF2-40B4-BE49-F238E27FC236}">
                <a16:creationId xmlns:a16="http://schemas.microsoft.com/office/drawing/2014/main" id="{E923A96E-F9A0-444B-86DD-9CD8E4EAD907}"/>
              </a:ext>
            </a:extLst>
          </p:cNvPr>
          <p:cNvSpPr>
            <a:spLocks noGrp="1"/>
          </p:cNvSpPr>
          <p:nvPr>
            <p:ph type="body" sz="quarter" idx="17"/>
          </p:nvPr>
        </p:nvSpPr>
        <p:spPr>
          <a:xfrm>
            <a:off x="269526" y="812306"/>
            <a:ext cx="11655774" cy="566738"/>
          </a:xfrm>
        </p:spPr>
        <p:txBody>
          <a:bodyPr>
            <a:normAutofit/>
          </a:bodyPr>
          <a:lstStyle>
            <a:lvl1pPr>
              <a:defRPr sz="2000" b="0">
                <a:solidFill>
                  <a:srgbClr val="08C2C2"/>
                </a:solidFill>
                <a:latin typeface="Arial" panose="020B0604020202020204" pitchFamily="34" charset="0"/>
              </a:defRPr>
            </a:lvl1pPr>
          </a:lstStyle>
          <a:p>
            <a:pPr lvl="0"/>
            <a:r>
              <a:rPr lang="en-US" dirty="0"/>
              <a:t>Click to edit Master text styles</a:t>
            </a:r>
          </a:p>
        </p:txBody>
      </p:sp>
      <p:cxnSp>
        <p:nvCxnSpPr>
          <p:cNvPr id="18" name="Straight Connector 17">
            <a:extLst>
              <a:ext uri="{FF2B5EF4-FFF2-40B4-BE49-F238E27FC236}">
                <a16:creationId xmlns:a16="http://schemas.microsoft.com/office/drawing/2014/main" id="{EABAFBCF-8276-4631-AD2E-287861F5BB01}"/>
              </a:ext>
            </a:extLst>
          </p:cNvPr>
          <p:cNvCxnSpPr>
            <a:cxnSpLocks/>
          </p:cNvCxnSpPr>
          <p:nvPr userDrawn="1"/>
        </p:nvCxnSpPr>
        <p:spPr>
          <a:xfrm>
            <a:off x="0" y="1381910"/>
            <a:ext cx="11772900" cy="0"/>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394588-1D76-4B5F-9095-134011F23B8E}"/>
              </a:ext>
            </a:extLst>
          </p:cNvPr>
          <p:cNvCxnSpPr>
            <a:cxnSpLocks/>
          </p:cNvCxnSpPr>
          <p:nvPr userDrawn="1"/>
        </p:nvCxnSpPr>
        <p:spPr>
          <a:xfrm>
            <a:off x="1006127" y="4739593"/>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1" name="Content Placeholder 3">
            <a:extLst>
              <a:ext uri="{FF2B5EF4-FFF2-40B4-BE49-F238E27FC236}">
                <a16:creationId xmlns:a16="http://schemas.microsoft.com/office/drawing/2014/main" id="{EE16E15C-F8F4-4EA4-BA38-ABE9DC90C2AA}"/>
              </a:ext>
            </a:extLst>
          </p:cNvPr>
          <p:cNvSpPr>
            <a:spLocks noGrp="1"/>
          </p:cNvSpPr>
          <p:nvPr>
            <p:ph sz="half" idx="25"/>
          </p:nvPr>
        </p:nvSpPr>
        <p:spPr>
          <a:xfrm>
            <a:off x="1006126" y="4340811"/>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2" name="Content Placeholder 3">
            <a:extLst>
              <a:ext uri="{FF2B5EF4-FFF2-40B4-BE49-F238E27FC236}">
                <a16:creationId xmlns:a16="http://schemas.microsoft.com/office/drawing/2014/main" id="{6FC73BE7-A0AD-4B43-929A-4DA79673E1B7}"/>
              </a:ext>
            </a:extLst>
          </p:cNvPr>
          <p:cNvSpPr>
            <a:spLocks noGrp="1"/>
          </p:cNvSpPr>
          <p:nvPr>
            <p:ph sz="half" idx="26"/>
          </p:nvPr>
        </p:nvSpPr>
        <p:spPr>
          <a:xfrm>
            <a:off x="1007037" y="4830597"/>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23" name="Straight Connector 22">
            <a:extLst>
              <a:ext uri="{FF2B5EF4-FFF2-40B4-BE49-F238E27FC236}">
                <a16:creationId xmlns:a16="http://schemas.microsoft.com/office/drawing/2014/main" id="{CEC3327F-8673-4FAE-8D71-A6CE1324AF4E}"/>
              </a:ext>
            </a:extLst>
          </p:cNvPr>
          <p:cNvCxnSpPr>
            <a:cxnSpLocks/>
          </p:cNvCxnSpPr>
          <p:nvPr userDrawn="1"/>
        </p:nvCxnSpPr>
        <p:spPr>
          <a:xfrm>
            <a:off x="6572819" y="4739593"/>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4" name="Content Placeholder 3">
            <a:extLst>
              <a:ext uri="{FF2B5EF4-FFF2-40B4-BE49-F238E27FC236}">
                <a16:creationId xmlns:a16="http://schemas.microsoft.com/office/drawing/2014/main" id="{06FB33A8-0D9C-48CC-B3C1-B998AC159EC0}"/>
              </a:ext>
            </a:extLst>
          </p:cNvPr>
          <p:cNvSpPr>
            <a:spLocks noGrp="1"/>
          </p:cNvSpPr>
          <p:nvPr>
            <p:ph sz="half" idx="27"/>
          </p:nvPr>
        </p:nvSpPr>
        <p:spPr>
          <a:xfrm>
            <a:off x="6572818" y="4340811"/>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5" name="Content Placeholder 3">
            <a:extLst>
              <a:ext uri="{FF2B5EF4-FFF2-40B4-BE49-F238E27FC236}">
                <a16:creationId xmlns:a16="http://schemas.microsoft.com/office/drawing/2014/main" id="{E48CEC7F-B5AF-47C4-97E6-AA270C79DCF4}"/>
              </a:ext>
            </a:extLst>
          </p:cNvPr>
          <p:cNvSpPr>
            <a:spLocks noGrp="1"/>
          </p:cNvSpPr>
          <p:nvPr>
            <p:ph sz="half" idx="28"/>
          </p:nvPr>
        </p:nvSpPr>
        <p:spPr>
          <a:xfrm>
            <a:off x="6573729" y="4830597"/>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26" name="Straight Connector 25">
            <a:extLst>
              <a:ext uri="{FF2B5EF4-FFF2-40B4-BE49-F238E27FC236}">
                <a16:creationId xmlns:a16="http://schemas.microsoft.com/office/drawing/2014/main" id="{61372347-8957-434F-8F16-BFCCBF77A0EE}"/>
              </a:ext>
            </a:extLst>
          </p:cNvPr>
          <p:cNvCxnSpPr>
            <a:cxnSpLocks/>
          </p:cNvCxnSpPr>
          <p:nvPr userDrawn="1"/>
        </p:nvCxnSpPr>
        <p:spPr>
          <a:xfrm>
            <a:off x="3789472" y="1963287"/>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27" name="Content Placeholder 3">
            <a:extLst>
              <a:ext uri="{FF2B5EF4-FFF2-40B4-BE49-F238E27FC236}">
                <a16:creationId xmlns:a16="http://schemas.microsoft.com/office/drawing/2014/main" id="{B8D5D895-2824-4066-8BAC-7611979023DB}"/>
              </a:ext>
            </a:extLst>
          </p:cNvPr>
          <p:cNvSpPr>
            <a:spLocks noGrp="1"/>
          </p:cNvSpPr>
          <p:nvPr>
            <p:ph sz="half" idx="29"/>
          </p:nvPr>
        </p:nvSpPr>
        <p:spPr>
          <a:xfrm>
            <a:off x="3789471" y="1564505"/>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28" name="Content Placeholder 3">
            <a:extLst>
              <a:ext uri="{FF2B5EF4-FFF2-40B4-BE49-F238E27FC236}">
                <a16:creationId xmlns:a16="http://schemas.microsoft.com/office/drawing/2014/main" id="{28ED490B-538F-4686-ADCC-1E97FEB93811}"/>
              </a:ext>
            </a:extLst>
          </p:cNvPr>
          <p:cNvSpPr>
            <a:spLocks noGrp="1"/>
          </p:cNvSpPr>
          <p:nvPr>
            <p:ph sz="half" idx="30"/>
          </p:nvPr>
        </p:nvSpPr>
        <p:spPr>
          <a:xfrm>
            <a:off x="3790382" y="2054291"/>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cxnSp>
        <p:nvCxnSpPr>
          <p:cNvPr id="29" name="Straight Connector 28">
            <a:extLst>
              <a:ext uri="{FF2B5EF4-FFF2-40B4-BE49-F238E27FC236}">
                <a16:creationId xmlns:a16="http://schemas.microsoft.com/office/drawing/2014/main" id="{79AF6E5B-1CDF-43B8-92B0-27983766EA60}"/>
              </a:ext>
            </a:extLst>
          </p:cNvPr>
          <p:cNvCxnSpPr>
            <a:cxnSpLocks/>
          </p:cNvCxnSpPr>
          <p:nvPr userDrawn="1"/>
        </p:nvCxnSpPr>
        <p:spPr>
          <a:xfrm>
            <a:off x="9354901" y="1963287"/>
            <a:ext cx="1839239" cy="0"/>
          </a:xfrm>
          <a:prstGeom prst="line">
            <a:avLst/>
          </a:prstGeom>
          <a:ln>
            <a:solidFill>
              <a:srgbClr val="08C2C2"/>
            </a:solidFill>
          </a:ln>
        </p:spPr>
        <p:style>
          <a:lnRef idx="1">
            <a:schemeClr val="accent1"/>
          </a:lnRef>
          <a:fillRef idx="0">
            <a:schemeClr val="accent1"/>
          </a:fillRef>
          <a:effectRef idx="0">
            <a:schemeClr val="accent1"/>
          </a:effectRef>
          <a:fontRef idx="minor">
            <a:schemeClr val="tx1"/>
          </a:fontRef>
        </p:style>
      </p:cxnSp>
      <p:sp>
        <p:nvSpPr>
          <p:cNvPr id="30" name="Content Placeholder 3">
            <a:extLst>
              <a:ext uri="{FF2B5EF4-FFF2-40B4-BE49-F238E27FC236}">
                <a16:creationId xmlns:a16="http://schemas.microsoft.com/office/drawing/2014/main" id="{2DE63D77-7A7A-477F-ABB0-1266B7CBDC78}"/>
              </a:ext>
            </a:extLst>
          </p:cNvPr>
          <p:cNvSpPr>
            <a:spLocks noGrp="1"/>
          </p:cNvSpPr>
          <p:nvPr>
            <p:ph sz="half" idx="31"/>
          </p:nvPr>
        </p:nvSpPr>
        <p:spPr>
          <a:xfrm>
            <a:off x="9354900" y="1564505"/>
            <a:ext cx="1839239" cy="307777"/>
          </a:xfrm>
        </p:spPr>
        <p:txBody>
          <a:bodyPr>
            <a:normAutofit/>
          </a:bodyPr>
          <a:lstStyle>
            <a:lvl1pPr>
              <a:lnSpc>
                <a:spcPct val="100000"/>
              </a:lnSpc>
              <a:defRPr sz="1200">
                <a:solidFill>
                  <a:srgbClr val="111121"/>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sp>
        <p:nvSpPr>
          <p:cNvPr id="31" name="Content Placeholder 3">
            <a:extLst>
              <a:ext uri="{FF2B5EF4-FFF2-40B4-BE49-F238E27FC236}">
                <a16:creationId xmlns:a16="http://schemas.microsoft.com/office/drawing/2014/main" id="{F4642B8E-90A5-40DC-A37A-AA9650030E10}"/>
              </a:ext>
            </a:extLst>
          </p:cNvPr>
          <p:cNvSpPr>
            <a:spLocks noGrp="1"/>
          </p:cNvSpPr>
          <p:nvPr>
            <p:ph sz="half" idx="32"/>
          </p:nvPr>
        </p:nvSpPr>
        <p:spPr>
          <a:xfrm>
            <a:off x="9355811" y="2054291"/>
            <a:ext cx="1837978" cy="1064664"/>
          </a:xfrm>
        </p:spPr>
        <p:txBody>
          <a:bodyPr>
            <a:normAutofit/>
          </a:bodyPr>
          <a:lstStyle>
            <a:lvl1pPr>
              <a:lnSpc>
                <a:spcPct val="100000"/>
              </a:lnSpc>
              <a:defRPr sz="900">
                <a:solidFill>
                  <a:schemeClr val="tx1">
                    <a:lumMod val="65000"/>
                  </a:schemeClr>
                </a:solidFill>
                <a:latin typeface="Arial" panose="020B0604020202020204" pitchFamily="34" charset="0"/>
              </a:defRPr>
            </a:lvl1pPr>
            <a:lvl2pPr>
              <a:defRPr sz="1600"/>
            </a:lvl2pPr>
            <a:lvl3pPr>
              <a:defRPr sz="1600"/>
            </a:lvl3pPr>
            <a:lvl4pPr>
              <a:defRPr sz="1600"/>
            </a:lvl4pPr>
            <a:lvl5pPr>
              <a:defRPr sz="1600"/>
            </a:lvl5pPr>
          </a:lstStyle>
          <a:p>
            <a:pPr lvl="0"/>
            <a:r>
              <a:rPr lang="en-US" dirty="0"/>
              <a:t>Click to edit Master text styles</a:t>
            </a:r>
          </a:p>
        </p:txBody>
      </p:sp>
      <p:grpSp>
        <p:nvGrpSpPr>
          <p:cNvPr id="38" name="Group 37">
            <a:extLst>
              <a:ext uri="{FF2B5EF4-FFF2-40B4-BE49-F238E27FC236}">
                <a16:creationId xmlns:a16="http://schemas.microsoft.com/office/drawing/2014/main" id="{6F737597-2583-464F-BDA8-CB87D711ED86}"/>
              </a:ext>
            </a:extLst>
          </p:cNvPr>
          <p:cNvGrpSpPr/>
          <p:nvPr userDrawn="1"/>
        </p:nvGrpSpPr>
        <p:grpSpPr>
          <a:xfrm>
            <a:off x="11997463" y="3105617"/>
            <a:ext cx="134097" cy="646767"/>
            <a:chOff x="11838508" y="3057525"/>
            <a:chExt cx="155496" cy="749979"/>
          </a:xfrm>
        </p:grpSpPr>
        <p:sp>
          <p:nvSpPr>
            <p:cNvPr id="39" name="Rectangle 38">
              <a:extLst>
                <a:ext uri="{FF2B5EF4-FFF2-40B4-BE49-F238E27FC236}">
                  <a16:creationId xmlns:a16="http://schemas.microsoft.com/office/drawing/2014/main" id="{27D4EC04-168A-4F1C-8AE8-20DE0A2F0E97}"/>
                </a:ext>
              </a:extLst>
            </p:cNvPr>
            <p:cNvSpPr/>
            <p:nvPr/>
          </p:nvSpPr>
          <p:spPr>
            <a:xfrm>
              <a:off x="11838508" y="3057525"/>
              <a:ext cx="155496" cy="749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endParaRPr>
            </a:p>
          </p:txBody>
        </p:sp>
        <p:pic>
          <p:nvPicPr>
            <p:cNvPr id="40" name="Graphic 39">
              <a:extLst>
                <a:ext uri="{FF2B5EF4-FFF2-40B4-BE49-F238E27FC236}">
                  <a16:creationId xmlns:a16="http://schemas.microsoft.com/office/drawing/2014/main" id="{E3D9D456-0F41-471F-95ED-4353448B9E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1604289" y="3357212"/>
              <a:ext cx="623935" cy="150605"/>
            </a:xfrm>
            <a:prstGeom prst="rect">
              <a:avLst/>
            </a:prstGeom>
          </p:spPr>
        </p:pic>
      </p:grpSp>
      <p:pic>
        <p:nvPicPr>
          <p:cNvPr id="46" name="Graphic 45">
            <a:extLst>
              <a:ext uri="{FF2B5EF4-FFF2-40B4-BE49-F238E27FC236}">
                <a16:creationId xmlns:a16="http://schemas.microsoft.com/office/drawing/2014/main" id="{357E8D7C-6DB7-4B86-8BFD-E47D09DCBEC5}"/>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69804" y="6486339"/>
            <a:ext cx="155496" cy="209919"/>
          </a:xfrm>
          <a:prstGeom prst="rect">
            <a:avLst/>
          </a:prstGeom>
        </p:spPr>
      </p:pic>
      <p:cxnSp>
        <p:nvCxnSpPr>
          <p:cNvPr id="47" name="Straight Connector 46">
            <a:extLst>
              <a:ext uri="{FF2B5EF4-FFF2-40B4-BE49-F238E27FC236}">
                <a16:creationId xmlns:a16="http://schemas.microsoft.com/office/drawing/2014/main" id="{34C9E815-D576-4460-8BED-4383207DE6BD}"/>
              </a:ext>
            </a:extLst>
          </p:cNvPr>
          <p:cNvCxnSpPr>
            <a:cxnSpLocks/>
          </p:cNvCxnSpPr>
          <p:nvPr userDrawn="1"/>
        </p:nvCxnSpPr>
        <p:spPr>
          <a:xfrm>
            <a:off x="0" y="6591300"/>
            <a:ext cx="11398956" cy="834"/>
          </a:xfrm>
          <a:prstGeom prst="line">
            <a:avLst/>
          </a:prstGeom>
          <a:ln w="3175">
            <a:solidFill>
              <a:srgbClr val="111121"/>
            </a:solidFill>
          </a:ln>
        </p:spPr>
        <p:style>
          <a:lnRef idx="1">
            <a:schemeClr val="accent1"/>
          </a:lnRef>
          <a:fillRef idx="0">
            <a:schemeClr val="accent1"/>
          </a:fillRef>
          <a:effectRef idx="0">
            <a:schemeClr val="accent1"/>
          </a:effectRef>
          <a:fontRef idx="minor">
            <a:schemeClr val="tx1"/>
          </a:fontRef>
        </p:style>
      </p:cxnSp>
      <p:sp>
        <p:nvSpPr>
          <p:cNvPr id="48" name="Slide Number Placeholder 3">
            <a:extLst>
              <a:ext uri="{FF2B5EF4-FFF2-40B4-BE49-F238E27FC236}">
                <a16:creationId xmlns:a16="http://schemas.microsoft.com/office/drawing/2014/main" id="{B340BB05-332C-4A89-BF86-8B6605AF0D65}"/>
              </a:ext>
            </a:extLst>
          </p:cNvPr>
          <p:cNvSpPr>
            <a:spLocks noGrp="1"/>
          </p:cNvSpPr>
          <p:nvPr>
            <p:ph type="sldNum" sz="quarter" idx="18"/>
          </p:nvPr>
        </p:nvSpPr>
        <p:spPr>
          <a:xfrm>
            <a:off x="11430000" y="6408737"/>
            <a:ext cx="358141" cy="365125"/>
          </a:xfrm>
        </p:spPr>
        <p:txBody>
          <a:bodyPr/>
          <a:lstStyle>
            <a:lvl1pPr algn="l">
              <a:defRPr sz="900">
                <a:solidFill>
                  <a:schemeClr val="bg2"/>
                </a:solidFill>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8741486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217AD0-6302-443F-AF74-7301FBD93A03}"/>
              </a:ext>
            </a:extLst>
          </p:cNvPr>
          <p:cNvSpPr>
            <a:spLocks noGrp="1"/>
          </p:cNvSpPr>
          <p:nvPr>
            <p:ph type="dt" sz="half" idx="10"/>
          </p:nvPr>
        </p:nvSpPr>
        <p:spPr>
          <a:xfrm>
            <a:off x="609600" y="6356350"/>
            <a:ext cx="2743200" cy="365125"/>
          </a:xfrm>
          <a:prstGeom prst="rect">
            <a:avLst/>
          </a:prstGeom>
        </p:spPr>
        <p:txBody>
          <a:bodyPr/>
          <a:lstStyle/>
          <a:p>
            <a:endParaRPr lang="en-US" dirty="0"/>
          </a:p>
        </p:txBody>
      </p:sp>
      <p:sp>
        <p:nvSpPr>
          <p:cNvPr id="4" name="Footer Placeholder 3">
            <a:extLst>
              <a:ext uri="{FF2B5EF4-FFF2-40B4-BE49-F238E27FC236}">
                <a16:creationId xmlns:a16="http://schemas.microsoft.com/office/drawing/2014/main" id="{0C0DD937-C5DD-4366-A428-2A7FCFEB1BE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9670355-DDA7-4862-8C8E-6C4839FE8252}"/>
              </a:ext>
            </a:extLst>
          </p:cNvPr>
          <p:cNvSpPr>
            <a:spLocks noGrp="1"/>
          </p:cNvSpPr>
          <p:nvPr>
            <p:ph type="sldNum" sz="quarter" idx="12"/>
          </p:nvPr>
        </p:nvSpPr>
        <p:spPr/>
        <p:txBody>
          <a:bodyPr/>
          <a:lstStyle/>
          <a:p>
            <a:fld id="{743B1F26-96D9-40A6-83AD-00943405493D}" type="slidenum">
              <a:rPr lang="en-US" smtClean="0"/>
              <a:t>‹#›</a:t>
            </a:fld>
            <a:endParaRPr lang="en-US" dirty="0"/>
          </a:p>
        </p:txBody>
      </p:sp>
    </p:spTree>
    <p:extLst>
      <p:ext uri="{BB962C8B-B14F-4D97-AF65-F5344CB8AC3E}">
        <p14:creationId xmlns:p14="http://schemas.microsoft.com/office/powerpoint/2010/main" val="27415665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2424CBB0-FF61-A741-B66C-72250AAD4BCF}" type="slidenum">
              <a:rPr lang="en-AE" smtClean="0"/>
              <a:t>‹#›</a:t>
            </a:fld>
            <a:endParaRPr lang="en-AE"/>
          </a:p>
        </p:txBody>
      </p:sp>
      <p:pic>
        <p:nvPicPr>
          <p:cNvPr id="5" name="Picture 4">
            <a:extLst>
              <a:ext uri="{FF2B5EF4-FFF2-40B4-BE49-F238E27FC236}">
                <a16:creationId xmlns:a16="http://schemas.microsoft.com/office/drawing/2014/main" id="{D1FDB3CA-B579-40FD-93D7-B34D370CBC8B}"/>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11559639" y="0"/>
            <a:ext cx="644886" cy="365125"/>
          </a:xfrm>
          <a:prstGeom prst="rect">
            <a:avLst/>
          </a:prstGeom>
        </p:spPr>
      </p:pic>
    </p:spTree>
    <p:extLst>
      <p:ext uri="{BB962C8B-B14F-4D97-AF65-F5344CB8AC3E}">
        <p14:creationId xmlns:p14="http://schemas.microsoft.com/office/powerpoint/2010/main" val="3322251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MAIN TAQA">
    <p:spTree>
      <p:nvGrpSpPr>
        <p:cNvPr id="1" name=""/>
        <p:cNvGrpSpPr/>
        <p:nvPr/>
      </p:nvGrpSpPr>
      <p:grpSpPr>
        <a:xfrm>
          <a:off x="0" y="0"/>
          <a:ext cx="0" cy="0"/>
          <a:chOff x="0" y="0"/>
          <a:chExt cx="0" cy="0"/>
        </a:xfrm>
      </p:grpSpPr>
      <p:sp>
        <p:nvSpPr>
          <p:cNvPr id="2" name="Title 1"/>
          <p:cNvSpPr>
            <a:spLocks noGrp="1"/>
          </p:cNvSpPr>
          <p:nvPr>
            <p:ph type="title"/>
          </p:nvPr>
        </p:nvSpPr>
        <p:spPr>
          <a:xfrm>
            <a:off x="557875" y="431800"/>
            <a:ext cx="10635726" cy="533400"/>
          </a:xfrm>
        </p:spPr>
        <p:txBody>
          <a:bodyPr/>
          <a:lstStyle/>
          <a:p>
            <a:r>
              <a:rPr lang="en-US"/>
              <a:t>Click to edit Master title style</a:t>
            </a:r>
            <a:endParaRPr lang="en-US" dirty="0"/>
          </a:p>
        </p:txBody>
      </p:sp>
      <p:sp>
        <p:nvSpPr>
          <p:cNvPr id="3" name="Text Placeholder 4"/>
          <p:cNvSpPr>
            <a:spLocks noGrp="1"/>
          </p:cNvSpPr>
          <p:nvPr>
            <p:ph type="body" sz="quarter" idx="11" hasCustomPrompt="1"/>
          </p:nvPr>
        </p:nvSpPr>
        <p:spPr>
          <a:xfrm>
            <a:off x="557875" y="203863"/>
            <a:ext cx="10159754" cy="169200"/>
          </a:xfrm>
        </p:spPr>
        <p:txBody>
          <a:bodyPr anchor="b"/>
          <a:lstStyle>
            <a:lvl1pPr>
              <a:spcAft>
                <a:spcPts val="0"/>
              </a:spcAft>
              <a:defRPr sz="1200">
                <a:solidFill>
                  <a:schemeClr val="bg1">
                    <a:lumMod val="65000"/>
                  </a:schemeClr>
                </a:solidFill>
                <a:latin typeface="Univers 45 Light" pitchFamily="2" charset="0"/>
              </a:defRPr>
            </a:lvl1pPr>
          </a:lstStyle>
          <a:p>
            <a:pPr lvl="0"/>
            <a:r>
              <a:rPr lang="en-US" dirty="0"/>
              <a:t>Super title here</a:t>
            </a:r>
          </a:p>
        </p:txBody>
      </p:sp>
      <p:sp>
        <p:nvSpPr>
          <p:cNvPr id="4" name="Rectangle 3">
            <a:extLst>
              <a:ext uri="{FF2B5EF4-FFF2-40B4-BE49-F238E27FC236}">
                <a16:creationId xmlns:a16="http://schemas.microsoft.com/office/drawing/2014/main" id="{E672572A-1AD4-4E40-AA03-6D25E9CFB1A3}"/>
              </a:ext>
            </a:extLst>
          </p:cNvPr>
          <p:cNvSpPr/>
          <p:nvPr userDrawn="1"/>
        </p:nvSpPr>
        <p:spPr>
          <a:xfrm>
            <a:off x="-160774" y="0"/>
            <a:ext cx="341644" cy="10751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TextBox 4">
            <a:extLst>
              <a:ext uri="{FF2B5EF4-FFF2-40B4-BE49-F238E27FC236}">
                <a16:creationId xmlns:a16="http://schemas.microsoft.com/office/drawing/2014/main" id="{8BC30975-F045-F3EF-1A7A-572C9E9A902B}"/>
              </a:ext>
            </a:extLst>
          </p:cNvPr>
          <p:cNvSpPr txBox="1"/>
          <p:nvPr userDrawn="1"/>
        </p:nvSpPr>
        <p:spPr>
          <a:xfrm>
            <a:off x="894303" y="6591719"/>
            <a:ext cx="0" cy="0"/>
          </a:xfrm>
          <a:prstGeom prst="rect">
            <a:avLst/>
          </a:prstGeom>
          <a:noFill/>
        </p:spPr>
        <p:txBody>
          <a:bodyPr wrap="none" lIns="54610" tIns="54610" rIns="54610" bIns="54610" rtlCol="0">
            <a:noAutofit/>
          </a:bodyPr>
          <a:lstStyle/>
          <a:p>
            <a:pPr>
              <a:spcAft>
                <a:spcPts val="600"/>
              </a:spcAft>
            </a:pPr>
            <a:endParaRPr lang="en-AE" sz="1500" dirty="0" err="1">
              <a:solidFill>
                <a:schemeClr val="tx2"/>
              </a:solidFill>
            </a:endParaRPr>
          </a:p>
        </p:txBody>
      </p:sp>
    </p:spTree>
    <p:extLst>
      <p:ext uri="{BB962C8B-B14F-4D97-AF65-F5344CB8AC3E}">
        <p14:creationId xmlns:p14="http://schemas.microsoft.com/office/powerpoint/2010/main" val="32726311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41"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8" Type="http://schemas.openxmlformats.org/officeDocument/2006/relationships/slideLayout" Target="../slideLayouts/slideLayout47.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F7BFAA-C787-4EBB-9035-044ADECD4BFC}"/>
              </a:ext>
            </a:extLst>
          </p:cNvPr>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p>
        </p:txBody>
      </p:sp>
      <p:sp>
        <p:nvSpPr>
          <p:cNvPr id="3" name="Text Placeholder 2">
            <a:extLst>
              <a:ext uri="{FF2B5EF4-FFF2-40B4-BE49-F238E27FC236}">
                <a16:creationId xmlns:a16="http://schemas.microsoft.com/office/drawing/2014/main" id="{A3F19AA1-804E-4FDD-BD42-18748B8A9C7D}"/>
              </a:ext>
            </a:extLst>
          </p:cNvPr>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C7AB646-FC0F-47AC-BF87-0FA44004CB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CB086A74-D8D6-4188-8EDF-13216453332F}"/>
              </a:ext>
            </a:extLst>
          </p:cNvPr>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604020202020204" pitchFamily="34" charset="0"/>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9269027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700" r:id="rId39"/>
  </p:sldLayoutIdLst>
  <p:hf sldNum="0" hdr="0" ftr="0" dt="0"/>
  <p:txStyles>
    <p:titleStyle>
      <a:lvl1pPr algn="l" defTabSz="914400" rtl="0" eaLnBrk="1" latinLnBrk="0" hangingPunct="1">
        <a:lnSpc>
          <a:spcPct val="90000"/>
        </a:lnSpc>
        <a:spcBef>
          <a:spcPct val="0"/>
        </a:spcBef>
        <a:buNone/>
        <a:defRPr sz="2800" b="1" kern="1200">
          <a:solidFill>
            <a:srgbClr val="0E112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rgbClr val="0E1120"/>
          </a:solidFill>
          <a:latin typeface="Arial" panose="020B0604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rgbClr val="0E1120"/>
          </a:solidFill>
          <a:latin typeface="Arial" panose="020B06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rgbClr val="0E112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8">
          <p15:clr>
            <a:srgbClr val="F26B43"/>
          </p15:clr>
        </p15:guide>
        <p15:guide id="2" pos="7512">
          <p15:clr>
            <a:srgbClr val="F26B43"/>
          </p15:clr>
        </p15:guide>
        <p15:guide id="3" orient="horz" pos="144">
          <p15:clr>
            <a:srgbClr val="F26B43"/>
          </p15:clr>
        </p15:guide>
        <p15:guide id="4" orient="horz" pos="4152">
          <p15:clr>
            <a:srgbClr val="F26B43"/>
          </p15:clr>
        </p15:guide>
        <p15:guide id="5" orient="horz" pos="504">
          <p15:clr>
            <a:srgbClr val="F26B43"/>
          </p15:clr>
        </p15:guide>
        <p15:guide id="6" orient="horz" pos="9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F7BFAA-C787-4EBB-9035-044ADECD4BFC}"/>
              </a:ext>
            </a:extLst>
          </p:cNvPr>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p>
        </p:txBody>
      </p:sp>
      <p:sp>
        <p:nvSpPr>
          <p:cNvPr id="3" name="Text Placeholder 2">
            <a:extLst>
              <a:ext uri="{FF2B5EF4-FFF2-40B4-BE49-F238E27FC236}">
                <a16:creationId xmlns:a16="http://schemas.microsoft.com/office/drawing/2014/main" id="{A3F19AA1-804E-4FDD-BD42-18748B8A9C7D}"/>
              </a:ext>
            </a:extLst>
          </p:cNvPr>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C7AB646-FC0F-47AC-BF87-0FA44004CB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CB086A74-D8D6-4188-8EDF-13216453332F}"/>
              </a:ext>
            </a:extLst>
          </p:cNvPr>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604020202020204" pitchFamily="34" charset="0"/>
              </a:defRPr>
            </a:lvl1pPr>
          </a:lstStyle>
          <a:p>
            <a:fld id="{743B1F26-96D9-40A6-83AD-00943405493D}" type="slidenum">
              <a:rPr lang="en-US" smtClean="0"/>
              <a:pPr/>
              <a:t>‹#›</a:t>
            </a:fld>
            <a:endParaRPr lang="en-US" dirty="0"/>
          </a:p>
        </p:txBody>
      </p:sp>
    </p:spTree>
    <p:extLst>
      <p:ext uri="{BB962C8B-B14F-4D97-AF65-F5344CB8AC3E}">
        <p14:creationId xmlns:p14="http://schemas.microsoft.com/office/powerpoint/2010/main" val="165195748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 id="2147483761" r:id="rId18"/>
    <p:sldLayoutId id="2147483762" r:id="rId19"/>
    <p:sldLayoutId id="2147483763" r:id="rId20"/>
    <p:sldLayoutId id="2147483764" r:id="rId21"/>
    <p:sldLayoutId id="2147483765" r:id="rId22"/>
    <p:sldLayoutId id="2147483766" r:id="rId23"/>
    <p:sldLayoutId id="2147483767" r:id="rId24"/>
    <p:sldLayoutId id="2147483768" r:id="rId25"/>
    <p:sldLayoutId id="2147483769" r:id="rId26"/>
    <p:sldLayoutId id="2147483770" r:id="rId27"/>
    <p:sldLayoutId id="2147483771" r:id="rId28"/>
    <p:sldLayoutId id="2147483772" r:id="rId29"/>
    <p:sldLayoutId id="2147483773" r:id="rId30"/>
    <p:sldLayoutId id="2147483774" r:id="rId31"/>
    <p:sldLayoutId id="2147483775" r:id="rId32"/>
    <p:sldLayoutId id="2147483776" r:id="rId33"/>
    <p:sldLayoutId id="2147483777" r:id="rId34"/>
    <p:sldLayoutId id="2147483778" r:id="rId35"/>
    <p:sldLayoutId id="2147483779" r:id="rId36"/>
    <p:sldLayoutId id="2147483780" r:id="rId37"/>
    <p:sldLayoutId id="2147483781" r:id="rId38"/>
    <p:sldLayoutId id="2147483782" r:id="rId39"/>
    <p:sldLayoutId id="2147483783" r:id="rId40"/>
  </p:sldLayoutIdLst>
  <p:hf sldNum="0" hdr="0" ftr="0" dt="0"/>
  <p:txStyles>
    <p:titleStyle>
      <a:lvl1pPr algn="l" defTabSz="914400" rtl="0" eaLnBrk="1" latinLnBrk="0" hangingPunct="1">
        <a:lnSpc>
          <a:spcPct val="90000"/>
        </a:lnSpc>
        <a:spcBef>
          <a:spcPct val="0"/>
        </a:spcBef>
        <a:buNone/>
        <a:defRPr sz="2800" b="1" kern="1200">
          <a:solidFill>
            <a:srgbClr val="0E112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rgbClr val="0E1120"/>
          </a:solidFill>
          <a:latin typeface="Arial" panose="020B0604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rgbClr val="0E1120"/>
          </a:solidFill>
          <a:latin typeface="Arial" panose="020B06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rgbClr val="0E112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8">
          <p15:clr>
            <a:srgbClr val="F26B43"/>
          </p15:clr>
        </p15:guide>
        <p15:guide id="2" pos="7512">
          <p15:clr>
            <a:srgbClr val="F26B43"/>
          </p15:clr>
        </p15:guide>
        <p15:guide id="3" orient="horz" pos="144">
          <p15:clr>
            <a:srgbClr val="F26B43"/>
          </p15:clr>
        </p15:guide>
        <p15:guide id="4" orient="horz" pos="4152">
          <p15:clr>
            <a:srgbClr val="F26B43"/>
          </p15:clr>
        </p15:guide>
        <p15:guide id="5" orient="horz" pos="504">
          <p15:clr>
            <a:srgbClr val="F26B43"/>
          </p15:clr>
        </p15:guide>
        <p15:guide id="6" orient="horz" pos="984">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hyperlink" Target="https://github.com/pawan-pro/quantwater-tech-investments/blob/main/RiskEventTrader" TargetMode="External"/><Relationship Id="rId1" Type="http://schemas.openxmlformats.org/officeDocument/2006/relationships/slideLayout" Target="../slideLayouts/slideLayout39.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DB9A-405F-7CCB-70F7-F2FDC471F3FF}"/>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9197AC3F-0FEE-D813-B7E6-5B89D93CCD29}"/>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0477A158-E46D-53F9-0C3E-AD853053F4DE}"/>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EE72FA51-92C0-86B6-8C3F-FBD63462B269}"/>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30E7E436-B381-4C73-2E3C-8918503AE70F}"/>
              </a:ext>
            </a:extLst>
          </p:cNvPr>
          <p:cNvSpPr txBox="1">
            <a:spLocks/>
          </p:cNvSpPr>
          <p:nvPr/>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3300" dirty="0">
                <a:solidFill>
                  <a:schemeClr val="bg1">
                    <a:lumMod val="50000"/>
                  </a:schemeClr>
                </a:solidFill>
              </a:rPr>
              <a:t>22</a:t>
            </a:r>
            <a:r>
              <a:rPr lang="en-US" sz="3300" baseline="30000" dirty="0">
                <a:solidFill>
                  <a:schemeClr val="bg1">
                    <a:lumMod val="50000"/>
                  </a:schemeClr>
                </a:solidFill>
              </a:rPr>
              <a:t>nd</a:t>
            </a:r>
            <a:r>
              <a:rPr lang="en-US" sz="3300" dirty="0">
                <a:solidFill>
                  <a:schemeClr val="bg1">
                    <a:lumMod val="50000"/>
                  </a:schemeClr>
                </a:solidFill>
              </a:rPr>
              <a:t> December 2024</a:t>
            </a: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p>
        </p:txBody>
      </p:sp>
      <p:sp>
        <p:nvSpPr>
          <p:cNvPr id="18" name="Rectangle 17">
            <a:extLst>
              <a:ext uri="{FF2B5EF4-FFF2-40B4-BE49-F238E27FC236}">
                <a16:creationId xmlns:a16="http://schemas.microsoft.com/office/drawing/2014/main" id="{78F8ABAA-18DD-09BF-DADF-7C8E2B066D3C}"/>
              </a:ext>
            </a:extLst>
          </p:cNvPr>
          <p:cNvSpPr/>
          <p:nvPr/>
        </p:nvSpPr>
        <p:spPr>
          <a:xfrm>
            <a:off x="1606230" y="5820770"/>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14849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72BBC-C9DE-1477-A93D-64FF2F4D7C56}"/>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7AAC3D13-88DB-FDEA-D779-E8DEFC864ED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719A0F16-B40F-8107-13CF-2772D3A2090F}"/>
              </a:ext>
            </a:extLst>
          </p:cNvPr>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Legal Disclaimer</a:t>
            </a:r>
            <a:endParaRPr lang="en-AE" b="1" dirty="0">
              <a:solidFill>
                <a:srgbClr val="002060"/>
              </a:solidFill>
              <a:latin typeface="Century Gothic" panose="020B0502020202020204" pitchFamily="34" charset="0"/>
            </a:endParaRPr>
          </a:p>
        </p:txBody>
      </p:sp>
      <p:sp>
        <p:nvSpPr>
          <p:cNvPr id="7" name="Rectangle 3">
            <a:extLst>
              <a:ext uri="{FF2B5EF4-FFF2-40B4-BE49-F238E27FC236}">
                <a16:creationId xmlns:a16="http://schemas.microsoft.com/office/drawing/2014/main" id="{12EF6019-24A7-29DB-94A4-96C243B36602}"/>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B83784B-C613-0ED4-5282-768CC1BE0832}"/>
              </a:ext>
            </a:extLst>
          </p:cNvPr>
          <p:cNvSpPr txBox="1"/>
          <p:nvPr/>
        </p:nvSpPr>
        <p:spPr>
          <a:xfrm>
            <a:off x="738730" y="1563002"/>
            <a:ext cx="10206773" cy="1615827"/>
          </a:xfrm>
          <a:prstGeom prst="rect">
            <a:avLst/>
          </a:prstGeom>
          <a:noFill/>
        </p:spPr>
        <p:txBody>
          <a:bodyPr wrap="square">
            <a:spAutoFit/>
          </a:bodyPr>
          <a:lstStyle/>
          <a:p>
            <a:pPr algn="just"/>
            <a:endParaRPr lang="en-AE" sz="900" dirty="0">
              <a:latin typeface="Century Gothic" panose="020B0502020202020204" pitchFamily="34" charset="0"/>
            </a:endParaRPr>
          </a:p>
          <a:p>
            <a:pPr algn="just"/>
            <a:r>
              <a:rPr lang="en-AE" sz="900" b="1" dirty="0">
                <a:latin typeface="Century Gothic" panose="020B0502020202020204" pitchFamily="34" charset="0"/>
              </a:rPr>
              <a:t>Quantwater Tech Investments</a:t>
            </a:r>
          </a:p>
          <a:p>
            <a:pPr algn="just"/>
            <a:r>
              <a:rPr lang="en-AE" sz="900" b="1" dirty="0">
                <a:latin typeface="Century Gothic" panose="020B0502020202020204" pitchFamily="34" charset="0"/>
              </a:rPr>
              <a:t>Data Release Deck –22nd December 2024</a:t>
            </a:r>
          </a:p>
          <a:p>
            <a:pPr algn="just"/>
            <a:endParaRPr lang="en-AE" sz="900" dirty="0">
              <a:latin typeface="Century Gothic" panose="020B0502020202020204" pitchFamily="34" charset="0"/>
            </a:endParaRPr>
          </a:p>
          <a:p>
            <a:pPr algn="just"/>
            <a:r>
              <a:rPr lang="en-AE" sz="900" dirty="0">
                <a:latin typeface="Century Gothic" panose="020B0502020202020204" pitchFamily="34" charset="0"/>
              </a:rPr>
              <a:t>Past performance is not indicative of future results, and investments involve risks, including the potential loss of principal.</a:t>
            </a:r>
          </a:p>
          <a:p>
            <a:pPr algn="just"/>
            <a:endParaRPr lang="en-AE" sz="900" dirty="0">
              <a:latin typeface="Century Gothic" panose="020B0502020202020204" pitchFamily="34" charset="0"/>
            </a:endParaRPr>
          </a:p>
          <a:p>
            <a:pPr algn="just"/>
            <a:r>
              <a:rPr lang="en-AE" sz="900" dirty="0">
                <a:latin typeface="Century Gothic" panose="020B0502020202020204" pitchFamily="34" charset="0"/>
              </a:rPr>
              <a:t>This presentation is based on publicly available data and internal analysis as of the date indicated and is subject to change without notice.</a:t>
            </a:r>
          </a:p>
          <a:p>
            <a:pPr algn="just"/>
            <a:endParaRPr lang="en-AE" sz="900" dirty="0">
              <a:latin typeface="Century Gothic" panose="020B0502020202020204" pitchFamily="34" charset="0"/>
            </a:endParaRPr>
          </a:p>
          <a:p>
            <a:pPr algn="just"/>
            <a:r>
              <a:rPr lang="en-AE" sz="900" dirty="0">
                <a:latin typeface="Century Gothic" panose="020B0502020202020204" pitchFamily="34" charset="0"/>
              </a:rPr>
              <a:t>Quantwater Tech Investments and its affiliates disclaim any liability for any damages or losses arising from the use of this information. Any reproduction or redistribution of this presentation, in whole or in part, is prohibited without the express consent of Quantwater Tech Investments.</a:t>
            </a:r>
          </a:p>
          <a:p>
            <a:pPr algn="just"/>
            <a:endParaRPr lang="en-AE" sz="900" dirty="0">
              <a:latin typeface="Century Gothic" panose="020B0502020202020204" pitchFamily="34" charset="0"/>
            </a:endParaRPr>
          </a:p>
        </p:txBody>
      </p:sp>
    </p:spTree>
    <p:extLst>
      <p:ext uri="{BB962C8B-B14F-4D97-AF65-F5344CB8AC3E}">
        <p14:creationId xmlns:p14="http://schemas.microsoft.com/office/powerpoint/2010/main" val="2209917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72BBC-C9DE-1477-A93D-64FF2F4D7C56}"/>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7AAC3D13-88DB-FDEA-D779-E8DEFC864ED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719A0F16-B40F-8107-13CF-2772D3A2090F}"/>
              </a:ext>
            </a:extLst>
          </p:cNvPr>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Brief</a:t>
            </a:r>
            <a:endParaRPr lang="en-AE" b="1" dirty="0">
              <a:solidFill>
                <a:srgbClr val="002060"/>
              </a:solidFill>
              <a:latin typeface="Century Gothic" panose="020B0502020202020204" pitchFamily="34" charset="0"/>
            </a:endParaRPr>
          </a:p>
        </p:txBody>
      </p:sp>
      <p:sp>
        <p:nvSpPr>
          <p:cNvPr id="7" name="Rectangle 3">
            <a:extLst>
              <a:ext uri="{FF2B5EF4-FFF2-40B4-BE49-F238E27FC236}">
                <a16:creationId xmlns:a16="http://schemas.microsoft.com/office/drawing/2014/main" id="{12EF6019-24A7-29DB-94A4-96C243B36602}"/>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A2986F44-0189-9FCF-17A8-24FA0D2E7F68}"/>
              </a:ext>
            </a:extLst>
          </p:cNvPr>
          <p:cNvGraphicFramePr>
            <a:graphicFrameLocks noGrp="1"/>
          </p:cNvGraphicFramePr>
          <p:nvPr/>
        </p:nvGraphicFramePr>
        <p:xfrm>
          <a:off x="439939" y="882762"/>
          <a:ext cx="11407299" cy="5357686"/>
        </p:xfrm>
        <a:graphic>
          <a:graphicData uri="http://schemas.openxmlformats.org/drawingml/2006/table">
            <a:tbl>
              <a:tblPr>
                <a:tableStyleId>{5C22544A-7EE6-4342-B048-85BDC9FD1C3A}</a:tableStyleId>
              </a:tblPr>
              <a:tblGrid>
                <a:gridCol w="1492493">
                  <a:extLst>
                    <a:ext uri="{9D8B030D-6E8A-4147-A177-3AD203B41FA5}">
                      <a16:colId xmlns:a16="http://schemas.microsoft.com/office/drawing/2014/main" val="2386947345"/>
                    </a:ext>
                  </a:extLst>
                </a:gridCol>
                <a:gridCol w="949772">
                  <a:extLst>
                    <a:ext uri="{9D8B030D-6E8A-4147-A177-3AD203B41FA5}">
                      <a16:colId xmlns:a16="http://schemas.microsoft.com/office/drawing/2014/main" val="144878849"/>
                    </a:ext>
                  </a:extLst>
                </a:gridCol>
                <a:gridCol w="1688481">
                  <a:extLst>
                    <a:ext uri="{9D8B030D-6E8A-4147-A177-3AD203B41FA5}">
                      <a16:colId xmlns:a16="http://schemas.microsoft.com/office/drawing/2014/main" val="1497394524"/>
                    </a:ext>
                  </a:extLst>
                </a:gridCol>
                <a:gridCol w="743729">
                  <a:extLst>
                    <a:ext uri="{9D8B030D-6E8A-4147-A177-3AD203B41FA5}">
                      <a16:colId xmlns:a16="http://schemas.microsoft.com/office/drawing/2014/main" val="1393685151"/>
                    </a:ext>
                  </a:extLst>
                </a:gridCol>
                <a:gridCol w="1206059">
                  <a:extLst>
                    <a:ext uri="{9D8B030D-6E8A-4147-A177-3AD203B41FA5}">
                      <a16:colId xmlns:a16="http://schemas.microsoft.com/office/drawing/2014/main" val="2019686872"/>
                    </a:ext>
                  </a:extLst>
                </a:gridCol>
                <a:gridCol w="5326765">
                  <a:extLst>
                    <a:ext uri="{9D8B030D-6E8A-4147-A177-3AD203B41FA5}">
                      <a16:colId xmlns:a16="http://schemas.microsoft.com/office/drawing/2014/main" val="966906051"/>
                    </a:ext>
                  </a:extLst>
                </a:gridCol>
              </a:tblGrid>
              <a:tr h="249623">
                <a:tc>
                  <a:txBody>
                    <a:bodyPr/>
                    <a:lstStyle/>
                    <a:p>
                      <a:pPr algn="ctr" fontAlgn="ctr"/>
                      <a:r>
                        <a:rPr lang="en-US" sz="1200" b="1" i="0" u="none" strike="noStrike" dirty="0">
                          <a:solidFill>
                            <a:schemeClr val="tx1"/>
                          </a:solidFill>
                          <a:effectLst/>
                          <a:latin typeface="Verdana" panose="020B0604030504040204" pitchFamily="34" charset="0"/>
                        </a:rPr>
                        <a:t>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chemeClr val="tx1"/>
                          </a:solidFill>
                          <a:effectLst/>
                          <a:latin typeface="Verdana" panose="020B0604030504040204" pitchFamily="34" charset="0"/>
                        </a:rPr>
                        <a:t>Day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chemeClr val="tx1"/>
                          </a:solidFill>
                          <a:effectLst/>
                          <a:latin typeface="Verdana" panose="020B0604030504040204" pitchFamily="34" charset="0"/>
                        </a:rPr>
                        <a:t>Time (IST)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chemeClr val="tx1"/>
                          </a:solidFill>
                          <a:effectLst/>
                          <a:latin typeface="Verdana" panose="020B0604030504040204" pitchFamily="34" charset="0"/>
                        </a:rPr>
                        <a:t>Cur.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chemeClr val="tx1"/>
                          </a:solidFill>
                          <a:effectLst/>
                          <a:latin typeface="Verdana" panose="020B0604030504040204" pitchFamily="34" charset="0"/>
                        </a:rPr>
                        <a:t>Imp.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chemeClr val="tx1"/>
                          </a:solidFill>
                          <a:effectLst/>
                          <a:latin typeface="Verdana" panose="020B0604030504040204" pitchFamily="34" charset="0"/>
                        </a:rPr>
                        <a:t>Event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5672017"/>
                  </a:ext>
                </a:extLst>
              </a:tr>
              <a:tr h="249623">
                <a:tc>
                  <a:txBody>
                    <a:bodyPr/>
                    <a:lstStyle/>
                    <a:p>
                      <a:pPr algn="ctr" fontAlgn="ctr"/>
                      <a:r>
                        <a:rPr lang="en-US" sz="1000" b="0" i="0" u="none" strike="noStrike">
                          <a:solidFill>
                            <a:srgbClr val="000000"/>
                          </a:solidFill>
                          <a:effectLst/>
                          <a:latin typeface="Verdana" panose="020B0604030504040204" pitchFamily="34" charset="0"/>
                        </a:rPr>
                        <a:t>23-Dec-24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Mon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12:30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 GDP (QoQ) (Q3)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378185"/>
                  </a:ext>
                </a:extLst>
              </a:tr>
              <a:tr h="242922">
                <a:tc>
                  <a:txBody>
                    <a:bodyPr/>
                    <a:lstStyle/>
                    <a:p>
                      <a:pPr algn="ctr" fontAlgn="ctr"/>
                      <a:r>
                        <a:rPr lang="en-US" sz="1000" b="0" i="0" u="none" strike="noStrike">
                          <a:solidFill>
                            <a:srgbClr val="000000"/>
                          </a:solidFill>
                          <a:effectLst/>
                          <a:latin typeface="Verdana" panose="020B0604030504040204" pitchFamily="34" charset="0"/>
                        </a:rPr>
                        <a:t>23-Dec-24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Mon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12:30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 GDP (YoY) (Q3)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539455"/>
                  </a:ext>
                </a:extLst>
              </a:tr>
              <a:tr h="242922">
                <a:tc>
                  <a:txBody>
                    <a:bodyPr/>
                    <a:lstStyle/>
                    <a:p>
                      <a:pPr algn="ctr" fontAlgn="ctr"/>
                      <a:r>
                        <a:rPr lang="en-US" sz="1000" b="0" i="0" u="none" strike="noStrike">
                          <a:solidFill>
                            <a:srgbClr val="000000"/>
                          </a:solidFill>
                          <a:effectLst/>
                          <a:latin typeface="Verdana" panose="020B0604030504040204" pitchFamily="34" charset="0"/>
                        </a:rPr>
                        <a:t>23-Dec-24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Mon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20:30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CB Consumer Confidence (Dec)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842711"/>
                  </a:ext>
                </a:extLst>
              </a:tr>
              <a:tr h="242922">
                <a:tc>
                  <a:txBody>
                    <a:bodyPr/>
                    <a:lstStyle/>
                    <a:p>
                      <a:pPr algn="ctr" fontAlgn="ctr"/>
                      <a:r>
                        <a:rPr lang="en-US" sz="1000" b="0" i="0" u="none" strike="noStrike">
                          <a:solidFill>
                            <a:srgbClr val="000000"/>
                          </a:solidFill>
                          <a:effectLst/>
                          <a:latin typeface="Verdana" panose="020B0604030504040204" pitchFamily="34" charset="0"/>
                        </a:rPr>
                        <a:t>24-Dec-24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Tue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5:30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Global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Major markets closing early or closed.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820357"/>
                  </a:ext>
                </a:extLst>
              </a:tr>
              <a:tr h="242922">
                <a:tc>
                  <a:txBody>
                    <a:bodyPr/>
                    <a:lstStyle/>
                    <a:p>
                      <a:pPr algn="ctr" fontAlgn="ctr"/>
                      <a:r>
                        <a:rPr lang="en-US" sz="1000" b="0" i="0" u="none" strike="noStrike">
                          <a:solidFill>
                            <a:srgbClr val="000000"/>
                          </a:solidFill>
                          <a:effectLst/>
                          <a:latin typeface="Verdana" panose="020B0604030504040204" pitchFamily="34" charset="0"/>
                        </a:rPr>
                        <a:t>24-Dec-24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Tue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19:00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Durable Goods Orders (MoM) (Nov) 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0530027"/>
                  </a:ext>
                </a:extLst>
              </a:tr>
              <a:tr h="242922">
                <a:tc>
                  <a:txBody>
                    <a:bodyPr/>
                    <a:lstStyle/>
                    <a:p>
                      <a:pPr algn="ctr" fontAlgn="ctr"/>
                      <a:r>
                        <a:rPr lang="en-US" sz="1000" b="0" i="0" u="none" strike="noStrike">
                          <a:solidFill>
                            <a:srgbClr val="000000"/>
                          </a:solidFill>
                          <a:effectLst/>
                          <a:latin typeface="Verdana" panose="020B0604030504040204" pitchFamily="34" charset="0"/>
                        </a:rPr>
                        <a:t>24-Dec-24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Tue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20:30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New Homes Sales (Nov)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2189742"/>
                  </a:ext>
                </a:extLst>
              </a:tr>
              <a:tr h="242922">
                <a:tc>
                  <a:txBody>
                    <a:bodyPr/>
                    <a:lstStyle/>
                    <a:p>
                      <a:pPr algn="ctr" fontAlgn="ctr"/>
                      <a:r>
                        <a:rPr lang="en-US" sz="1000" b="0" i="0" u="none" strike="noStrike">
                          <a:solidFill>
                            <a:srgbClr val="000000"/>
                          </a:solidFill>
                          <a:effectLst/>
                          <a:latin typeface="Verdana" panose="020B0604030504040204" pitchFamily="34" charset="0"/>
                        </a:rPr>
                        <a:t>25-Dec-24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Wed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5:30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Global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Major markets closed.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2591970"/>
                  </a:ext>
                </a:extLst>
              </a:tr>
              <a:tr h="242922">
                <a:tc>
                  <a:txBody>
                    <a:bodyPr/>
                    <a:lstStyle/>
                    <a:p>
                      <a:pPr algn="ctr" fontAlgn="ctr"/>
                      <a:r>
                        <a:rPr lang="en-US" sz="1000" b="0" i="0" u="none" strike="noStrike">
                          <a:solidFill>
                            <a:srgbClr val="000000"/>
                          </a:solidFill>
                          <a:effectLst/>
                          <a:latin typeface="Verdana" panose="020B0604030504040204" pitchFamily="34" charset="0"/>
                        </a:rPr>
                        <a:t>26-Dec-24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Thu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19:00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Initial Jobless Claims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092402"/>
                  </a:ext>
                </a:extLst>
              </a:tr>
              <a:tr h="242922">
                <a:tc>
                  <a:txBody>
                    <a:bodyPr/>
                    <a:lstStyle/>
                    <a:p>
                      <a:pPr algn="ctr" fontAlgn="ctr"/>
                      <a:r>
                        <a:rPr lang="en-US" sz="1000" b="0" i="0" u="none" strike="noStrike">
                          <a:solidFill>
                            <a:srgbClr val="000000"/>
                          </a:solidFill>
                          <a:effectLst/>
                          <a:latin typeface="Verdana" panose="020B0604030504040204" pitchFamily="34" charset="0"/>
                        </a:rPr>
                        <a:t>26-Dec-24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Thu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21:30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Crude Oil Inventories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809941"/>
                  </a:ext>
                </a:extLst>
              </a:tr>
              <a:tr h="242922">
                <a:tc>
                  <a:txBody>
                    <a:bodyPr/>
                    <a:lstStyle/>
                    <a:p>
                      <a:pPr algn="ctr" fontAlgn="ctr"/>
                      <a:r>
                        <a:rPr lang="en-US" sz="1000" b="0" i="0" u="none" strike="noStrike">
                          <a:solidFill>
                            <a:srgbClr val="000000"/>
                          </a:solidFill>
                          <a:effectLst/>
                          <a:latin typeface="Verdana" panose="020B0604030504040204" pitchFamily="34" charset="0"/>
                        </a:rPr>
                        <a:t>30-Jan-25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Thu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0:30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Fed Interest Rate Decision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5174021"/>
                  </a:ext>
                </a:extLst>
              </a:tr>
              <a:tr h="242922">
                <a:tc>
                  <a:txBody>
                    <a:bodyPr/>
                    <a:lstStyle/>
                    <a:p>
                      <a:pPr algn="ctr" fontAlgn="ctr"/>
                      <a:r>
                        <a:rPr lang="en-US" sz="1000" b="0" i="0" u="none" strike="noStrike">
                          <a:solidFill>
                            <a:srgbClr val="000000"/>
                          </a:solidFill>
                          <a:effectLst/>
                          <a:latin typeface="Verdana" panose="020B0604030504040204" pitchFamily="34" charset="0"/>
                        </a:rPr>
                        <a:t>23-Dec-24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Mon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12:30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 GDP (QoQ) (Q3)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9388204"/>
                  </a:ext>
                </a:extLst>
              </a:tr>
              <a:tr h="242922">
                <a:tc>
                  <a:txBody>
                    <a:bodyPr/>
                    <a:lstStyle/>
                    <a:p>
                      <a:pPr algn="ctr" fontAlgn="ctr"/>
                      <a:r>
                        <a:rPr lang="en-US" sz="1000" b="0" i="0" u="none" strike="noStrike">
                          <a:solidFill>
                            <a:srgbClr val="000000"/>
                          </a:solidFill>
                          <a:effectLst/>
                          <a:latin typeface="Verdana" panose="020B0604030504040204" pitchFamily="34" charset="0"/>
                        </a:rPr>
                        <a:t>23-Dec-24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Mon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12:30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GBP GDP (YoY) (Q3)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408211"/>
                  </a:ext>
                </a:extLst>
              </a:tr>
              <a:tr h="242922">
                <a:tc>
                  <a:txBody>
                    <a:bodyPr/>
                    <a:lstStyle/>
                    <a:p>
                      <a:pPr algn="ctr" fontAlgn="ctr"/>
                      <a:r>
                        <a:rPr lang="en-US" sz="1000" b="0" i="0" u="none" strike="noStrike">
                          <a:solidFill>
                            <a:srgbClr val="000000"/>
                          </a:solidFill>
                          <a:effectLst/>
                          <a:latin typeface="Verdana" panose="020B0604030504040204" pitchFamily="34" charset="0"/>
                        </a:rPr>
                        <a:t>23-Dec-24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Mon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20:30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CB Consumer Confidence (Dec)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323853"/>
                  </a:ext>
                </a:extLst>
              </a:tr>
              <a:tr h="242922">
                <a:tc>
                  <a:txBody>
                    <a:bodyPr/>
                    <a:lstStyle/>
                    <a:p>
                      <a:pPr algn="ctr" fontAlgn="ctr"/>
                      <a:r>
                        <a:rPr lang="en-US" sz="1000" b="0" i="0" u="none" strike="noStrike">
                          <a:solidFill>
                            <a:srgbClr val="000000"/>
                          </a:solidFill>
                          <a:effectLst/>
                          <a:latin typeface="Verdana" panose="020B0604030504040204" pitchFamily="34" charset="0"/>
                        </a:rPr>
                        <a:t>24-Dec-24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Tue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5:30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Global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Major markets closing early or closed.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748351"/>
                  </a:ext>
                </a:extLst>
              </a:tr>
              <a:tr h="242922">
                <a:tc>
                  <a:txBody>
                    <a:bodyPr/>
                    <a:lstStyle/>
                    <a:p>
                      <a:pPr algn="ctr" fontAlgn="ctr"/>
                      <a:r>
                        <a:rPr lang="en-US" sz="1000" b="0" i="0" u="none" strike="noStrike">
                          <a:solidFill>
                            <a:srgbClr val="000000"/>
                          </a:solidFill>
                          <a:effectLst/>
                          <a:latin typeface="Verdana" panose="020B0604030504040204" pitchFamily="34" charset="0"/>
                        </a:rPr>
                        <a:t>24-Dec-24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Tue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19:00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Durable Goods Orders (MoM) (Nov) 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208782"/>
                  </a:ext>
                </a:extLst>
              </a:tr>
              <a:tr h="242922">
                <a:tc>
                  <a:txBody>
                    <a:bodyPr/>
                    <a:lstStyle/>
                    <a:p>
                      <a:pPr algn="ctr" fontAlgn="ctr"/>
                      <a:r>
                        <a:rPr lang="en-US" sz="1000" b="0" i="0" u="none" strike="noStrike">
                          <a:solidFill>
                            <a:srgbClr val="000000"/>
                          </a:solidFill>
                          <a:effectLst/>
                          <a:latin typeface="Verdana" panose="020B0604030504040204" pitchFamily="34" charset="0"/>
                        </a:rPr>
                        <a:t>24-Dec-24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Tue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20:30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New Homes Sales (Nov)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6611975"/>
                  </a:ext>
                </a:extLst>
              </a:tr>
              <a:tr h="242922">
                <a:tc>
                  <a:txBody>
                    <a:bodyPr/>
                    <a:lstStyle/>
                    <a:p>
                      <a:pPr algn="ctr" fontAlgn="ctr"/>
                      <a:r>
                        <a:rPr lang="en-US" sz="1000" b="0" i="0" u="none" strike="noStrike">
                          <a:solidFill>
                            <a:srgbClr val="000000"/>
                          </a:solidFill>
                          <a:effectLst/>
                          <a:latin typeface="Verdana" panose="020B0604030504040204" pitchFamily="34" charset="0"/>
                        </a:rPr>
                        <a:t>25-Dec-24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Wed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5:30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Global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Major markets closed.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623076"/>
                  </a:ext>
                </a:extLst>
              </a:tr>
              <a:tr h="242922">
                <a:tc>
                  <a:txBody>
                    <a:bodyPr/>
                    <a:lstStyle/>
                    <a:p>
                      <a:pPr algn="ctr" fontAlgn="ctr"/>
                      <a:r>
                        <a:rPr lang="en-US" sz="1000" b="0" i="0" u="none" strike="noStrike">
                          <a:solidFill>
                            <a:srgbClr val="000000"/>
                          </a:solidFill>
                          <a:effectLst/>
                          <a:latin typeface="Verdana" panose="020B0604030504040204" pitchFamily="34" charset="0"/>
                        </a:rPr>
                        <a:t>26-Dec-24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Thu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19:00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 Initial Jobless Claims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2186629"/>
                  </a:ext>
                </a:extLst>
              </a:tr>
              <a:tr h="242922">
                <a:tc>
                  <a:txBody>
                    <a:bodyPr/>
                    <a:lstStyle/>
                    <a:p>
                      <a:pPr algn="ctr" fontAlgn="ctr"/>
                      <a:r>
                        <a:rPr lang="en-US" sz="1000" b="0" i="0" u="none" strike="noStrike">
                          <a:solidFill>
                            <a:srgbClr val="000000"/>
                          </a:solidFill>
                          <a:effectLst/>
                          <a:latin typeface="Verdana" panose="020B0604030504040204" pitchFamily="34" charset="0"/>
                        </a:rPr>
                        <a:t>26-Dec-24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Thu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21:30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Crude Oil Inventories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3321214"/>
                  </a:ext>
                </a:extLst>
              </a:tr>
              <a:tr h="242922">
                <a:tc>
                  <a:txBody>
                    <a:bodyPr/>
                    <a:lstStyle/>
                    <a:p>
                      <a:pPr algn="ctr" fontAlgn="ctr"/>
                      <a:r>
                        <a:rPr lang="en-US" sz="1000" b="0" i="0" u="none" strike="noStrike">
                          <a:solidFill>
                            <a:srgbClr val="000000"/>
                          </a:solidFill>
                          <a:effectLst/>
                          <a:latin typeface="Verdana" panose="020B0604030504040204" pitchFamily="34" charset="0"/>
                        </a:rPr>
                        <a:t>30-Jan-25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 Thu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0:30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USD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AE" sz="1000" b="0" i="0" u="none" strike="noStrike">
                          <a:solidFill>
                            <a:srgbClr val="000000"/>
                          </a:solidFill>
                          <a:effectLst/>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Verdana" panose="020B0604030504040204" pitchFamily="34" charset="0"/>
                        </a:rPr>
                        <a:t>Fed Interest Rate Decision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379933"/>
                  </a:ext>
                </a:extLst>
              </a:tr>
              <a:tr h="242922">
                <a:tc>
                  <a:txBody>
                    <a:bodyPr/>
                    <a:lstStyle/>
                    <a:p>
                      <a:pPr algn="ctr" fontAlgn="ctr"/>
                      <a:r>
                        <a:rPr lang="en-US" sz="1000" b="0" i="0" u="none" strike="noStrike" dirty="0">
                          <a:solidFill>
                            <a:srgbClr val="000000"/>
                          </a:solidFill>
                          <a:effectLst/>
                          <a:latin typeface="Verdana" panose="020B0604030504040204" pitchFamily="34" charset="0"/>
                        </a:rPr>
                        <a:t>End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fontAlgn="ct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AE"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AE"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Annexure: Key Terms &amp; Links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3362264"/>
                  </a:ext>
                </a:extLst>
              </a:tr>
            </a:tbl>
          </a:graphicData>
        </a:graphic>
      </p:graphicFrame>
    </p:spTree>
    <p:extLst>
      <p:ext uri="{BB962C8B-B14F-4D97-AF65-F5344CB8AC3E}">
        <p14:creationId xmlns:p14="http://schemas.microsoft.com/office/powerpoint/2010/main" val="2132525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187A-2497-F2CD-5308-AD792113E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B1CCC-50DF-EA54-AEBF-086AF023BFA8}"/>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14E34994-B932-05C6-183F-A86192977BF5}"/>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C9A81AA2-A276-A9F0-72D6-130AFB5A9097}"/>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21036B82-16D4-FF59-0AE5-67F89DD7D149}"/>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55A4B8F2-577A-0E20-8FC5-1229E06F9AEF}"/>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GBP GDP (QoQ) (Q3)</a:t>
            </a:r>
          </a:p>
        </p:txBody>
      </p:sp>
      <p:sp>
        <p:nvSpPr>
          <p:cNvPr id="18" name="Rectangle 17">
            <a:extLst>
              <a:ext uri="{FF2B5EF4-FFF2-40B4-BE49-F238E27FC236}">
                <a16:creationId xmlns:a16="http://schemas.microsoft.com/office/drawing/2014/main" id="{ACED0A8C-9555-ABE2-ABF2-26FAC5092A40}"/>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70009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B2485-597E-B027-56A4-E074EDEC5B5D}"/>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B0763F8C-7140-99BE-C5CA-4DA097EB87B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84350ADC-A4A6-FCCD-08B6-6B889E3953CE}"/>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GBP GDP (QoQ) (Q3)</a:t>
            </a:r>
          </a:p>
        </p:txBody>
      </p:sp>
      <p:sp>
        <p:nvSpPr>
          <p:cNvPr id="7" name="Rectangle 3">
            <a:extLst>
              <a:ext uri="{FF2B5EF4-FFF2-40B4-BE49-F238E27FC236}">
                <a16:creationId xmlns:a16="http://schemas.microsoft.com/office/drawing/2014/main" id="{65A53362-E096-6FFE-F3F3-D2A7B31064E5}"/>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95163158-7946-E1E6-1466-9CD443ACAD42}"/>
              </a:ext>
            </a:extLst>
          </p:cNvPr>
          <p:cNvGraphicFramePr>
            <a:graphicFrameLocks noGrp="1"/>
          </p:cNvGraphicFramePr>
          <p:nvPr>
            <p:extLst>
              <p:ext uri="{D42A27DB-BD31-4B8C-83A1-F6EECF244321}">
                <p14:modId xmlns:p14="http://schemas.microsoft.com/office/powerpoint/2010/main" val="896467519"/>
              </p:ext>
            </p:extLst>
          </p:nvPr>
        </p:nvGraphicFramePr>
        <p:xfrm>
          <a:off x="266699" y="889350"/>
          <a:ext cx="11658602" cy="5594016"/>
        </p:xfrm>
        <a:graphic>
          <a:graphicData uri="http://schemas.openxmlformats.org/drawingml/2006/table">
            <a:tbl>
              <a:tblPr/>
              <a:tblGrid>
                <a:gridCol w="1550788">
                  <a:extLst>
                    <a:ext uri="{9D8B030D-6E8A-4147-A177-3AD203B41FA5}">
                      <a16:colId xmlns:a16="http://schemas.microsoft.com/office/drawing/2014/main" val="4188661456"/>
                    </a:ext>
                  </a:extLst>
                </a:gridCol>
                <a:gridCol w="1765406">
                  <a:extLst>
                    <a:ext uri="{9D8B030D-6E8A-4147-A177-3AD203B41FA5}">
                      <a16:colId xmlns:a16="http://schemas.microsoft.com/office/drawing/2014/main" val="1309132070"/>
                    </a:ext>
                  </a:extLst>
                </a:gridCol>
                <a:gridCol w="1765406">
                  <a:extLst>
                    <a:ext uri="{9D8B030D-6E8A-4147-A177-3AD203B41FA5}">
                      <a16:colId xmlns:a16="http://schemas.microsoft.com/office/drawing/2014/main" val="3891268682"/>
                    </a:ext>
                  </a:extLst>
                </a:gridCol>
                <a:gridCol w="1765406">
                  <a:extLst>
                    <a:ext uri="{9D8B030D-6E8A-4147-A177-3AD203B41FA5}">
                      <a16:colId xmlns:a16="http://schemas.microsoft.com/office/drawing/2014/main" val="2975520653"/>
                    </a:ext>
                  </a:extLst>
                </a:gridCol>
                <a:gridCol w="4811596">
                  <a:extLst>
                    <a:ext uri="{9D8B030D-6E8A-4147-A177-3AD203B41FA5}">
                      <a16:colId xmlns:a16="http://schemas.microsoft.com/office/drawing/2014/main" val="920508523"/>
                    </a:ext>
                  </a:extLst>
                </a:gridCol>
              </a:tblGrid>
              <a:tr h="466168">
                <a:tc>
                  <a:txBody>
                    <a:bodyPr/>
                    <a:lstStyle/>
                    <a:p>
                      <a:pPr algn="l" rtl="0" fontAlgn="ctr"/>
                      <a:r>
                        <a:rPr lang="en-US" sz="1800" b="1" i="0" u="none" strike="noStrike">
                          <a:solidFill>
                            <a:srgbClr val="000000"/>
                          </a:solidFill>
                          <a:effectLst/>
                          <a:latin typeface="Century Gothic" panose="020B0502020202020204" pitchFamily="34" charset="0"/>
                        </a:rPr>
                        <a:t>Event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502020202020204" pitchFamily="34" charset="0"/>
                        </a:rPr>
                        <a:t>GBP GDP (QoQ) (Q3)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AE"/>
                    </a:p>
                  </a:txBody>
                  <a:tcPr/>
                </a:tc>
                <a:tc hMerge="1">
                  <a:txBody>
                    <a:bodyPr/>
                    <a:lstStyle/>
                    <a:p>
                      <a:endParaRPr lang="en-AE"/>
                    </a:p>
                  </a:txBody>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8875863"/>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Actual:</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rowSpan="11">
                  <a:txBody>
                    <a:bodyPr/>
                    <a:lstStyle/>
                    <a:p>
                      <a:pPr algn="ctr" rtl="0" fontAlgn="ctr"/>
                      <a:r>
                        <a:rPr lang="en-US" sz="900" b="0" i="0" u="none" strike="noStrike">
                          <a:solidFill>
                            <a:srgbClr val="000000"/>
                          </a:solidFill>
                          <a:effectLst/>
                          <a:latin typeface="Century Gothic" panose="020B0502020202020204" pitchFamily="34" charset="0"/>
                        </a:rPr>
                        <a:t>Gross Domestic Product (GDP) gauges the inflation-adjusted value of all goods and services produced within the economy. It is the most comprehensive measure of economic activity and an important indicator of economic health.</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A reading that is stronger than forecast is generally supportive (bullish) for the GBP, while a weaker than forecast reading is generally negative (bearish) for the GBP.</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Historical impact on Assets: GBPJPY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582294"/>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Forecast: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0.1%</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2638943607"/>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Previous:</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0.5%</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3065331956"/>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Time (GMT):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7:00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1477455869"/>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Release Date</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Previous</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8520289"/>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15-Nov-24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60131734"/>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30-Sep-24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0.6%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428372701"/>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15-Aug-24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0.6%</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0.6%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145312495"/>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28-Jun-24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0.6%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379095452"/>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10-May-24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0.6%</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0.4%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4132490999"/>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28-Mar-24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-0.1%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714983283"/>
                  </a:ext>
                </a:extLst>
              </a:tr>
            </a:tbl>
          </a:graphicData>
        </a:graphic>
      </p:graphicFrame>
    </p:spTree>
    <p:extLst>
      <p:ext uri="{BB962C8B-B14F-4D97-AF65-F5344CB8AC3E}">
        <p14:creationId xmlns:p14="http://schemas.microsoft.com/office/powerpoint/2010/main" val="52969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D0785-1991-0480-68DC-009ED13AA4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8A1A8-07A2-62D9-31DF-EAE4FC9AC06A}"/>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95D0006C-CC96-ABA2-8C79-6A15A97B8BBC}"/>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65B4E98C-8BAA-E6A0-84C7-BE6C01D711B2}"/>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BEBBAC86-7FA7-946A-44EA-F0DA13FCD1EF}"/>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310B51E8-2C17-45F3-0A69-31271376885A}"/>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GBP GDP (QoQ) (Q3)</a:t>
            </a:r>
          </a:p>
          <a:p>
            <a:r>
              <a:rPr lang="en-US" sz="2000" dirty="0">
                <a:solidFill>
                  <a:srgbClr val="002060"/>
                </a:solidFill>
                <a:latin typeface="Century Gothic" panose="020B0502020202020204" pitchFamily="34" charset="0"/>
              </a:rPr>
              <a:t>GBPJPY</a:t>
            </a:r>
            <a:endParaRPr lang="en-US" sz="20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C75CC7AB-10EA-95C0-A908-636871D19280}"/>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473493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328_07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510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628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815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930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1115_07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058F-0CDD-1076-65F5-9A8E6EFF7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EDAE6-01C3-161C-F70C-D3A71C7A7CC6}"/>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ACB5850E-D141-0B9F-ADE7-7DCAD8D42105}"/>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82A73656-50EC-B532-3619-A55AB7DE0B1F}"/>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CBF8079A-9836-6189-6A13-CC9ADEBA2F64}"/>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773C48C1-6C04-B89B-7102-BA77C02EAA65}"/>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GBP GDP (YoY) (Q3)</a:t>
            </a:r>
          </a:p>
        </p:txBody>
      </p:sp>
      <p:sp>
        <p:nvSpPr>
          <p:cNvPr id="18" name="Rectangle 17">
            <a:extLst>
              <a:ext uri="{FF2B5EF4-FFF2-40B4-BE49-F238E27FC236}">
                <a16:creationId xmlns:a16="http://schemas.microsoft.com/office/drawing/2014/main" id="{CB165F62-0700-EC03-9F44-568274C412BC}"/>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1484180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A6D00-4212-DD29-E48D-C31B15A27769}"/>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2F9ED3C8-497E-218E-21AA-51ED6CE3F109}"/>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4A8590F4-5CAB-D837-698C-4E10D18421DA}"/>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GBP GDP (YoY) (Q3)</a:t>
            </a:r>
          </a:p>
        </p:txBody>
      </p:sp>
      <p:sp>
        <p:nvSpPr>
          <p:cNvPr id="7" name="Rectangle 3">
            <a:extLst>
              <a:ext uri="{FF2B5EF4-FFF2-40B4-BE49-F238E27FC236}">
                <a16:creationId xmlns:a16="http://schemas.microsoft.com/office/drawing/2014/main" id="{07B90402-E6FF-5DFB-0E21-7C244E97E57B}"/>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A67C7C53-048F-1909-AEED-E821846A5C23}"/>
              </a:ext>
            </a:extLst>
          </p:cNvPr>
          <p:cNvGraphicFramePr>
            <a:graphicFrameLocks noGrp="1"/>
          </p:cNvGraphicFramePr>
          <p:nvPr>
            <p:extLst>
              <p:ext uri="{D42A27DB-BD31-4B8C-83A1-F6EECF244321}">
                <p14:modId xmlns:p14="http://schemas.microsoft.com/office/powerpoint/2010/main" val="2956582602"/>
              </p:ext>
            </p:extLst>
          </p:nvPr>
        </p:nvGraphicFramePr>
        <p:xfrm>
          <a:off x="266699" y="889350"/>
          <a:ext cx="11658602" cy="5594016"/>
        </p:xfrm>
        <a:graphic>
          <a:graphicData uri="http://schemas.openxmlformats.org/drawingml/2006/table">
            <a:tbl>
              <a:tblPr/>
              <a:tblGrid>
                <a:gridCol w="1550788">
                  <a:extLst>
                    <a:ext uri="{9D8B030D-6E8A-4147-A177-3AD203B41FA5}">
                      <a16:colId xmlns:a16="http://schemas.microsoft.com/office/drawing/2014/main" val="4188661456"/>
                    </a:ext>
                  </a:extLst>
                </a:gridCol>
                <a:gridCol w="1765406">
                  <a:extLst>
                    <a:ext uri="{9D8B030D-6E8A-4147-A177-3AD203B41FA5}">
                      <a16:colId xmlns:a16="http://schemas.microsoft.com/office/drawing/2014/main" val="1309132070"/>
                    </a:ext>
                  </a:extLst>
                </a:gridCol>
                <a:gridCol w="1765406">
                  <a:extLst>
                    <a:ext uri="{9D8B030D-6E8A-4147-A177-3AD203B41FA5}">
                      <a16:colId xmlns:a16="http://schemas.microsoft.com/office/drawing/2014/main" val="3891268682"/>
                    </a:ext>
                  </a:extLst>
                </a:gridCol>
                <a:gridCol w="1765406">
                  <a:extLst>
                    <a:ext uri="{9D8B030D-6E8A-4147-A177-3AD203B41FA5}">
                      <a16:colId xmlns:a16="http://schemas.microsoft.com/office/drawing/2014/main" val="2975520653"/>
                    </a:ext>
                  </a:extLst>
                </a:gridCol>
                <a:gridCol w="4811596">
                  <a:extLst>
                    <a:ext uri="{9D8B030D-6E8A-4147-A177-3AD203B41FA5}">
                      <a16:colId xmlns:a16="http://schemas.microsoft.com/office/drawing/2014/main" val="920508523"/>
                    </a:ext>
                  </a:extLst>
                </a:gridCol>
              </a:tblGrid>
              <a:tr h="466168">
                <a:tc>
                  <a:txBody>
                    <a:bodyPr/>
                    <a:lstStyle/>
                    <a:p>
                      <a:pPr algn="l" rtl="0" fontAlgn="ctr"/>
                      <a:r>
                        <a:rPr lang="en-US" sz="1800" b="1" i="0" u="none" strike="noStrike">
                          <a:solidFill>
                            <a:srgbClr val="000000"/>
                          </a:solidFill>
                          <a:effectLst/>
                          <a:latin typeface="Century Gothic" panose="020B0502020202020204" pitchFamily="34" charset="0"/>
                        </a:rPr>
                        <a:t>Event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r" rtl="0" fontAlgn="ctr"/>
                      <a:r>
                        <a:rPr lang="en-US" sz="1800" b="1" i="0" u="none" strike="noStrike">
                          <a:solidFill>
                            <a:srgbClr val="000000"/>
                          </a:solidFill>
                          <a:effectLst/>
                          <a:latin typeface="Century Gothic" panose="020B0502020202020204" pitchFamily="34" charset="0"/>
                        </a:rPr>
                        <a:t>GBP GDP (YoY) (Q3)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AE"/>
                    </a:p>
                  </a:txBody>
                  <a:tcPr/>
                </a:tc>
                <a:tc hMerge="1">
                  <a:txBody>
                    <a:bodyPr/>
                    <a:lstStyle/>
                    <a:p>
                      <a:endParaRPr lang="en-AE"/>
                    </a:p>
                  </a:txBody>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8875863"/>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Actual:</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rowSpan="11">
                  <a:txBody>
                    <a:bodyPr/>
                    <a:lstStyle/>
                    <a:p>
                      <a:pPr algn="ctr" rtl="0" fontAlgn="ctr"/>
                      <a:r>
                        <a:rPr lang="en-US" sz="900" b="0" i="0" u="none" strike="noStrike">
                          <a:solidFill>
                            <a:srgbClr val="000000"/>
                          </a:solidFill>
                          <a:effectLst/>
                          <a:latin typeface="Century Gothic" panose="020B0502020202020204" pitchFamily="34" charset="0"/>
                        </a:rPr>
                        <a:t>Gross Domestic Product (GDP) gauges the inflation-adjusted value of all goods and services produced within the economy. It is the most comprehensive measure of economic activity and an important indicator of economic health.</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A reading that is stronger than forecast is generally supportive (bullish) for the GBP, while a weaker than forecast reading is generally negative (bearish) for the GBP.</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Historical impact on Assets: GBPJPY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582294"/>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Forecast: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dirty="0">
                          <a:solidFill>
                            <a:srgbClr val="000000"/>
                          </a:solidFill>
                          <a:effectLst/>
                          <a:latin typeface="Century Gothic" panose="020B0502020202020204" pitchFamily="34" charset="0"/>
                        </a:rPr>
                        <a:t>1.0%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2638943607"/>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Previous:</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0.7%</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3065331956"/>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Time (GMT):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7:00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1477455869"/>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Release Date</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Previous</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8520289"/>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15-Nov-24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1.0%</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0.1%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60131734"/>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30-Sep-24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0.9%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428372701"/>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15-Aug-24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0.9%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145312495"/>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28-Jun-24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379095452"/>
                  </a:ext>
                </a:extLst>
              </a:tr>
              <a:tr h="466168">
                <a:tc>
                  <a:txBody>
                    <a:bodyPr/>
                    <a:lstStyle/>
                    <a:p>
                      <a:pPr algn="l" rtl="0" fontAlgn="ctr"/>
                      <a:r>
                        <a:rPr lang="en-US" sz="1800" b="1" i="0" u="none" strike="noStrike">
                          <a:solidFill>
                            <a:srgbClr val="000000"/>
                          </a:solidFill>
                          <a:effectLst/>
                          <a:latin typeface="Century Gothic" panose="020B0502020202020204" pitchFamily="34" charset="0"/>
                        </a:rPr>
                        <a:t>10-May-24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0.0%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4132490999"/>
                  </a:ext>
                </a:extLst>
              </a:tr>
              <a:tr h="466168">
                <a:tc>
                  <a:txBody>
                    <a:bodyPr/>
                    <a:lstStyle/>
                    <a:p>
                      <a:pPr algn="l" rtl="0" fontAlgn="ctr"/>
                      <a:r>
                        <a:rPr lang="en-US" sz="1800" b="1" i="0" u="none" strike="noStrike" dirty="0">
                          <a:solidFill>
                            <a:srgbClr val="000000"/>
                          </a:solidFill>
                          <a:effectLst/>
                          <a:latin typeface="Century Gothic" panose="020B0502020202020204" pitchFamily="34" charset="0"/>
                        </a:rPr>
                        <a:t>28-Mar-24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0.3%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714983283"/>
                  </a:ext>
                </a:extLst>
              </a:tr>
            </a:tbl>
          </a:graphicData>
        </a:graphic>
      </p:graphicFrame>
    </p:spTree>
    <p:extLst>
      <p:ext uri="{BB962C8B-B14F-4D97-AF65-F5344CB8AC3E}">
        <p14:creationId xmlns:p14="http://schemas.microsoft.com/office/powerpoint/2010/main" val="81902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CCD6-CE78-71DB-1A60-CBCC55B0F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457DA-2823-C588-9E7B-D3FFC8DB0823}"/>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7843DCF6-042C-B8CE-6221-D3D13B02DDA7}"/>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FE2B2C6E-DA5B-BF29-F1B0-CB1CDD0D1EE7}"/>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FE39A0A3-D74D-3E70-D16D-7C3775146EFC}"/>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EE294C84-F410-0982-BF8D-1AD89BC39960}"/>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GBP GDP (YoY) (Q3)</a:t>
            </a:r>
          </a:p>
          <a:p>
            <a:r>
              <a:rPr lang="en-US" sz="2000" dirty="0">
                <a:solidFill>
                  <a:srgbClr val="002060"/>
                </a:solidFill>
                <a:latin typeface="Century Gothic" panose="020B0502020202020204" pitchFamily="34" charset="0"/>
              </a:rPr>
              <a:t>GBPJPY</a:t>
            </a:r>
            <a:endParaRPr lang="en-US" sz="20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1C8C1FB4-CDB2-1682-1812-F7BA1C0545FA}"/>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19683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328_07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510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628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815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0930_06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GBPJPY_20241115_07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48B4E-F636-D03B-C822-188CCE066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C0C51-BB66-87F7-6651-AA0D6586FE17}"/>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8A5E247D-1998-9BBF-31BA-566DB275149F}"/>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BB529FA9-7897-79BE-128F-B725F409BE60}"/>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0BE8E54F-5675-2945-D082-83B066CB5D5A}"/>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25C1FB7E-6D99-5156-0629-22D1DE8331F1}"/>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CB Consumer Confidence (Dec)</a:t>
            </a:r>
          </a:p>
        </p:txBody>
      </p:sp>
      <p:sp>
        <p:nvSpPr>
          <p:cNvPr id="18" name="Rectangle 17">
            <a:extLst>
              <a:ext uri="{FF2B5EF4-FFF2-40B4-BE49-F238E27FC236}">
                <a16:creationId xmlns:a16="http://schemas.microsoft.com/office/drawing/2014/main" id="{39A26B53-E697-E478-6D99-95B5F79E9EBF}"/>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52401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20432-DC1E-D017-66E4-C6D1ABEE4688}"/>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2A03BFEF-EF1E-30BA-F81E-E38C15E1BA9B}"/>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080EF6A9-D037-DEC0-2C12-A7977EBC76D6}"/>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USD CB Consumer Confidence (Dec)</a:t>
            </a:r>
          </a:p>
        </p:txBody>
      </p:sp>
      <p:sp>
        <p:nvSpPr>
          <p:cNvPr id="7" name="Rectangle 3">
            <a:extLst>
              <a:ext uri="{FF2B5EF4-FFF2-40B4-BE49-F238E27FC236}">
                <a16:creationId xmlns:a16="http://schemas.microsoft.com/office/drawing/2014/main" id="{8946E024-3F15-8909-8323-1609E48B579F}"/>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45513425-C804-3FAE-0140-C28A1E061DE7}"/>
              </a:ext>
            </a:extLst>
          </p:cNvPr>
          <p:cNvGraphicFramePr>
            <a:graphicFrameLocks noGrp="1"/>
          </p:cNvGraphicFramePr>
          <p:nvPr>
            <p:extLst>
              <p:ext uri="{D42A27DB-BD31-4B8C-83A1-F6EECF244321}">
                <p14:modId xmlns:p14="http://schemas.microsoft.com/office/powerpoint/2010/main" val="3597948818"/>
              </p:ext>
            </p:extLst>
          </p:nvPr>
        </p:nvGraphicFramePr>
        <p:xfrm>
          <a:off x="266699" y="889350"/>
          <a:ext cx="11658602" cy="5594012"/>
        </p:xfrm>
        <a:graphic>
          <a:graphicData uri="http://schemas.openxmlformats.org/drawingml/2006/table">
            <a:tbl>
              <a:tblPr/>
              <a:tblGrid>
                <a:gridCol w="1550788">
                  <a:extLst>
                    <a:ext uri="{9D8B030D-6E8A-4147-A177-3AD203B41FA5}">
                      <a16:colId xmlns:a16="http://schemas.microsoft.com/office/drawing/2014/main" val="4188661456"/>
                    </a:ext>
                  </a:extLst>
                </a:gridCol>
                <a:gridCol w="1765406">
                  <a:extLst>
                    <a:ext uri="{9D8B030D-6E8A-4147-A177-3AD203B41FA5}">
                      <a16:colId xmlns:a16="http://schemas.microsoft.com/office/drawing/2014/main" val="1309132070"/>
                    </a:ext>
                  </a:extLst>
                </a:gridCol>
                <a:gridCol w="1765406">
                  <a:extLst>
                    <a:ext uri="{9D8B030D-6E8A-4147-A177-3AD203B41FA5}">
                      <a16:colId xmlns:a16="http://schemas.microsoft.com/office/drawing/2014/main" val="3891268682"/>
                    </a:ext>
                  </a:extLst>
                </a:gridCol>
                <a:gridCol w="1765406">
                  <a:extLst>
                    <a:ext uri="{9D8B030D-6E8A-4147-A177-3AD203B41FA5}">
                      <a16:colId xmlns:a16="http://schemas.microsoft.com/office/drawing/2014/main" val="2975520653"/>
                    </a:ext>
                  </a:extLst>
                </a:gridCol>
                <a:gridCol w="4811596">
                  <a:extLst>
                    <a:ext uri="{9D8B030D-6E8A-4147-A177-3AD203B41FA5}">
                      <a16:colId xmlns:a16="http://schemas.microsoft.com/office/drawing/2014/main" val="920508523"/>
                    </a:ext>
                  </a:extLst>
                </a:gridCol>
              </a:tblGrid>
              <a:tr h="416987">
                <a:tc>
                  <a:txBody>
                    <a:bodyPr/>
                    <a:lstStyle/>
                    <a:p>
                      <a:pPr algn="l" rtl="0" fontAlgn="ctr"/>
                      <a:r>
                        <a:rPr lang="en-US" sz="1800" b="1" i="0" u="none" strike="noStrike" dirty="0">
                          <a:solidFill>
                            <a:srgbClr val="000000"/>
                          </a:solidFill>
                          <a:effectLst/>
                          <a:latin typeface="Century Gothic" panose="020B0502020202020204" pitchFamily="34" charset="0"/>
                        </a:rPr>
                        <a:t>Event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502020202020204" pitchFamily="34" charset="0"/>
                        </a:rPr>
                        <a:t>USD CB Consumer Confidence (Dec)</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AE"/>
                    </a:p>
                  </a:txBody>
                  <a:tcPr/>
                </a:tc>
                <a:tc hMerge="1">
                  <a:txBody>
                    <a:bodyPr/>
                    <a:lstStyle/>
                    <a:p>
                      <a:endParaRPr lang="en-AE"/>
                    </a:p>
                  </a:txBody>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8875863"/>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Actual:</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rowSpan="11">
                  <a:txBody>
                    <a:bodyPr/>
                    <a:lstStyle/>
                    <a:p>
                      <a:pPr algn="ctr" rtl="0" fontAlgn="ctr"/>
                      <a:r>
                        <a:rPr lang="en-US" sz="900" b="0" i="0" u="none" strike="noStrike">
                          <a:solidFill>
                            <a:srgbClr val="000000"/>
                          </a:solidFill>
                          <a:effectLst/>
                          <a:latin typeface="Century Gothic" panose="020B0502020202020204" pitchFamily="34" charset="0"/>
                        </a:rPr>
                        <a:t>Conference Board (CB) Consumer Confidence measures the level of confidence consumers have in the economy. When consumers are optimistic, they tend to spend more which increases consumption and overall economic growth.</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A reading that is stronger than forecast is generally supportive (bullish) for the USD, while a weaker than forecast reading is generally negative (bearish) for the USD.</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Historical impact on Assets: USDJPY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58229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Forecast: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dirty="0">
                          <a:solidFill>
                            <a:srgbClr val="000000"/>
                          </a:solidFill>
                          <a:effectLst/>
                          <a:latin typeface="Century Gothic" panose="020B0502020202020204" pitchFamily="34" charset="0"/>
                        </a:rPr>
                        <a:t>113.0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2638943607"/>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Previous:</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dirty="0">
                          <a:solidFill>
                            <a:srgbClr val="000000"/>
                          </a:solidFill>
                          <a:effectLst/>
                          <a:latin typeface="Century Gothic" panose="020B0502020202020204" pitchFamily="34" charset="0"/>
                        </a:rPr>
                        <a:t>111.7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3065331956"/>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Time (GMT):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15:00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1477455869"/>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Release Date</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Previous</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852028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26-Nov-24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111.7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 111.8</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109.6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6013173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29-Oct-24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108.7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 99.5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99.2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428372701"/>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24-Sep-24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98.7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 103.9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105.6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145312495"/>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27-Aug-24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103.3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 100.9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101.9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379095452"/>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30-Jul-24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100.3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 99.7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97.8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413249099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25-Jun-24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100.4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 100.0</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101.3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714983283"/>
                  </a:ext>
                </a:extLst>
              </a:tr>
            </a:tbl>
          </a:graphicData>
        </a:graphic>
      </p:graphicFrame>
    </p:spTree>
    <p:extLst>
      <p:ext uri="{BB962C8B-B14F-4D97-AF65-F5344CB8AC3E}">
        <p14:creationId xmlns:p14="http://schemas.microsoft.com/office/powerpoint/2010/main" val="102160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83F7-4684-1732-7FFC-1F8A413BD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D4D77-8067-4044-11B9-AD744420F3C6}"/>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D846E8E1-F239-ABC0-2D94-832B397747B4}"/>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45CD1E69-7E72-4110-D444-F2F89D9B685E}"/>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3DF299E9-AFC3-1649-9209-8E2D08B5C882}"/>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7A9962FA-487E-3BB2-3F43-8E4C9D4952E6}"/>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CB Consumer Confidence (Dec)</a:t>
            </a:r>
          </a:p>
          <a:p>
            <a:r>
              <a:rPr lang="en-US" sz="2000"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2579CE81-6D54-AE6B-4352-151E624E5F1D}"/>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803914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625_14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730_14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827_14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924_14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029_14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126_150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775C0-174B-A726-252B-FE3B1D6A6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459CE-32F7-DF48-25D9-549C44CADDC9}"/>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DAF9B5D2-58B9-EF5A-6C40-52373C91C77B}"/>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D097926B-92BB-1920-9A77-D135981CE786}"/>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FAADB082-852B-4A33-8598-F2C2B0AD220B}"/>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BB913166-89A0-6618-D5F0-013C9D509A4D}"/>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Durable Goods Orders (MoM) </a:t>
            </a:r>
          </a:p>
          <a:p>
            <a:r>
              <a:rPr lang="en-US" sz="2000" b="1" dirty="0">
                <a:solidFill>
                  <a:srgbClr val="002060"/>
                </a:solidFill>
                <a:latin typeface="Century Gothic" panose="020B0502020202020204" pitchFamily="34" charset="0"/>
              </a:rPr>
              <a:t>(Nov) P</a:t>
            </a:r>
          </a:p>
        </p:txBody>
      </p:sp>
      <p:sp>
        <p:nvSpPr>
          <p:cNvPr id="18" name="Rectangle 17">
            <a:extLst>
              <a:ext uri="{FF2B5EF4-FFF2-40B4-BE49-F238E27FC236}">
                <a16:creationId xmlns:a16="http://schemas.microsoft.com/office/drawing/2014/main" id="{9892E823-6701-D0AF-4464-D5167A97AFF6}"/>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1828991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B949-647C-C008-6EAA-540C82D71B4E}"/>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311BC145-BD59-93CD-1E23-4D0252BA12F0}"/>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381D0837-1815-72CB-FFAE-2EE66404A864}"/>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USD Durable Goods Orders (MoM) (Nov) P</a:t>
            </a:r>
          </a:p>
        </p:txBody>
      </p:sp>
      <p:sp>
        <p:nvSpPr>
          <p:cNvPr id="7" name="Rectangle 3">
            <a:extLst>
              <a:ext uri="{FF2B5EF4-FFF2-40B4-BE49-F238E27FC236}">
                <a16:creationId xmlns:a16="http://schemas.microsoft.com/office/drawing/2014/main" id="{07B2E316-C738-FC3F-D7A2-929980D94D61}"/>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DB3E9307-28FC-EDBC-B57A-D76641298B1B}"/>
              </a:ext>
            </a:extLst>
          </p:cNvPr>
          <p:cNvGraphicFramePr>
            <a:graphicFrameLocks noGrp="1"/>
          </p:cNvGraphicFramePr>
          <p:nvPr>
            <p:extLst>
              <p:ext uri="{D42A27DB-BD31-4B8C-83A1-F6EECF244321}">
                <p14:modId xmlns:p14="http://schemas.microsoft.com/office/powerpoint/2010/main" val="2276794287"/>
              </p:ext>
            </p:extLst>
          </p:nvPr>
        </p:nvGraphicFramePr>
        <p:xfrm>
          <a:off x="266699" y="889350"/>
          <a:ext cx="11658602" cy="5594012"/>
        </p:xfrm>
        <a:graphic>
          <a:graphicData uri="http://schemas.openxmlformats.org/drawingml/2006/table">
            <a:tbl>
              <a:tblPr/>
              <a:tblGrid>
                <a:gridCol w="1550788">
                  <a:extLst>
                    <a:ext uri="{9D8B030D-6E8A-4147-A177-3AD203B41FA5}">
                      <a16:colId xmlns:a16="http://schemas.microsoft.com/office/drawing/2014/main" val="4188661456"/>
                    </a:ext>
                  </a:extLst>
                </a:gridCol>
                <a:gridCol w="1765406">
                  <a:extLst>
                    <a:ext uri="{9D8B030D-6E8A-4147-A177-3AD203B41FA5}">
                      <a16:colId xmlns:a16="http://schemas.microsoft.com/office/drawing/2014/main" val="1309132070"/>
                    </a:ext>
                  </a:extLst>
                </a:gridCol>
                <a:gridCol w="1765406">
                  <a:extLst>
                    <a:ext uri="{9D8B030D-6E8A-4147-A177-3AD203B41FA5}">
                      <a16:colId xmlns:a16="http://schemas.microsoft.com/office/drawing/2014/main" val="3891268682"/>
                    </a:ext>
                  </a:extLst>
                </a:gridCol>
                <a:gridCol w="1765406">
                  <a:extLst>
                    <a:ext uri="{9D8B030D-6E8A-4147-A177-3AD203B41FA5}">
                      <a16:colId xmlns:a16="http://schemas.microsoft.com/office/drawing/2014/main" val="2975520653"/>
                    </a:ext>
                  </a:extLst>
                </a:gridCol>
                <a:gridCol w="4811596">
                  <a:extLst>
                    <a:ext uri="{9D8B030D-6E8A-4147-A177-3AD203B41FA5}">
                      <a16:colId xmlns:a16="http://schemas.microsoft.com/office/drawing/2014/main" val="920508523"/>
                    </a:ext>
                  </a:extLst>
                </a:gridCol>
              </a:tblGrid>
              <a:tr h="416987">
                <a:tc>
                  <a:txBody>
                    <a:bodyPr/>
                    <a:lstStyle/>
                    <a:p>
                      <a:pPr algn="l" rtl="0" fontAlgn="ctr"/>
                      <a:r>
                        <a:rPr lang="en-US" sz="1800" b="1" i="0" u="none" strike="noStrike">
                          <a:solidFill>
                            <a:srgbClr val="000000"/>
                          </a:solidFill>
                          <a:effectLst/>
                          <a:latin typeface="Century Gothic" panose="020B0502020202020204" pitchFamily="34" charset="0"/>
                        </a:rPr>
                        <a:t>Event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502020202020204" pitchFamily="34" charset="0"/>
                        </a:rPr>
                        <a:t>USD Durable Goods Orders (MoM) (Nov) P</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AE"/>
                    </a:p>
                  </a:txBody>
                  <a:tcPr/>
                </a:tc>
                <a:tc hMerge="1">
                  <a:txBody>
                    <a:bodyPr/>
                    <a:lstStyle/>
                    <a:p>
                      <a:endParaRPr lang="en-AE"/>
                    </a:p>
                  </a:txBody>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8875863"/>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Actual:</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rowSpan="11">
                  <a:txBody>
                    <a:bodyPr/>
                    <a:lstStyle/>
                    <a:p>
                      <a:pPr algn="ctr" rtl="0" fontAlgn="ctr"/>
                      <a:r>
                        <a:rPr lang="en-US" sz="900" b="0" i="0" u="none" strike="noStrike">
                          <a:solidFill>
                            <a:srgbClr val="000000"/>
                          </a:solidFill>
                          <a:effectLst/>
                          <a:latin typeface="Century Gothic" panose="020B0502020202020204" pitchFamily="34" charset="0"/>
                        </a:rPr>
                        <a:t>Durable Goods Orders reports the change in the total value of new orders for long lasting manufactured goods, including transportation items.</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A reading that is stronger than forecast is generally supportive (bullish) for the USD, while a weaker than forecast reading is generally negative (bearish) for the USD.</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Historical impact on Assets: USDJPY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58229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Forecast: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-0.4%</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2638943607"/>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Previous:</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0.2%</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3065331956"/>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Time (GMT):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13:30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1477455869"/>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Release Date</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Previous</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852028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27-Nov-24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-0.8%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-0.4%</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6013173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25-Oct-24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-0.8%</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-1.1%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-0.8%</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428372701"/>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26-Sep-24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0.0%</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-2.8%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9.9%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145312495"/>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26-Aug-24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9.9%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4.0%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379095452"/>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25-Jul-24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-6.6%</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0.3%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413249099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27-Jun-24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-0.5%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0.2%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714983283"/>
                  </a:ext>
                </a:extLst>
              </a:tr>
            </a:tbl>
          </a:graphicData>
        </a:graphic>
      </p:graphicFrame>
    </p:spTree>
    <p:extLst>
      <p:ext uri="{BB962C8B-B14F-4D97-AF65-F5344CB8AC3E}">
        <p14:creationId xmlns:p14="http://schemas.microsoft.com/office/powerpoint/2010/main" val="2311716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F1E8D-8DF2-E9AC-5550-D6AF09F6B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04046-65E9-01AC-9FA5-96A33431DD8C}"/>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0C257691-28EF-63A1-B2D6-15D30CA3AB9D}"/>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A61C97E6-C2A7-027B-79C0-CEF29290DD36}"/>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1D361DC6-CD83-C08B-5478-949E81E75112}"/>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78177AEE-5C90-3B47-3904-60985B960CFB}"/>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Durable Goods Orders (MoM) </a:t>
            </a:r>
          </a:p>
          <a:p>
            <a:r>
              <a:rPr lang="en-US" sz="2000" b="1" dirty="0">
                <a:solidFill>
                  <a:srgbClr val="002060"/>
                </a:solidFill>
                <a:latin typeface="Century Gothic" panose="020B0502020202020204" pitchFamily="34" charset="0"/>
              </a:rPr>
              <a:t>(Nov) P</a:t>
            </a:r>
          </a:p>
          <a:p>
            <a:r>
              <a:rPr lang="en-US" sz="2000"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D3C7A7AC-861B-BA0F-E41B-0CE7D1013534}"/>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443976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627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725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826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926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025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127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C5AD-F6A8-DA4F-6333-84B146856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6422B-BBE4-DA64-68A6-6893787A7250}"/>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7516FB21-4EB2-EBCF-E91F-F07651CA0EBF}"/>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D1486A83-DB3F-D20C-FDF0-8C1AFA94FDAE}"/>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092BDC80-095A-2FA2-04F1-FD6B891E8B43}"/>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D548C6F6-44C1-7632-5F59-190708C3CF3D}"/>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New Homes Sales (Nov)</a:t>
            </a:r>
          </a:p>
        </p:txBody>
      </p:sp>
      <p:sp>
        <p:nvSpPr>
          <p:cNvPr id="18" name="Rectangle 17">
            <a:extLst>
              <a:ext uri="{FF2B5EF4-FFF2-40B4-BE49-F238E27FC236}">
                <a16:creationId xmlns:a16="http://schemas.microsoft.com/office/drawing/2014/main" id="{44D9158A-24F2-6AEA-C7DA-08A367ED0184}"/>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2732660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45E8B-0739-E6C1-709B-01B7F1577349}"/>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176EBA5D-91D0-DFB1-6BA2-D24462A83C17}"/>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48F8F9F5-67FC-AD5F-21D5-C2ABA5520393}"/>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USD New Homes Sales (Nov)</a:t>
            </a:r>
          </a:p>
        </p:txBody>
      </p:sp>
      <p:sp>
        <p:nvSpPr>
          <p:cNvPr id="7" name="Rectangle 3">
            <a:extLst>
              <a:ext uri="{FF2B5EF4-FFF2-40B4-BE49-F238E27FC236}">
                <a16:creationId xmlns:a16="http://schemas.microsoft.com/office/drawing/2014/main" id="{8C7C6769-B287-135E-1F7F-DC87A63B1CD8}"/>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2FD76494-7003-C7BA-19C7-1818A5BDB582}"/>
              </a:ext>
            </a:extLst>
          </p:cNvPr>
          <p:cNvGraphicFramePr>
            <a:graphicFrameLocks noGrp="1"/>
          </p:cNvGraphicFramePr>
          <p:nvPr>
            <p:extLst>
              <p:ext uri="{D42A27DB-BD31-4B8C-83A1-F6EECF244321}">
                <p14:modId xmlns:p14="http://schemas.microsoft.com/office/powerpoint/2010/main" val="1427200693"/>
              </p:ext>
            </p:extLst>
          </p:nvPr>
        </p:nvGraphicFramePr>
        <p:xfrm>
          <a:off x="266699" y="889350"/>
          <a:ext cx="11658602" cy="5594012"/>
        </p:xfrm>
        <a:graphic>
          <a:graphicData uri="http://schemas.openxmlformats.org/drawingml/2006/table">
            <a:tbl>
              <a:tblPr/>
              <a:tblGrid>
                <a:gridCol w="1550788">
                  <a:extLst>
                    <a:ext uri="{9D8B030D-6E8A-4147-A177-3AD203B41FA5}">
                      <a16:colId xmlns:a16="http://schemas.microsoft.com/office/drawing/2014/main" val="4188661456"/>
                    </a:ext>
                  </a:extLst>
                </a:gridCol>
                <a:gridCol w="1765406">
                  <a:extLst>
                    <a:ext uri="{9D8B030D-6E8A-4147-A177-3AD203B41FA5}">
                      <a16:colId xmlns:a16="http://schemas.microsoft.com/office/drawing/2014/main" val="1309132070"/>
                    </a:ext>
                  </a:extLst>
                </a:gridCol>
                <a:gridCol w="1765406">
                  <a:extLst>
                    <a:ext uri="{9D8B030D-6E8A-4147-A177-3AD203B41FA5}">
                      <a16:colId xmlns:a16="http://schemas.microsoft.com/office/drawing/2014/main" val="3891268682"/>
                    </a:ext>
                  </a:extLst>
                </a:gridCol>
                <a:gridCol w="1765406">
                  <a:extLst>
                    <a:ext uri="{9D8B030D-6E8A-4147-A177-3AD203B41FA5}">
                      <a16:colId xmlns:a16="http://schemas.microsoft.com/office/drawing/2014/main" val="2975520653"/>
                    </a:ext>
                  </a:extLst>
                </a:gridCol>
                <a:gridCol w="4811596">
                  <a:extLst>
                    <a:ext uri="{9D8B030D-6E8A-4147-A177-3AD203B41FA5}">
                      <a16:colId xmlns:a16="http://schemas.microsoft.com/office/drawing/2014/main" val="920508523"/>
                    </a:ext>
                  </a:extLst>
                </a:gridCol>
              </a:tblGrid>
              <a:tr h="416987">
                <a:tc>
                  <a:txBody>
                    <a:bodyPr/>
                    <a:lstStyle/>
                    <a:p>
                      <a:pPr algn="l" rtl="0" fontAlgn="ctr"/>
                      <a:r>
                        <a:rPr lang="en-US" sz="1800" b="1" i="0" u="none" strike="noStrike">
                          <a:solidFill>
                            <a:srgbClr val="000000"/>
                          </a:solidFill>
                          <a:effectLst/>
                          <a:latin typeface="Century Gothic" panose="020B0502020202020204" pitchFamily="34" charset="0"/>
                        </a:rPr>
                        <a:t>Event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502020202020204" pitchFamily="34" charset="0"/>
                        </a:rPr>
                        <a:t>USD New Homes Sales (Nov)</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AE"/>
                    </a:p>
                  </a:txBody>
                  <a:tcPr/>
                </a:tc>
                <a:tc hMerge="1">
                  <a:txBody>
                    <a:bodyPr/>
                    <a:lstStyle/>
                    <a:p>
                      <a:endParaRPr lang="en-AE"/>
                    </a:p>
                  </a:txBody>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8875863"/>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Actual:</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rowSpan="11">
                  <a:txBody>
                    <a:bodyPr/>
                    <a:lstStyle/>
                    <a:p>
                      <a:pPr algn="ctr" rtl="0" fontAlgn="ct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New Home Sales measures the annualised number of new single-family homes that were sold during the prior month. When it's released ahead of Existing Home Sales, this report tends to have more impact because the two reports are highly correlated.</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A reading that is stronger than forecast is generally supportive (bullish) for the USD, while a weaker than forecast reading is generally negative (bearish) for the USD.</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Historical impact on Assets: USDJPY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58229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Forecast: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502020202020204" pitchFamily="34" charset="0"/>
                        </a:rPr>
                        <a:t>650K</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2638943607"/>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Previous:</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502020202020204" pitchFamily="34" charset="0"/>
                        </a:rPr>
                        <a:t>610K</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3065331956"/>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Time (GMT):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15:00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1477455869"/>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Release Date</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Previous</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852028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26-Nov-24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610</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725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738</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6013173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24-Oct-24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738</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719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709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428372701"/>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25-Sep-24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716</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699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751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145312495"/>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23-Aug-24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739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624</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668</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379095452"/>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24-Jul-24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617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639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621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413249099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26-Jun-24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619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636</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698</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714983283"/>
                  </a:ext>
                </a:extLst>
              </a:tr>
            </a:tbl>
          </a:graphicData>
        </a:graphic>
      </p:graphicFrame>
    </p:spTree>
    <p:extLst>
      <p:ext uri="{BB962C8B-B14F-4D97-AF65-F5344CB8AC3E}">
        <p14:creationId xmlns:p14="http://schemas.microsoft.com/office/powerpoint/2010/main" val="21781663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4892C-D7E3-D97B-3AE1-3E825EEA3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27E5C-F440-BB47-C80E-67F7F566CB8B}"/>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9077114A-632F-5264-FA2F-FB46E9C4BEA8}"/>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E9B9D4CA-1CB8-4C51-F1DF-B448A2B03644}"/>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3E7298C4-005E-AAC9-31D0-109FDCAB6A93}"/>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52280194-0D68-7984-9B3E-ADB311508892}"/>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New Homes Sales (Nov)</a:t>
            </a:r>
          </a:p>
          <a:p>
            <a:r>
              <a:rPr lang="en-US" sz="2000"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E267A1F0-ABB3-87FB-9919-A51442F44110}"/>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2395570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626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724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823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0925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024_12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126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6A1CC-5CBA-250B-8705-97FE3C29D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75A10-B59B-6F5D-378B-1BD8EF88BD01}"/>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74B1525E-EAB6-F2B8-2420-2B23839CE781}"/>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CA286F72-B093-C69C-7268-6A01D3550258}"/>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538D59BB-2B01-01DC-5985-109D8EC67E6D}"/>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0E5D5A3E-415E-1B07-070E-E52352FCCDA5}"/>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Initial Jobless Claims</a:t>
            </a:r>
          </a:p>
        </p:txBody>
      </p:sp>
      <p:sp>
        <p:nvSpPr>
          <p:cNvPr id="18" name="Rectangle 17">
            <a:extLst>
              <a:ext uri="{FF2B5EF4-FFF2-40B4-BE49-F238E27FC236}">
                <a16:creationId xmlns:a16="http://schemas.microsoft.com/office/drawing/2014/main" id="{E15BA61B-B633-AE5B-EB93-22A9E040BD96}"/>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20684061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0053B-CE6B-DBA7-F322-7F4DC19870AB}"/>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990C0267-DCE1-D720-D75A-151E940B0CE1}"/>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66B04FDD-6695-9891-6DC8-EBD8C0BFBA8B}"/>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USD Initial Jobless Claims</a:t>
            </a:r>
          </a:p>
        </p:txBody>
      </p:sp>
      <p:sp>
        <p:nvSpPr>
          <p:cNvPr id="7" name="Rectangle 3">
            <a:extLst>
              <a:ext uri="{FF2B5EF4-FFF2-40B4-BE49-F238E27FC236}">
                <a16:creationId xmlns:a16="http://schemas.microsoft.com/office/drawing/2014/main" id="{3C4C9341-2A93-2BF5-BA45-6277DD4E4A35}"/>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31866072-F8F4-68ED-6867-26D288BCDB79}"/>
              </a:ext>
            </a:extLst>
          </p:cNvPr>
          <p:cNvGraphicFramePr>
            <a:graphicFrameLocks noGrp="1"/>
          </p:cNvGraphicFramePr>
          <p:nvPr>
            <p:extLst>
              <p:ext uri="{D42A27DB-BD31-4B8C-83A1-F6EECF244321}">
                <p14:modId xmlns:p14="http://schemas.microsoft.com/office/powerpoint/2010/main" val="2786869534"/>
              </p:ext>
            </p:extLst>
          </p:nvPr>
        </p:nvGraphicFramePr>
        <p:xfrm>
          <a:off x="266699" y="889350"/>
          <a:ext cx="11658602" cy="5594012"/>
        </p:xfrm>
        <a:graphic>
          <a:graphicData uri="http://schemas.openxmlformats.org/drawingml/2006/table">
            <a:tbl>
              <a:tblPr/>
              <a:tblGrid>
                <a:gridCol w="1550788">
                  <a:extLst>
                    <a:ext uri="{9D8B030D-6E8A-4147-A177-3AD203B41FA5}">
                      <a16:colId xmlns:a16="http://schemas.microsoft.com/office/drawing/2014/main" val="4188661456"/>
                    </a:ext>
                  </a:extLst>
                </a:gridCol>
                <a:gridCol w="1765406">
                  <a:extLst>
                    <a:ext uri="{9D8B030D-6E8A-4147-A177-3AD203B41FA5}">
                      <a16:colId xmlns:a16="http://schemas.microsoft.com/office/drawing/2014/main" val="1309132070"/>
                    </a:ext>
                  </a:extLst>
                </a:gridCol>
                <a:gridCol w="1765406">
                  <a:extLst>
                    <a:ext uri="{9D8B030D-6E8A-4147-A177-3AD203B41FA5}">
                      <a16:colId xmlns:a16="http://schemas.microsoft.com/office/drawing/2014/main" val="3891268682"/>
                    </a:ext>
                  </a:extLst>
                </a:gridCol>
                <a:gridCol w="1765406">
                  <a:extLst>
                    <a:ext uri="{9D8B030D-6E8A-4147-A177-3AD203B41FA5}">
                      <a16:colId xmlns:a16="http://schemas.microsoft.com/office/drawing/2014/main" val="2975520653"/>
                    </a:ext>
                  </a:extLst>
                </a:gridCol>
                <a:gridCol w="4811596">
                  <a:extLst>
                    <a:ext uri="{9D8B030D-6E8A-4147-A177-3AD203B41FA5}">
                      <a16:colId xmlns:a16="http://schemas.microsoft.com/office/drawing/2014/main" val="920508523"/>
                    </a:ext>
                  </a:extLst>
                </a:gridCol>
              </a:tblGrid>
              <a:tr h="416987">
                <a:tc>
                  <a:txBody>
                    <a:bodyPr/>
                    <a:lstStyle/>
                    <a:p>
                      <a:pPr algn="l" rtl="0" fontAlgn="ctr"/>
                      <a:r>
                        <a:rPr lang="en-US" sz="1800" b="1" i="0" u="none" strike="noStrike">
                          <a:solidFill>
                            <a:srgbClr val="000000"/>
                          </a:solidFill>
                          <a:effectLst/>
                          <a:latin typeface="Century Gothic" panose="020B0502020202020204" pitchFamily="34" charset="0"/>
                        </a:rPr>
                        <a:t>Event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502020202020204" pitchFamily="34" charset="0"/>
                        </a:rPr>
                        <a:t>USD Initial Jobless Claims</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AE"/>
                    </a:p>
                  </a:txBody>
                  <a:tcPr/>
                </a:tc>
                <a:tc hMerge="1">
                  <a:txBody>
                    <a:bodyPr/>
                    <a:lstStyle/>
                    <a:p>
                      <a:endParaRPr lang="en-AE"/>
                    </a:p>
                  </a:txBody>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8875863"/>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Actual:</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rowSpan="11">
                  <a:txBody>
                    <a:bodyPr/>
                    <a:lstStyle/>
                    <a:p>
                      <a:pPr algn="ctr" rtl="0" fontAlgn="ct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Initial Jobless Claims measures the number of people who filed for unemployment insurance for the first time during the past week. This is the most timely U.S. economic data, but the market impact varies from week to week.</a:t>
                      </a: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A reading that is higher than forecast is generally negative (bearish) for the USD, while a lower than forecast reading is generally supportive (bullish) for the USD.</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Historical impact on Assets: USDJPY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58229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Forecast: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2638943607"/>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Previous:</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502020202020204" pitchFamily="34" charset="0"/>
                        </a:rPr>
                        <a:t>220K</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3065331956"/>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Time (GMT):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13:30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1477455869"/>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Release Date</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Previous</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852028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19-Dec-24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220</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229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242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6013173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12-Dec-24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242</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221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225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428372701"/>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05-Dec-24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224</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145312495"/>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27-Nov-24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215</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379095452"/>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21-Nov-24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213</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220</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219</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413249099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14-Nov-24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217</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224</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221</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714983283"/>
                  </a:ext>
                </a:extLst>
              </a:tr>
            </a:tbl>
          </a:graphicData>
        </a:graphic>
      </p:graphicFrame>
    </p:spTree>
    <p:extLst>
      <p:ext uri="{BB962C8B-B14F-4D97-AF65-F5344CB8AC3E}">
        <p14:creationId xmlns:p14="http://schemas.microsoft.com/office/powerpoint/2010/main" val="2230948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458C2-007D-9F59-A578-D0D553328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5AA6F-D58D-B9F1-A315-19B6E5E5D511}"/>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C593046A-BA8B-9EAB-E6A4-DDB174B95DCF}"/>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AE6B3065-5A67-9F78-5D22-B4772DAB3FB6}"/>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A570515E-79F8-91AB-19BB-E787A3AA5FF3}"/>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E6C4C88E-E738-3B15-AF11-AF130BA22D3C}"/>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USD Initial Jobless Claims</a:t>
            </a:r>
          </a:p>
          <a:p>
            <a:r>
              <a:rPr lang="en-US" sz="2000"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3F02A768-3E45-0755-E8FF-5B3DD92354F8}"/>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1771483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114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121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127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205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212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DJPY_20241219_133000.png"/>
          <p:cNvPicPr>
            <a:picLocks noChangeAspect="1"/>
          </p:cNvPicPr>
          <p:nvPr/>
        </p:nvPicPr>
        <p:blipFill>
          <a:blip r:embed="rId2"/>
          <a:stretch>
            <a:fillRect/>
          </a:stretch>
        </p:blipFill>
        <p:spPr>
          <a:xfrm>
            <a:off x="0" y="0"/>
            <a:ext cx="11049000"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6B977-D0B5-6D93-E849-50AFEBB49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DEE91-561F-846B-D55D-32CABB31FBA7}"/>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326A4ADA-7F05-86D6-3FFC-C30F2FEAD1D8}"/>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A4E98AFC-6843-3F41-862B-B94D68E8B566}"/>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314795EC-9BFE-F622-D110-CAA36CE21FAD}"/>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55481D30-F540-8F63-F698-3C5CAFF59FCB}"/>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Crude Oil Inventories</a:t>
            </a:r>
          </a:p>
        </p:txBody>
      </p:sp>
      <p:sp>
        <p:nvSpPr>
          <p:cNvPr id="18" name="Rectangle 17">
            <a:extLst>
              <a:ext uri="{FF2B5EF4-FFF2-40B4-BE49-F238E27FC236}">
                <a16:creationId xmlns:a16="http://schemas.microsoft.com/office/drawing/2014/main" id="{6CA56468-EBC9-5944-34BB-B0D5547B4657}"/>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29121294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72DA8-DA9F-7989-E22D-08C1B2893DA4}"/>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292D71E3-D0AF-015B-4345-8242FF5A93F9}"/>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D62656C2-A679-64C2-3114-36075C87996F}"/>
              </a:ext>
            </a:extLst>
          </p:cNvPr>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Crude Oil Inventories</a:t>
            </a:r>
          </a:p>
        </p:txBody>
      </p:sp>
      <p:sp>
        <p:nvSpPr>
          <p:cNvPr id="7" name="Rectangle 3">
            <a:extLst>
              <a:ext uri="{FF2B5EF4-FFF2-40B4-BE49-F238E27FC236}">
                <a16:creationId xmlns:a16="http://schemas.microsoft.com/office/drawing/2014/main" id="{DE7C1B4E-F1D5-29CD-CBF8-6EA97B7A9D0B}"/>
              </a:ext>
            </a:extLst>
          </p:cNvPr>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E" altLang="en-AE" sz="1800" b="0" i="0" u="none" strike="noStrike" cap="none" normalizeH="0" baseline="0">
                <a:ln>
                  <a:noFill/>
                </a:ln>
                <a:solidFill>
                  <a:schemeClr val="tx1"/>
                </a:solidFill>
                <a:effectLst/>
                <a:latin typeface="Arial" panose="020B0604020202020204" pitchFamily="34" charset="0"/>
              </a:rPr>
            </a:br>
            <a:br>
              <a:rPr kumimoji="0" lang="en-AE" altLang="en-AE" sz="1800" b="0" i="0" u="none" strike="noStrike" cap="none" normalizeH="0" baseline="0">
                <a:ln>
                  <a:noFill/>
                </a:ln>
                <a:solidFill>
                  <a:schemeClr val="tx1"/>
                </a:solidFill>
                <a:effectLst/>
                <a:latin typeface="Arial" panose="020B0604020202020204" pitchFamily="34" charset="0"/>
              </a:rPr>
            </a:br>
            <a:endParaRPr kumimoji="0" lang="en-AE" altLang="en-AE" sz="1800" b="0" i="0" u="none" strike="noStrike" cap="none" normalizeH="0" baseline="0">
              <a:ln>
                <a:noFill/>
              </a:ln>
              <a:solidFill>
                <a:schemeClr val="tx1"/>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2D4F15DE-EAD1-BA6A-F078-52EF46304911}"/>
              </a:ext>
            </a:extLst>
          </p:cNvPr>
          <p:cNvGraphicFramePr>
            <a:graphicFrameLocks noGrp="1"/>
          </p:cNvGraphicFramePr>
          <p:nvPr>
            <p:extLst>
              <p:ext uri="{D42A27DB-BD31-4B8C-83A1-F6EECF244321}">
                <p14:modId xmlns:p14="http://schemas.microsoft.com/office/powerpoint/2010/main" val="574109600"/>
              </p:ext>
            </p:extLst>
          </p:nvPr>
        </p:nvGraphicFramePr>
        <p:xfrm>
          <a:off x="266699" y="889350"/>
          <a:ext cx="11658602" cy="5594012"/>
        </p:xfrm>
        <a:graphic>
          <a:graphicData uri="http://schemas.openxmlformats.org/drawingml/2006/table">
            <a:tbl>
              <a:tblPr/>
              <a:tblGrid>
                <a:gridCol w="1550788">
                  <a:extLst>
                    <a:ext uri="{9D8B030D-6E8A-4147-A177-3AD203B41FA5}">
                      <a16:colId xmlns:a16="http://schemas.microsoft.com/office/drawing/2014/main" val="4188661456"/>
                    </a:ext>
                  </a:extLst>
                </a:gridCol>
                <a:gridCol w="1765406">
                  <a:extLst>
                    <a:ext uri="{9D8B030D-6E8A-4147-A177-3AD203B41FA5}">
                      <a16:colId xmlns:a16="http://schemas.microsoft.com/office/drawing/2014/main" val="1309132070"/>
                    </a:ext>
                  </a:extLst>
                </a:gridCol>
                <a:gridCol w="1765406">
                  <a:extLst>
                    <a:ext uri="{9D8B030D-6E8A-4147-A177-3AD203B41FA5}">
                      <a16:colId xmlns:a16="http://schemas.microsoft.com/office/drawing/2014/main" val="3891268682"/>
                    </a:ext>
                  </a:extLst>
                </a:gridCol>
                <a:gridCol w="1765406">
                  <a:extLst>
                    <a:ext uri="{9D8B030D-6E8A-4147-A177-3AD203B41FA5}">
                      <a16:colId xmlns:a16="http://schemas.microsoft.com/office/drawing/2014/main" val="2975520653"/>
                    </a:ext>
                  </a:extLst>
                </a:gridCol>
                <a:gridCol w="4811596">
                  <a:extLst>
                    <a:ext uri="{9D8B030D-6E8A-4147-A177-3AD203B41FA5}">
                      <a16:colId xmlns:a16="http://schemas.microsoft.com/office/drawing/2014/main" val="920508523"/>
                    </a:ext>
                  </a:extLst>
                </a:gridCol>
              </a:tblGrid>
              <a:tr h="416987">
                <a:tc>
                  <a:txBody>
                    <a:bodyPr/>
                    <a:lstStyle/>
                    <a:p>
                      <a:pPr algn="l" rtl="0" fontAlgn="ctr"/>
                      <a:r>
                        <a:rPr lang="en-US" sz="1800" b="1" i="0" u="none" strike="noStrike">
                          <a:solidFill>
                            <a:srgbClr val="000000"/>
                          </a:solidFill>
                          <a:effectLst/>
                          <a:latin typeface="Century Gothic" panose="020B0502020202020204" pitchFamily="34" charset="0"/>
                        </a:rPr>
                        <a:t>Event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502020202020204" pitchFamily="34" charset="0"/>
                        </a:rPr>
                        <a:t>Crude Oil Inventories</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AE"/>
                    </a:p>
                  </a:txBody>
                  <a:tcPr/>
                </a:tc>
                <a:tc hMerge="1">
                  <a:txBody>
                    <a:bodyPr/>
                    <a:lstStyle/>
                    <a:p>
                      <a:endParaRPr lang="en-AE"/>
                    </a:p>
                  </a:txBody>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8875863"/>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Actual:</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rowSpan="11">
                  <a:txBody>
                    <a:bodyPr/>
                    <a:lstStyle/>
                    <a:p>
                      <a:pPr algn="ctr" rtl="0" fontAlgn="ct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The Energy Information Administration's (EIA) Crude Oil Inventories measures the weekly change in the number of barrels of commercial crude oil held by US firms. The level of inventories influences the price of petroleum products, which can have an impact on inflation.</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If the increase in crude inventories is more than expected, it implies weaker demand and is bearish for crude prices. The same can be said if a decline in inventories is less than expected.</a:t>
                      </a: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If the increase in crude is less than expected, it implies greater demand and is bullish for crude prices. The same can be said if a decline in inventories is more than expected.</a:t>
                      </a:r>
                      <a:br>
                        <a:rPr lang="en-US" sz="900" b="0" i="0" u="none" strike="noStrike">
                          <a:solidFill>
                            <a:srgbClr val="000000"/>
                          </a:solidFill>
                          <a:effectLst/>
                          <a:latin typeface="Century Gothic" panose="020B0502020202020204" pitchFamily="34" charset="0"/>
                        </a:rPr>
                      </a:br>
                      <a:br>
                        <a:rPr lang="en-US" sz="900" b="0" i="0" u="none" strike="noStrike">
                          <a:solidFill>
                            <a:srgbClr val="000000"/>
                          </a:solidFill>
                          <a:effectLst/>
                          <a:latin typeface="Century Gothic" panose="020B0502020202020204" pitchFamily="34" charset="0"/>
                        </a:rPr>
                      </a:br>
                      <a:r>
                        <a:rPr lang="en-US" sz="900" b="0" i="0" u="none" strike="noStrike">
                          <a:solidFill>
                            <a:srgbClr val="000000"/>
                          </a:solidFill>
                          <a:effectLst/>
                          <a:latin typeface="Century Gothic" panose="020B0502020202020204" pitchFamily="34" charset="0"/>
                        </a:rPr>
                        <a:t>Historical impact on Assets: USOILRoll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558229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Forecast: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 </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2638943607"/>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Previous:</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502020202020204" pitchFamily="34" charset="0"/>
                        </a:rPr>
                        <a:t>-0.934M</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3065331956"/>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Time (GMT):</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r" rtl="0" fontAlgn="ctr"/>
                      <a:r>
                        <a:rPr lang="en-AE" sz="1800" b="1" i="0" u="none" strike="noStrike">
                          <a:solidFill>
                            <a:srgbClr val="000000"/>
                          </a:solidFill>
                          <a:effectLst/>
                          <a:latin typeface="Century Gothic" panose="020B0502020202020204" pitchFamily="34" charset="0"/>
                        </a:rPr>
                        <a:t>16:00</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E"/>
                    </a:p>
                  </a:txBody>
                  <a:tcPr/>
                </a:tc>
                <a:tc hMerge="1">
                  <a:txBody>
                    <a:bodyPr/>
                    <a:lstStyle/>
                    <a:p>
                      <a:endParaRPr lang="en-AE"/>
                    </a:p>
                  </a:txBody>
                  <a:tcPr/>
                </a:tc>
                <a:tc vMerge="1">
                  <a:txBody>
                    <a:bodyPr/>
                    <a:lstStyle/>
                    <a:p>
                      <a:endParaRPr lang="en-AE"/>
                    </a:p>
                  </a:txBody>
                  <a:tcPr/>
                </a:tc>
                <a:extLst>
                  <a:ext uri="{0D108BD9-81ED-4DB2-BD59-A6C34878D82A}">
                    <a16:rowId xmlns:a16="http://schemas.microsoft.com/office/drawing/2014/main" val="1477455869"/>
                  </a:ext>
                </a:extLst>
              </a:tr>
              <a:tr h="416987">
                <a:tc>
                  <a:txBody>
                    <a:bodyPr/>
                    <a:lstStyle/>
                    <a:p>
                      <a:pPr algn="l" rtl="0" fontAlgn="ctr"/>
                      <a:r>
                        <a:rPr lang="en-US" sz="1800" b="1" i="0" u="none" strike="noStrike">
                          <a:solidFill>
                            <a:srgbClr val="000000"/>
                          </a:solidFill>
                          <a:effectLst/>
                          <a:latin typeface="Century Gothic" panose="020B0502020202020204" pitchFamily="34" charset="0"/>
                        </a:rPr>
                        <a:t>Release Date</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Previous</a:t>
                      </a:r>
                    </a:p>
                  </a:txBody>
                  <a:tcPr marL="0" marR="11430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852028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18-Dec-24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-0.934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-1.600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-1.425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060131734"/>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11-Dec-24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-1.425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-1.000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-5.073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428372701"/>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04-Dec-24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-5.073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-1.600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-1.84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2145312495"/>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27-Nov-24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-1.84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-1.30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0.545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1379095452"/>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20-Nov-24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0.545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0.400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2.089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4132490999"/>
                  </a:ext>
                </a:extLst>
              </a:tr>
              <a:tr h="490758">
                <a:tc>
                  <a:txBody>
                    <a:bodyPr/>
                    <a:lstStyle/>
                    <a:p>
                      <a:pPr algn="l" rtl="0" fontAlgn="ctr"/>
                      <a:r>
                        <a:rPr lang="en-US" sz="1800" b="1" i="0" u="none" strike="noStrike">
                          <a:solidFill>
                            <a:srgbClr val="000000"/>
                          </a:solidFill>
                          <a:effectLst/>
                          <a:latin typeface="Century Gothic" panose="020B0502020202020204" pitchFamily="34" charset="0"/>
                        </a:rPr>
                        <a:t>14-Nov-24</a:t>
                      </a:r>
                    </a:p>
                  </a:txBody>
                  <a:tcPr marL="5715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2.089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a:solidFill>
                            <a:srgbClr val="000000"/>
                          </a:solidFill>
                          <a:effectLst/>
                          <a:latin typeface="Century Gothic" panose="020B0502020202020204" pitchFamily="34" charset="0"/>
                        </a:rPr>
                        <a:t> 0.400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AE" sz="1800" b="0" i="0" u="none" strike="noStrike" dirty="0">
                          <a:solidFill>
                            <a:srgbClr val="000000"/>
                          </a:solidFill>
                          <a:effectLst/>
                          <a:latin typeface="Century Gothic" panose="020B0502020202020204" pitchFamily="34" charset="0"/>
                        </a:rPr>
                        <a:t> 2.149 </a:t>
                      </a:r>
                    </a:p>
                  </a:txBody>
                  <a:tcPr marL="0" marR="1143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AE"/>
                    </a:p>
                  </a:txBody>
                  <a:tcPr/>
                </a:tc>
                <a:extLst>
                  <a:ext uri="{0D108BD9-81ED-4DB2-BD59-A6C34878D82A}">
                    <a16:rowId xmlns:a16="http://schemas.microsoft.com/office/drawing/2014/main" val="714983283"/>
                  </a:ext>
                </a:extLst>
              </a:tr>
            </a:tbl>
          </a:graphicData>
        </a:graphic>
      </p:graphicFrame>
    </p:spTree>
    <p:extLst>
      <p:ext uri="{BB962C8B-B14F-4D97-AF65-F5344CB8AC3E}">
        <p14:creationId xmlns:p14="http://schemas.microsoft.com/office/powerpoint/2010/main" val="9525040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292D-E03B-3D44-4119-2EF806C97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675BC-F06A-E072-957A-8595EDDD0D65}"/>
              </a:ext>
            </a:extLst>
          </p:cNvPr>
          <p:cNvSpPr>
            <a:spLocks noGrp="1"/>
          </p:cNvSpPr>
          <p:nvPr>
            <p:ph type="ctrTitle"/>
          </p:nvPr>
        </p:nvSpPr>
        <p:spPr>
          <a:xfrm>
            <a:off x="8000201" y="3097740"/>
            <a:ext cx="4191799" cy="2387600"/>
          </a:xfrm>
        </p:spPr>
        <p:txBody>
          <a:bodyPr>
            <a:normAutofit fontScale="90000"/>
          </a:bodyPr>
          <a:lstStyle/>
          <a:p>
            <a:br>
              <a:rPr lang="en-AE" sz="3300" dirty="0">
                <a:solidFill>
                  <a:schemeClr val="bg1">
                    <a:lumMod val="50000"/>
                  </a:schemeClr>
                </a:solidFill>
              </a:rPr>
            </a:br>
            <a:r>
              <a:rPr lang="en-AE" sz="3300" dirty="0">
                <a:solidFill>
                  <a:schemeClr val="bg1">
                    <a:lumMod val="50000"/>
                  </a:schemeClr>
                </a:solidFill>
              </a:rPr>
              <a:t>Project Spider</a:t>
            </a:r>
            <a:br>
              <a:rPr lang="en-AE" dirty="0">
                <a:solidFill>
                  <a:schemeClr val="bg1">
                    <a:lumMod val="50000"/>
                  </a:schemeClr>
                </a:solidFill>
              </a:rPr>
            </a:br>
            <a:br>
              <a:rPr lang="en-AE" dirty="0">
                <a:solidFill>
                  <a:schemeClr val="bg1">
                    <a:lumMod val="50000"/>
                  </a:schemeClr>
                </a:solidFill>
              </a:rPr>
            </a:br>
            <a:r>
              <a:rPr lang="en-AE" sz="1200" b="0" dirty="0">
                <a:solidFill>
                  <a:schemeClr val="bg1">
                    <a:lumMod val="50000"/>
                  </a:schemeClr>
                </a:solidFill>
              </a:rPr>
              <a:t>Accelerating the E</a:t>
            </a:r>
            <a:r>
              <a:rPr lang="en-US" sz="1200" b="0" dirty="0">
                <a:solidFill>
                  <a:schemeClr val="bg1">
                    <a:lumMod val="50000"/>
                  </a:schemeClr>
                </a:solidFill>
              </a:rPr>
              <a:t>n</a:t>
            </a:r>
            <a:r>
              <a:rPr lang="en-AE" sz="1200" b="0" dirty="0">
                <a:solidFill>
                  <a:schemeClr val="bg1">
                    <a:lumMod val="50000"/>
                  </a:schemeClr>
                </a:solidFill>
              </a:rPr>
              <a:t>ergy Transition</a:t>
            </a:r>
            <a:br>
              <a:rPr lang="en-AE" sz="1200" b="0" dirty="0">
                <a:solidFill>
                  <a:schemeClr val="bg1">
                    <a:lumMod val="50000"/>
                  </a:schemeClr>
                </a:solidFill>
              </a:rPr>
            </a:br>
            <a:br>
              <a:rPr lang="en-AE"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AE" sz="1100" b="1" dirty="0">
                <a:solidFill>
                  <a:schemeClr val="bg1">
                    <a:lumMod val="50000"/>
                  </a:schemeClr>
                </a:solidFill>
              </a:rPr>
            </a:br>
            <a:endParaRPr lang="en-AE" sz="1100" dirty="0">
              <a:solidFill>
                <a:schemeClr val="bg1">
                  <a:lumMod val="50000"/>
                </a:schemeClr>
              </a:solidFill>
            </a:endParaRPr>
          </a:p>
        </p:txBody>
      </p:sp>
      <p:sp>
        <p:nvSpPr>
          <p:cNvPr id="5" name="Subtitle 2">
            <a:extLst>
              <a:ext uri="{FF2B5EF4-FFF2-40B4-BE49-F238E27FC236}">
                <a16:creationId xmlns:a16="http://schemas.microsoft.com/office/drawing/2014/main" id="{D7E7E067-B2EB-BB35-18CD-B8F980AB5AA9}"/>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E" sz="1800" b="1" dirty="0">
              <a:solidFill>
                <a:schemeClr val="bg2"/>
              </a:solidFill>
            </a:endParaRPr>
          </a:p>
        </p:txBody>
      </p:sp>
      <p:sp>
        <p:nvSpPr>
          <p:cNvPr id="9" name="Rectangle 8">
            <a:extLst>
              <a:ext uri="{FF2B5EF4-FFF2-40B4-BE49-F238E27FC236}">
                <a16:creationId xmlns:a16="http://schemas.microsoft.com/office/drawing/2014/main" id="{5E6A0137-5ED5-A215-CB97-A9FBC827E3A4}"/>
              </a:ext>
            </a:extLst>
          </p:cNvPr>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6" name="Picture 15" descr="A line drawn on a white background&#10;&#10;Description automatically generated">
            <a:extLst>
              <a:ext uri="{FF2B5EF4-FFF2-40B4-BE49-F238E27FC236}">
                <a16:creationId xmlns:a16="http://schemas.microsoft.com/office/drawing/2014/main" id="{E25266C4-0F42-49EF-B0C6-E596316F5DB6}"/>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7641"/>
            <a:ext cx="12192000" cy="6902939"/>
          </a:xfrm>
          <a:prstGeom prst="rect">
            <a:avLst/>
          </a:prstGeom>
        </p:spPr>
      </p:pic>
      <p:sp>
        <p:nvSpPr>
          <p:cNvPr id="17" name="Title 1">
            <a:extLst>
              <a:ext uri="{FF2B5EF4-FFF2-40B4-BE49-F238E27FC236}">
                <a16:creationId xmlns:a16="http://schemas.microsoft.com/office/drawing/2014/main" id="{7587ED02-6F0A-EFC8-EDF9-44ED9ED5B957}"/>
              </a:ext>
            </a:extLst>
          </p:cNvPr>
          <p:cNvSpPr txBox="1">
            <a:spLocks/>
          </p:cNvSpPr>
          <p:nvPr/>
        </p:nvSpPr>
        <p:spPr>
          <a:xfrm>
            <a:off x="484910" y="525923"/>
            <a:ext cx="518437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US" sz="2000" b="1" dirty="0">
                <a:solidFill>
                  <a:srgbClr val="002060"/>
                </a:solidFill>
                <a:latin typeface="Century Gothic" panose="020B0502020202020204" pitchFamily="34" charset="0"/>
              </a:rPr>
              <a:t>Crude Oil Inventories</a:t>
            </a:r>
          </a:p>
          <a:p>
            <a:r>
              <a:rPr lang="en-US" sz="2000"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a:extLst>
              <a:ext uri="{FF2B5EF4-FFF2-40B4-BE49-F238E27FC236}">
                <a16:creationId xmlns:a16="http://schemas.microsoft.com/office/drawing/2014/main" id="{62B8C06D-0392-E8F9-0D22-50ADCBFC4592}"/>
              </a:ext>
            </a:extLst>
          </p:cNvPr>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21359712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OILRoll_20241114_180000.png"/>
          <p:cNvPicPr>
            <a:picLocks noChangeAspect="1"/>
          </p:cNvPicPr>
          <p:nvPr/>
        </p:nvPicPr>
        <p:blipFill>
          <a:blip r:embed="rId2"/>
          <a:stretch>
            <a:fillRect/>
          </a:stretch>
        </p:blipFill>
        <p:spPr>
          <a:xfrm>
            <a:off x="0" y="0"/>
            <a:ext cx="11063522"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OILRoll_20241120_173000.png"/>
          <p:cNvPicPr>
            <a:picLocks noChangeAspect="1"/>
          </p:cNvPicPr>
          <p:nvPr/>
        </p:nvPicPr>
        <p:blipFill>
          <a:blip r:embed="rId2"/>
          <a:stretch>
            <a:fillRect/>
          </a:stretch>
        </p:blipFill>
        <p:spPr>
          <a:xfrm>
            <a:off x="0" y="0"/>
            <a:ext cx="11063522"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OILRoll_20241127_173000.png"/>
          <p:cNvPicPr>
            <a:picLocks noChangeAspect="1"/>
          </p:cNvPicPr>
          <p:nvPr/>
        </p:nvPicPr>
        <p:blipFill>
          <a:blip r:embed="rId2"/>
          <a:stretch>
            <a:fillRect/>
          </a:stretch>
        </p:blipFill>
        <p:spPr>
          <a:xfrm>
            <a:off x="0" y="0"/>
            <a:ext cx="11063522"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OILRoll_20241204_173000.png"/>
          <p:cNvPicPr>
            <a:picLocks noChangeAspect="1"/>
          </p:cNvPicPr>
          <p:nvPr/>
        </p:nvPicPr>
        <p:blipFill>
          <a:blip r:embed="rId2"/>
          <a:stretch>
            <a:fillRect/>
          </a:stretch>
        </p:blipFill>
        <p:spPr>
          <a:xfrm>
            <a:off x="0" y="0"/>
            <a:ext cx="11063522"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OILRoll_20241211_173000.png"/>
          <p:cNvPicPr>
            <a:picLocks noChangeAspect="1"/>
          </p:cNvPicPr>
          <p:nvPr/>
        </p:nvPicPr>
        <p:blipFill>
          <a:blip r:embed="rId2"/>
          <a:stretch>
            <a:fillRect/>
          </a:stretch>
        </p:blipFill>
        <p:spPr>
          <a:xfrm>
            <a:off x="0" y="0"/>
            <a:ext cx="11063522"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n-AE"/>
          </a:p>
        </p:txBody>
      </p:sp>
      <p:sp>
        <p:nvSpPr>
          <p:cNvPr id="3" name="Title 2"/>
          <p:cNvSpPr>
            <a:spLocks noGrp="1"/>
          </p:cNvSpPr>
          <p:nvPr>
            <p:ph type="title"/>
          </p:nvPr>
        </p:nvSpPr>
        <p:spPr/>
        <p:txBody>
          <a:bodyPr/>
          <a:lstStyle/>
          <a:p>
            <a:endParaRPr/>
          </a:p>
        </p:txBody>
      </p:sp>
      <p:pic>
        <p:nvPicPr>
          <p:cNvPr id="4" name="Picture 3" descr="USOILRoll_20241218_173000.png"/>
          <p:cNvPicPr>
            <a:picLocks noChangeAspect="1"/>
          </p:cNvPicPr>
          <p:nvPr/>
        </p:nvPicPr>
        <p:blipFill>
          <a:blip r:embed="rId2"/>
          <a:stretch>
            <a:fillRect/>
          </a:stretch>
        </p:blipFill>
        <p:spPr>
          <a:xfrm>
            <a:off x="0" y="0"/>
            <a:ext cx="11063522" cy="685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C84D1-6B84-01BD-472C-4F3FD1C6F267}"/>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0AF40385-34A7-AF0D-5F76-ADB1F27CB063}"/>
              </a:ext>
            </a:extLst>
          </p:cNvPr>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E" sz="600" i="1" dirty="0">
                <a:solidFill>
                  <a:srgbClr val="002060"/>
                </a:solidFill>
                <a:latin typeface="Century Gothic" panose="020B0502020202020204" pitchFamily="34" charset="0"/>
              </a:rPr>
              <a:t> </a:t>
            </a:r>
          </a:p>
        </p:txBody>
      </p:sp>
      <p:sp>
        <p:nvSpPr>
          <p:cNvPr id="5" name="Rectangle 4">
            <a:extLst>
              <a:ext uri="{FF2B5EF4-FFF2-40B4-BE49-F238E27FC236}">
                <a16:creationId xmlns:a16="http://schemas.microsoft.com/office/drawing/2014/main" id="{54E74064-E8ED-BC63-EE4A-8C3A73DB3A06}"/>
              </a:ext>
            </a:extLst>
          </p:cNvPr>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Appendix: Key Economic &amp; Analytical Concepts</a:t>
            </a:r>
          </a:p>
        </p:txBody>
      </p:sp>
      <p:sp>
        <p:nvSpPr>
          <p:cNvPr id="3" name="Rectangle 2">
            <a:extLst>
              <a:ext uri="{FF2B5EF4-FFF2-40B4-BE49-F238E27FC236}">
                <a16:creationId xmlns:a16="http://schemas.microsoft.com/office/drawing/2014/main" id="{0AFDDF08-9DC2-8EB3-39CC-EB43D2252F03}"/>
              </a:ext>
            </a:extLst>
          </p:cNvPr>
          <p:cNvSpPr/>
          <p:nvPr/>
        </p:nvSpPr>
        <p:spPr>
          <a:xfrm>
            <a:off x="307644" y="6246208"/>
            <a:ext cx="11407299"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b="1" dirty="0">
                <a:solidFill>
                  <a:schemeClr val="accent1"/>
                </a:solidFill>
                <a:latin typeface="Century Gothic" panose="020B0502020202020204" pitchFamily="34" charset="0"/>
              </a:rPr>
              <a:t>[]</a:t>
            </a:r>
            <a:endParaRPr lang="en-AE" sz="700" b="1" dirty="0">
              <a:solidFill>
                <a:schemeClr val="accent1"/>
              </a:solidFill>
              <a:latin typeface="Century Gothic" panose="020B0502020202020204" pitchFamily="34" charset="0"/>
            </a:endParaRPr>
          </a:p>
        </p:txBody>
      </p:sp>
      <p:sp>
        <p:nvSpPr>
          <p:cNvPr id="2" name="Rectangle 1">
            <a:extLst>
              <a:ext uri="{FF2B5EF4-FFF2-40B4-BE49-F238E27FC236}">
                <a16:creationId xmlns:a16="http://schemas.microsoft.com/office/drawing/2014/main" id="{31BD30BC-FEBA-DA6A-4714-6DB4AFA7DAAF}"/>
              </a:ext>
            </a:extLst>
          </p:cNvPr>
          <p:cNvSpPr/>
          <p:nvPr/>
        </p:nvSpPr>
        <p:spPr>
          <a:xfrm>
            <a:off x="439940" y="160469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i="0" u="none" strike="noStrike" dirty="0">
                <a:solidFill>
                  <a:srgbClr val="002060"/>
                </a:solidFill>
                <a:effectLst/>
                <a:latin typeface="Century Gothic" panose="020B0502020202020204" pitchFamily="34" charset="0"/>
              </a:rPr>
              <a:t>Forecast Vs. Actual</a:t>
            </a:r>
            <a:r>
              <a:rPr lang="en-US" sz="800" b="0" i="0" u="none" strike="noStrike" dirty="0">
                <a:solidFill>
                  <a:srgbClr val="002060"/>
                </a:solidFill>
                <a:effectLst/>
                <a:latin typeface="Century Gothic" panose="020B0502020202020204" pitchFamily="34" charset="0"/>
              </a:rPr>
              <a:t>: Comparing predicted values with released data</a:t>
            </a:r>
          </a:p>
          <a:p>
            <a:pPr marL="171450" indent="-171450">
              <a:buFont typeface="Arial" panose="020B0604020202020204" pitchFamily="34" charset="0"/>
              <a:buChar char="•"/>
            </a:pPr>
            <a:r>
              <a:rPr lang="en-US" sz="800" b="1" dirty="0">
                <a:solidFill>
                  <a:srgbClr val="002060"/>
                </a:solidFill>
                <a:latin typeface="Century Gothic" panose="020B0502020202020204" pitchFamily="34" charset="0"/>
              </a:rPr>
              <a:t>Previous Reading: </a:t>
            </a:r>
            <a:r>
              <a:rPr lang="en-US" sz="800" dirty="0">
                <a:solidFill>
                  <a:srgbClr val="002060"/>
                </a:solidFill>
                <a:latin typeface="Century Gothic" panose="020B0502020202020204" pitchFamily="34" charset="0"/>
              </a:rPr>
              <a:t>Last reported value, used as a benchmark</a:t>
            </a:r>
          </a:p>
          <a:p>
            <a:pPr marL="171450" indent="-171450">
              <a:buFont typeface="Arial" panose="020B0604020202020204" pitchFamily="34" charset="0"/>
              <a:buChar char="•"/>
            </a:pPr>
            <a:r>
              <a:rPr lang="en-US" sz="800" b="1" dirty="0">
                <a:solidFill>
                  <a:srgbClr val="002060"/>
                </a:solidFill>
                <a:latin typeface="Century Gothic" panose="020B0502020202020204" pitchFamily="34" charset="0"/>
              </a:rPr>
              <a:t>Market Impact</a:t>
            </a:r>
            <a:r>
              <a:rPr lang="en-US" sz="800" dirty="0">
                <a:solidFill>
                  <a:srgbClr val="002060"/>
                </a:solidFill>
                <a:latin typeface="Century Gothic" panose="020B0502020202020204" pitchFamily="34" charset="0"/>
              </a:rPr>
              <a:t>: How releases affect financial markets </a:t>
            </a:r>
            <a:endParaRPr lang="en-US" sz="800" b="1" i="0" u="none" strike="noStrike" dirty="0">
              <a:solidFill>
                <a:srgbClr val="002060"/>
              </a:solidFill>
              <a:effectLst/>
              <a:latin typeface="Century Gothic" panose="020B0502020202020204" pitchFamily="34" charset="0"/>
            </a:endParaRPr>
          </a:p>
        </p:txBody>
      </p:sp>
      <p:sp>
        <p:nvSpPr>
          <p:cNvPr id="6" name="Rectangle 5">
            <a:extLst>
              <a:ext uri="{FF2B5EF4-FFF2-40B4-BE49-F238E27FC236}">
                <a16:creationId xmlns:a16="http://schemas.microsoft.com/office/drawing/2014/main" id="{42D83875-DC63-5D1F-4D00-A104EA767F1A}"/>
              </a:ext>
            </a:extLst>
          </p:cNvPr>
          <p:cNvSpPr/>
          <p:nvPr/>
        </p:nvSpPr>
        <p:spPr>
          <a:xfrm>
            <a:off x="439939" y="10375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502020202020204" pitchFamily="34" charset="0"/>
              </a:rPr>
              <a:t>Economic Data Interpretation</a:t>
            </a:r>
          </a:p>
        </p:txBody>
      </p:sp>
      <p:sp>
        <p:nvSpPr>
          <p:cNvPr id="7" name="Rectangle 6">
            <a:extLst>
              <a:ext uri="{FF2B5EF4-FFF2-40B4-BE49-F238E27FC236}">
                <a16:creationId xmlns:a16="http://schemas.microsoft.com/office/drawing/2014/main" id="{B14D371A-EF19-AFC6-A931-F2F343C4EDA1}"/>
              </a:ext>
            </a:extLst>
          </p:cNvPr>
          <p:cNvSpPr/>
          <p:nvPr/>
        </p:nvSpPr>
        <p:spPr>
          <a:xfrm>
            <a:off x="439938" y="2915529"/>
            <a:ext cx="5340377" cy="1824305"/>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i="0" u="none" strike="noStrike" dirty="0">
                <a:solidFill>
                  <a:srgbClr val="002060"/>
                </a:solidFill>
                <a:effectLst/>
                <a:latin typeface="Century Gothic" panose="020B0502020202020204" pitchFamily="34" charset="0"/>
              </a:rPr>
              <a:t>Definition</a:t>
            </a:r>
            <a:r>
              <a:rPr lang="en-US" sz="800" i="0" u="none" strike="noStrike" dirty="0">
                <a:solidFill>
                  <a:srgbClr val="002060"/>
                </a:solidFill>
                <a:effectLst/>
                <a:latin typeface="Century Gothic" panose="020B0502020202020204" pitchFamily="34" charset="0"/>
              </a:rPr>
              <a:t>: A technical indicator that measures market volatility</a:t>
            </a:r>
          </a:p>
          <a:p>
            <a:pPr marL="171450" indent="-171450">
              <a:buFont typeface="Arial" panose="020B0604020202020204" pitchFamily="34" charset="0"/>
              <a:buChar char="•"/>
            </a:pPr>
            <a:endParaRPr lang="en-US" sz="800" i="0" u="none" strike="noStrike" dirty="0">
              <a:solidFill>
                <a:srgbClr val="002060"/>
              </a:solidFill>
              <a:effectLst/>
              <a:latin typeface="Century Gothic" panose="020B0502020202020204" pitchFamily="34" charset="0"/>
            </a:endParaRPr>
          </a:p>
          <a:p>
            <a:pPr marL="171450" indent="-171450">
              <a:buFont typeface="Arial" panose="020B0604020202020204" pitchFamily="34" charset="0"/>
              <a:buChar char="•"/>
            </a:pPr>
            <a:r>
              <a:rPr lang="en-US" sz="800" b="1" dirty="0">
                <a:solidFill>
                  <a:srgbClr val="002060"/>
                </a:solidFill>
                <a:latin typeface="Century Gothic" panose="020B0502020202020204" pitchFamily="34" charset="0"/>
              </a:rPr>
              <a:t>Calculations</a:t>
            </a:r>
            <a:r>
              <a:rPr lang="en-US" sz="800" dirty="0">
                <a:solidFill>
                  <a:srgbClr val="002060"/>
                </a:solidFill>
                <a:latin typeface="Century Gothic" panose="020B0502020202020204" pitchFamily="34" charset="0"/>
              </a:rPr>
              <a:t>:</a:t>
            </a:r>
          </a:p>
          <a:p>
            <a:pPr marL="628650" lvl="1" indent="-171450">
              <a:buFont typeface="Arial" panose="020B0604020202020204" pitchFamily="34" charset="0"/>
              <a:buChar char="•"/>
            </a:pPr>
            <a:r>
              <a:rPr lang="en-US" sz="800" i="0" u="none" strike="noStrike" dirty="0">
                <a:solidFill>
                  <a:srgbClr val="002060"/>
                </a:solidFill>
                <a:effectLst/>
                <a:latin typeface="Century Gothic" panose="020B0502020202020204" pitchFamily="34" charset="0"/>
              </a:rPr>
              <a:t>Calculate True Range (TR) for each period:</a:t>
            </a:r>
          </a:p>
          <a:p>
            <a:pPr marL="1085850" lvl="2" indent="-171450">
              <a:buFont typeface="Arial" panose="020B0604020202020204" pitchFamily="34" charset="0"/>
              <a:buChar char="•"/>
            </a:pPr>
            <a:r>
              <a:rPr lang="en-US" sz="800" dirty="0">
                <a:solidFill>
                  <a:srgbClr val="002060"/>
                </a:solidFill>
                <a:latin typeface="Century Gothic" panose="020B0502020202020204" pitchFamily="34" charset="0"/>
              </a:rPr>
              <a:t>TR = max [(high - low), abs(high – previous close), abs(low – previous close)]</a:t>
            </a:r>
          </a:p>
          <a:p>
            <a:pPr marL="628650" lvl="1" indent="-171450">
              <a:buFont typeface="Arial" panose="020B0604020202020204" pitchFamily="34" charset="0"/>
              <a:buChar char="•"/>
            </a:pPr>
            <a:r>
              <a:rPr lang="en-US" sz="800" i="0" u="none" strike="noStrike" dirty="0">
                <a:solidFill>
                  <a:srgbClr val="002060"/>
                </a:solidFill>
                <a:effectLst/>
                <a:latin typeface="Century Gothic" panose="020B0502020202020204" pitchFamily="34" charset="0"/>
              </a:rPr>
              <a:t>ATR = Simple moving average of TR over N periods (typically 14)</a:t>
            </a:r>
          </a:p>
          <a:p>
            <a:pPr marL="171450" indent="-171450">
              <a:buFont typeface="Arial" panose="020B0604020202020204" pitchFamily="34" charset="0"/>
              <a:buChar char="•"/>
            </a:pPr>
            <a:r>
              <a:rPr lang="en-US" sz="800" b="1" i="0" u="none" strike="noStrike" dirty="0">
                <a:solidFill>
                  <a:srgbClr val="002060"/>
                </a:solidFill>
                <a:effectLst/>
                <a:latin typeface="Century Gothic" panose="020B0502020202020204" pitchFamily="34" charset="0"/>
              </a:rPr>
              <a:t>Interpretation</a:t>
            </a:r>
            <a:r>
              <a:rPr lang="en-US" sz="800" i="0" u="none" strike="noStrike" dirty="0">
                <a:solidFill>
                  <a:srgbClr val="002060"/>
                </a:solidFill>
                <a:effectLst/>
                <a:latin typeface="Century Gothic" panose="020B0502020202020204" pitchFamily="34" charset="0"/>
              </a:rPr>
              <a:t>:</a:t>
            </a:r>
          </a:p>
          <a:p>
            <a:pPr marL="628650" lvl="1" indent="-171450">
              <a:buFont typeface="Arial" panose="020B0604020202020204" pitchFamily="34" charset="0"/>
              <a:buChar char="•"/>
            </a:pPr>
            <a:r>
              <a:rPr lang="en-US" sz="800" dirty="0">
                <a:solidFill>
                  <a:srgbClr val="002060"/>
                </a:solidFill>
                <a:latin typeface="Century Gothic" panose="020B0502020202020204" pitchFamily="34" charset="0"/>
              </a:rPr>
              <a:t>Higher ATR = Higher Volatility </a:t>
            </a:r>
          </a:p>
          <a:p>
            <a:pPr marL="628650" lvl="1" indent="-171450">
              <a:buFont typeface="Arial" panose="020B0604020202020204" pitchFamily="34" charset="0"/>
              <a:buChar char="•"/>
            </a:pPr>
            <a:r>
              <a:rPr lang="en-US" sz="800" i="0" u="none" strike="noStrike" dirty="0">
                <a:solidFill>
                  <a:srgbClr val="002060"/>
                </a:solidFill>
                <a:effectLst/>
                <a:latin typeface="Century Gothic" panose="020B0502020202020204" pitchFamily="34" charset="0"/>
              </a:rPr>
              <a:t>Lower ATR = Lower Volatility </a:t>
            </a:r>
          </a:p>
          <a:p>
            <a:pPr marL="628650" lvl="1" indent="-171450">
              <a:buFont typeface="Arial" panose="020B0604020202020204" pitchFamily="34" charset="0"/>
              <a:buChar char="•"/>
            </a:pPr>
            <a:endParaRPr lang="en-US" sz="800" i="0" u="none" strike="noStrike" dirty="0">
              <a:solidFill>
                <a:srgbClr val="002060"/>
              </a:solidFill>
              <a:effectLst/>
              <a:latin typeface="Century Gothic" panose="020B0502020202020204" pitchFamily="34" charset="0"/>
            </a:endParaRPr>
          </a:p>
          <a:p>
            <a:pPr marL="171450" indent="-171450">
              <a:buFont typeface="Arial" panose="020B0604020202020204" pitchFamily="34" charset="0"/>
              <a:buChar char="•"/>
            </a:pPr>
            <a:r>
              <a:rPr lang="en-US" sz="800" b="1" i="0" u="none" strike="noStrike" dirty="0">
                <a:solidFill>
                  <a:srgbClr val="002060"/>
                </a:solidFill>
                <a:effectLst/>
                <a:latin typeface="Century Gothic" panose="020B0502020202020204" pitchFamily="34" charset="0"/>
              </a:rPr>
              <a:t>Usage in Our Analysis</a:t>
            </a:r>
            <a:r>
              <a:rPr lang="en-US" sz="800" i="0" u="none" strike="noStrike" dirty="0">
                <a:solidFill>
                  <a:srgbClr val="002060"/>
                </a:solidFill>
                <a:effectLst/>
                <a:latin typeface="Century Gothic" panose="020B0502020202020204" pitchFamily="34" charset="0"/>
              </a:rPr>
              <a:t>:</a:t>
            </a:r>
          </a:p>
          <a:p>
            <a:pPr marL="628650" lvl="1" indent="-171450">
              <a:buFont typeface="Arial" panose="020B0604020202020204" pitchFamily="34" charset="0"/>
              <a:buChar char="•"/>
            </a:pPr>
            <a:r>
              <a:rPr lang="en-US" sz="800" dirty="0">
                <a:solidFill>
                  <a:srgbClr val="002060"/>
                </a:solidFill>
                <a:latin typeface="Century Gothic" panose="020B0502020202020204" pitchFamily="34" charset="0"/>
              </a:rPr>
              <a:t>Helps standardize price movements across different market conditions</a:t>
            </a:r>
          </a:p>
          <a:p>
            <a:pPr marL="628650" lvl="1" indent="-171450">
              <a:buFont typeface="Arial" panose="020B0604020202020204" pitchFamily="34" charset="0"/>
              <a:buChar char="•"/>
            </a:pPr>
            <a:r>
              <a:rPr lang="en-US" sz="800" dirty="0">
                <a:solidFill>
                  <a:srgbClr val="002060"/>
                </a:solidFill>
                <a:latin typeface="Century Gothic" panose="020B0502020202020204" pitchFamily="34" charset="0"/>
              </a:rPr>
              <a:t>Forms the basis of our Volatility Unit Calculations</a:t>
            </a:r>
          </a:p>
        </p:txBody>
      </p:sp>
      <p:sp>
        <p:nvSpPr>
          <p:cNvPr id="8" name="Rectangle 7">
            <a:extLst>
              <a:ext uri="{FF2B5EF4-FFF2-40B4-BE49-F238E27FC236}">
                <a16:creationId xmlns:a16="http://schemas.microsoft.com/office/drawing/2014/main" id="{7F287198-87B3-6084-65DA-8728FBA1F770}"/>
              </a:ext>
            </a:extLst>
          </p:cNvPr>
          <p:cNvSpPr/>
          <p:nvPr/>
        </p:nvSpPr>
        <p:spPr>
          <a:xfrm>
            <a:off x="439939" y="2318523"/>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502020202020204" pitchFamily="34" charset="0"/>
              </a:rPr>
              <a:t>Average True Range (ATR)</a:t>
            </a:r>
          </a:p>
        </p:txBody>
      </p:sp>
      <p:sp>
        <p:nvSpPr>
          <p:cNvPr id="11" name="Rectangle 10">
            <a:extLst>
              <a:ext uri="{FF2B5EF4-FFF2-40B4-BE49-F238E27FC236}">
                <a16:creationId xmlns:a16="http://schemas.microsoft.com/office/drawing/2014/main" id="{B686A1CE-3CCF-FCC0-41A8-DA54F299F0A5}"/>
              </a:ext>
            </a:extLst>
          </p:cNvPr>
          <p:cNvSpPr/>
          <p:nvPr/>
        </p:nvSpPr>
        <p:spPr>
          <a:xfrm>
            <a:off x="439939" y="5512284"/>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i="0" u="none" strike="noStrike" dirty="0">
                <a:solidFill>
                  <a:srgbClr val="002060"/>
                </a:solidFill>
                <a:effectLst/>
                <a:latin typeface="Century Gothic" panose="020B0502020202020204" pitchFamily="34" charset="0"/>
              </a:rPr>
              <a:t>Formula</a:t>
            </a:r>
            <a:r>
              <a:rPr lang="en-US" sz="800" b="0" i="0" u="none" strike="noStrike" dirty="0">
                <a:solidFill>
                  <a:srgbClr val="002060"/>
                </a:solidFill>
                <a:effectLst/>
                <a:latin typeface="Century Gothic" panose="020B0502020202020204" pitchFamily="34" charset="0"/>
              </a:rPr>
              <a:t>: (ATR * </a:t>
            </a:r>
            <a:r>
              <a:rPr lang="en-US" sz="800" b="0" i="1" u="none" strike="noStrike" dirty="0">
                <a:solidFill>
                  <a:srgbClr val="002060"/>
                </a:solidFill>
                <a:effectLst/>
                <a:latin typeface="Century Gothic" panose="020B0502020202020204" pitchFamily="34" charset="0"/>
              </a:rPr>
              <a:t>multiple</a:t>
            </a:r>
            <a:r>
              <a:rPr lang="en-US" sz="800" b="0" i="0" u="none" strike="noStrike" dirty="0">
                <a:solidFill>
                  <a:srgbClr val="002060"/>
                </a:solidFill>
                <a:effectLst/>
                <a:latin typeface="Century Gothic" panose="020B0502020202020204" pitchFamily="34" charset="0"/>
              </a:rPr>
              <a:t>) + </a:t>
            </a:r>
            <a:r>
              <a:rPr lang="en-US" sz="800" b="0" i="1" u="none" strike="noStrike" dirty="0">
                <a:solidFill>
                  <a:srgbClr val="002060"/>
                </a:solidFill>
                <a:effectLst/>
                <a:latin typeface="Century Gothic" panose="020B0502020202020204" pitchFamily="34" charset="0"/>
              </a:rPr>
              <a:t>Spread </a:t>
            </a:r>
            <a:r>
              <a:rPr lang="en-US" sz="800" b="0" u="none" strike="noStrike" dirty="0">
                <a:solidFill>
                  <a:srgbClr val="002060"/>
                </a:solidFill>
                <a:effectLst/>
                <a:latin typeface="Century Gothic" panose="020B0502020202020204" pitchFamily="34" charset="0"/>
              </a:rPr>
              <a:t>(multiple is typically 1.5)</a:t>
            </a:r>
          </a:p>
          <a:p>
            <a:pPr marL="171450" indent="-171450">
              <a:buFont typeface="Arial" panose="020B0604020202020204" pitchFamily="34" charset="0"/>
              <a:buChar char="•"/>
            </a:pPr>
            <a:r>
              <a:rPr lang="en-US" sz="800" b="1" dirty="0">
                <a:solidFill>
                  <a:srgbClr val="002060"/>
                </a:solidFill>
                <a:latin typeface="Century Gothic" panose="020B0502020202020204" pitchFamily="34" charset="0"/>
              </a:rPr>
              <a:t>Purpose</a:t>
            </a:r>
            <a:r>
              <a:rPr lang="en-US" sz="800" dirty="0">
                <a:solidFill>
                  <a:srgbClr val="002060"/>
                </a:solidFill>
                <a:latin typeface="Century Gothic" panose="020B0502020202020204" pitchFamily="34" charset="0"/>
              </a:rPr>
              <a:t>: Standardizes price movements</a:t>
            </a:r>
          </a:p>
        </p:txBody>
      </p:sp>
      <p:sp>
        <p:nvSpPr>
          <p:cNvPr id="12" name="Rectangle 11">
            <a:extLst>
              <a:ext uri="{FF2B5EF4-FFF2-40B4-BE49-F238E27FC236}">
                <a16:creationId xmlns:a16="http://schemas.microsoft.com/office/drawing/2014/main" id="{BA97AAED-8495-AFC6-6C2D-DB8EC5865CE4}"/>
              </a:ext>
            </a:extLst>
          </p:cNvPr>
          <p:cNvSpPr/>
          <p:nvPr/>
        </p:nvSpPr>
        <p:spPr>
          <a:xfrm>
            <a:off x="439938" y="4945093"/>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502020202020204" pitchFamily="34" charset="0"/>
              </a:rPr>
              <a:t>Volatility Unit</a:t>
            </a:r>
          </a:p>
        </p:txBody>
      </p:sp>
      <p:sp>
        <p:nvSpPr>
          <p:cNvPr id="13" name="Rectangle 12">
            <a:extLst>
              <a:ext uri="{FF2B5EF4-FFF2-40B4-BE49-F238E27FC236}">
                <a16:creationId xmlns:a16="http://schemas.microsoft.com/office/drawing/2014/main" id="{56759587-A7B8-1477-F853-263FF4FB24C7}"/>
              </a:ext>
            </a:extLst>
          </p:cNvPr>
          <p:cNvSpPr/>
          <p:nvPr/>
        </p:nvSpPr>
        <p:spPr>
          <a:xfrm>
            <a:off x="6078743" y="160469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i="0" u="none" strike="noStrike" dirty="0">
                <a:solidFill>
                  <a:srgbClr val="002060"/>
                </a:solidFill>
                <a:effectLst/>
                <a:latin typeface="Century Gothic" panose="020B0502020202020204" pitchFamily="34" charset="0"/>
              </a:rPr>
              <a:t>Max Movement</a:t>
            </a:r>
            <a:r>
              <a:rPr lang="en-US" sz="800" i="0" u="none" strike="noStrike" dirty="0">
                <a:solidFill>
                  <a:srgbClr val="002060"/>
                </a:solidFill>
                <a:effectLst/>
                <a:latin typeface="Century Gothic" panose="020B0502020202020204" pitchFamily="34" charset="0"/>
              </a:rPr>
              <a:t>: Largest upward price move after event</a:t>
            </a:r>
          </a:p>
          <a:p>
            <a:pPr marL="171450" indent="-171450">
              <a:buFont typeface="Arial" panose="020B0604020202020204" pitchFamily="34" charset="0"/>
              <a:buChar char="•"/>
            </a:pPr>
            <a:r>
              <a:rPr lang="en-US" sz="800" b="1" dirty="0">
                <a:solidFill>
                  <a:srgbClr val="002060"/>
                </a:solidFill>
                <a:latin typeface="Century Gothic" panose="020B0502020202020204" pitchFamily="34" charset="0"/>
              </a:rPr>
              <a:t>Min Movement</a:t>
            </a:r>
            <a:r>
              <a:rPr lang="en-US" sz="800" dirty="0">
                <a:solidFill>
                  <a:srgbClr val="002060"/>
                </a:solidFill>
                <a:latin typeface="Century Gothic" panose="020B0502020202020204" pitchFamily="34" charset="0"/>
              </a:rPr>
              <a:t>: Largest downward price move after event</a:t>
            </a:r>
          </a:p>
          <a:p>
            <a:pPr marL="171450" indent="-171450">
              <a:buFont typeface="Arial" panose="020B0604020202020204" pitchFamily="34" charset="0"/>
              <a:buChar char="•"/>
            </a:pPr>
            <a:r>
              <a:rPr lang="en-US" sz="800" i="0" u="none" strike="noStrike" dirty="0">
                <a:solidFill>
                  <a:srgbClr val="002060"/>
                </a:solidFill>
                <a:effectLst/>
                <a:latin typeface="Century Gothic" panose="020B0502020202020204" pitchFamily="34" charset="0"/>
              </a:rPr>
              <a:t>Both measured in Volatility Units</a:t>
            </a:r>
            <a:r>
              <a:rPr lang="en-US" sz="800" b="1" i="0" u="none" strike="noStrike" dirty="0">
                <a:solidFill>
                  <a:srgbClr val="002060"/>
                </a:solidFill>
                <a:effectLst/>
                <a:latin typeface="Century Gothic" panose="020B0502020202020204" pitchFamily="34" charset="0"/>
              </a:rPr>
              <a:t> </a:t>
            </a:r>
          </a:p>
        </p:txBody>
      </p:sp>
      <p:sp>
        <p:nvSpPr>
          <p:cNvPr id="14" name="Rectangle 13">
            <a:extLst>
              <a:ext uri="{FF2B5EF4-FFF2-40B4-BE49-F238E27FC236}">
                <a16:creationId xmlns:a16="http://schemas.microsoft.com/office/drawing/2014/main" id="{104A834C-832C-CF90-5C2D-B908C72CFA21}"/>
              </a:ext>
            </a:extLst>
          </p:cNvPr>
          <p:cNvSpPr/>
          <p:nvPr/>
        </p:nvSpPr>
        <p:spPr>
          <a:xfrm>
            <a:off x="6078742" y="10375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502020202020204" pitchFamily="34" charset="0"/>
              </a:rPr>
              <a:t>Price Movements</a:t>
            </a:r>
          </a:p>
        </p:txBody>
      </p:sp>
      <p:sp>
        <p:nvSpPr>
          <p:cNvPr id="15" name="Rectangle 14">
            <a:extLst>
              <a:ext uri="{FF2B5EF4-FFF2-40B4-BE49-F238E27FC236}">
                <a16:creationId xmlns:a16="http://schemas.microsoft.com/office/drawing/2014/main" id="{C171D49E-C867-8DBF-C32A-59BC11D2501C}"/>
              </a:ext>
            </a:extLst>
          </p:cNvPr>
          <p:cNvSpPr/>
          <p:nvPr/>
        </p:nvSpPr>
        <p:spPr>
          <a:xfrm>
            <a:off x="6078741" y="2915529"/>
            <a:ext cx="5340377" cy="1824305"/>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dirty="0">
                <a:solidFill>
                  <a:srgbClr val="002060"/>
                </a:solidFill>
                <a:latin typeface="Century Gothic" panose="020B0502020202020204" pitchFamily="34" charset="0"/>
              </a:rPr>
              <a:t>Analyze volatility across different economic releases</a:t>
            </a:r>
          </a:p>
          <a:p>
            <a:pPr marL="171450" indent="-171450">
              <a:buFont typeface="Arial" panose="020B0604020202020204" pitchFamily="34" charset="0"/>
              <a:buChar char="•"/>
            </a:pPr>
            <a:r>
              <a:rPr lang="en-US" sz="800" dirty="0">
                <a:solidFill>
                  <a:srgbClr val="002060"/>
                </a:solidFill>
                <a:latin typeface="Century Gothic" panose="020B0502020202020204" pitchFamily="34" charset="0"/>
              </a:rPr>
              <a:t>Identify patterns in market reactions</a:t>
            </a:r>
          </a:p>
          <a:p>
            <a:pPr marL="171450" indent="-171450">
              <a:buFont typeface="Arial" panose="020B0604020202020204" pitchFamily="34" charset="0"/>
              <a:buChar char="•"/>
            </a:pPr>
            <a:r>
              <a:rPr lang="en-US" sz="800" dirty="0">
                <a:solidFill>
                  <a:srgbClr val="002060"/>
                </a:solidFill>
                <a:latin typeface="Century Gothic" panose="020B0502020202020204" pitchFamily="34" charset="0"/>
              </a:rPr>
              <a:t>Assess importance of economic indicators based on market impact</a:t>
            </a:r>
          </a:p>
        </p:txBody>
      </p:sp>
      <p:sp>
        <p:nvSpPr>
          <p:cNvPr id="16" name="Rectangle 15">
            <a:extLst>
              <a:ext uri="{FF2B5EF4-FFF2-40B4-BE49-F238E27FC236}">
                <a16:creationId xmlns:a16="http://schemas.microsoft.com/office/drawing/2014/main" id="{5457D49D-D27E-1ED1-1D91-C8084E1AF7FA}"/>
              </a:ext>
            </a:extLst>
          </p:cNvPr>
          <p:cNvSpPr/>
          <p:nvPr/>
        </p:nvSpPr>
        <p:spPr>
          <a:xfrm>
            <a:off x="6078742" y="2318523"/>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502020202020204" pitchFamily="34" charset="0"/>
              </a:rPr>
              <a:t>Using This Analysis</a:t>
            </a:r>
          </a:p>
        </p:txBody>
      </p:sp>
      <p:sp>
        <p:nvSpPr>
          <p:cNvPr id="17" name="Rectangle 16">
            <a:extLst>
              <a:ext uri="{FF2B5EF4-FFF2-40B4-BE49-F238E27FC236}">
                <a16:creationId xmlns:a16="http://schemas.microsoft.com/office/drawing/2014/main" id="{992C5642-AFAA-2FD9-F995-45BEC5F074BC}"/>
              </a:ext>
            </a:extLst>
          </p:cNvPr>
          <p:cNvSpPr/>
          <p:nvPr/>
        </p:nvSpPr>
        <p:spPr>
          <a:xfrm>
            <a:off x="6078742" y="5512284"/>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u="sng" strike="noStrike" dirty="0">
                <a:solidFill>
                  <a:srgbClr val="0070C0"/>
                </a:solidFill>
                <a:effectLst/>
                <a:latin typeface="Century Gothic" panose="020B0502020202020204" pitchFamily="34" charset="0"/>
                <a:hlinkClick r:id="rId2">
                  <a:extLst>
                    <a:ext uri="{A12FA001-AC4F-418D-AE19-62706E023703}">
                      <ahyp:hlinkClr xmlns:ahyp="http://schemas.microsoft.com/office/drawing/2018/hyperlinkcolor" val="tx"/>
                    </a:ext>
                  </a:extLst>
                </a:hlinkClick>
              </a:rPr>
              <a:t>https://github.com/pawan-pro/quantwater-tech-investments/blob/main/RiskEventTrader</a:t>
            </a:r>
            <a:endParaRPr lang="en-US" sz="800" u="sng" strike="noStrike" dirty="0">
              <a:solidFill>
                <a:srgbClr val="0070C0"/>
              </a:solidFill>
              <a:effectLst/>
              <a:latin typeface="Century Gothic" panose="020B0502020202020204" pitchFamily="34" charset="0"/>
            </a:endParaRPr>
          </a:p>
          <a:p>
            <a:pPr marL="171450" indent="-171450">
              <a:buFont typeface="Arial" panose="020B0604020202020204" pitchFamily="34" charset="0"/>
              <a:buChar char="•"/>
            </a:pPr>
            <a:r>
              <a:rPr lang="en-US" sz="800" u="sng" dirty="0">
                <a:solidFill>
                  <a:srgbClr val="0070C0"/>
                </a:solidFill>
                <a:latin typeface="Century Gothic" panose="020B0502020202020204" pitchFamily="34" charset="0"/>
              </a:rPr>
              <a:t>https://</a:t>
            </a:r>
            <a:r>
              <a:rPr lang="en-US" sz="800" u="sng" dirty="0" err="1">
                <a:solidFill>
                  <a:srgbClr val="0070C0"/>
                </a:solidFill>
                <a:latin typeface="Century Gothic" panose="020B0502020202020204" pitchFamily="34" charset="0"/>
              </a:rPr>
              <a:t>quantwater.tech</a:t>
            </a:r>
            <a:r>
              <a:rPr lang="en-US" sz="800" u="sng" dirty="0">
                <a:solidFill>
                  <a:srgbClr val="0070C0"/>
                </a:solidFill>
                <a:latin typeface="Century Gothic" panose="020B0502020202020204" pitchFamily="34" charset="0"/>
              </a:rPr>
              <a:t>/research</a:t>
            </a:r>
          </a:p>
        </p:txBody>
      </p:sp>
      <p:sp>
        <p:nvSpPr>
          <p:cNvPr id="18" name="Rectangle 17">
            <a:extLst>
              <a:ext uri="{FF2B5EF4-FFF2-40B4-BE49-F238E27FC236}">
                <a16:creationId xmlns:a16="http://schemas.microsoft.com/office/drawing/2014/main" id="{E0506C03-8BB0-120F-5686-ED9A58588950}"/>
              </a:ext>
            </a:extLst>
          </p:cNvPr>
          <p:cNvSpPr/>
          <p:nvPr/>
        </p:nvSpPr>
        <p:spPr>
          <a:xfrm>
            <a:off x="6078741" y="4945093"/>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502020202020204" pitchFamily="34" charset="0"/>
              </a:rPr>
              <a:t>Resources</a:t>
            </a:r>
          </a:p>
        </p:txBody>
      </p:sp>
    </p:spTree>
    <p:extLst>
      <p:ext uri="{BB962C8B-B14F-4D97-AF65-F5344CB8AC3E}">
        <p14:creationId xmlns:p14="http://schemas.microsoft.com/office/powerpoint/2010/main" val="27671803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DB9A-405F-7CCB-70F7-F2FDC471F3FF}"/>
              </a:ext>
            </a:extLst>
          </p:cNvPr>
          <p:cNvSpPr>
            <a:spLocks noGrp="1"/>
          </p:cNvSpPr>
          <p:nvPr>
            <p:ph type="ctrTitle"/>
          </p:nvPr>
        </p:nvSpPr>
        <p:spPr>
          <a:xfrm>
            <a:off x="648606" y="376150"/>
            <a:ext cx="5877454" cy="1765801"/>
          </a:xfrm>
        </p:spPr>
        <p:txBody>
          <a:bodyPr>
            <a:normAutofit/>
          </a:bodyPr>
          <a:lstStyle/>
          <a:p>
            <a:r>
              <a:rPr lang="en-AE" dirty="0">
                <a:solidFill>
                  <a:schemeClr val="accent5">
                    <a:lumMod val="50000"/>
                  </a:schemeClr>
                </a:solidFill>
              </a:rPr>
              <a:t>Thank You!</a:t>
            </a:r>
            <a:endParaRPr lang="en-AE" sz="1100" dirty="0">
              <a:solidFill>
                <a:schemeClr val="accent5">
                  <a:lumMod val="50000"/>
                </a:schemeClr>
              </a:solidFill>
            </a:endParaRPr>
          </a:p>
        </p:txBody>
      </p:sp>
      <p:sp>
        <p:nvSpPr>
          <p:cNvPr id="5" name="Subtitle 2">
            <a:extLst>
              <a:ext uri="{FF2B5EF4-FFF2-40B4-BE49-F238E27FC236}">
                <a16:creationId xmlns:a16="http://schemas.microsoft.com/office/drawing/2014/main" id="{9197AC3F-0FEE-D813-B7E6-5B89D93CCD29}"/>
              </a:ext>
            </a:extLst>
          </p:cNvPr>
          <p:cNvSpPr txBox="1">
            <a:spLocks/>
          </p:cNvSpPr>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Arial" panose="020B06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E1120"/>
                </a:solidFill>
                <a:latin typeface="Arial" panose="020B06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E1120"/>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E1120"/>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E" sz="1800" b="1" i="0" u="none" strike="noStrike" kern="1200" cap="none" spc="0" normalizeH="0" baseline="0" noProof="0" dirty="0">
              <a:ln>
                <a:noFill/>
              </a:ln>
              <a:solidFill>
                <a:srgbClr val="111121"/>
              </a:solidFill>
              <a:effectLst/>
              <a:uLnTx/>
              <a:uFillTx/>
              <a:latin typeface="Arial" panose="020B0604020202020204" pitchFamily="34" charset="0"/>
              <a:ea typeface="+mn-ea"/>
              <a:cs typeface="Arial"/>
            </a:endParaRPr>
          </a:p>
        </p:txBody>
      </p:sp>
      <p:sp>
        <p:nvSpPr>
          <p:cNvPr id="9" name="Rectangle 8">
            <a:extLst>
              <a:ext uri="{FF2B5EF4-FFF2-40B4-BE49-F238E27FC236}">
                <a16:creationId xmlns:a16="http://schemas.microsoft.com/office/drawing/2014/main" id="{0477A158-E46D-53F9-0C3E-AD853053F4DE}"/>
              </a:ext>
            </a:extLst>
          </p:cNvPr>
          <p:cNvSpPr/>
          <p:nvPr/>
        </p:nvSpPr>
        <p:spPr>
          <a:xfrm>
            <a:off x="1452282" y="6002963"/>
            <a:ext cx="8785412" cy="588337"/>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Arial"/>
            </a:endParaRPr>
          </a:p>
        </p:txBody>
      </p:sp>
      <p:pic>
        <p:nvPicPr>
          <p:cNvPr id="7" name="Picture 6" descr="A line drawn on a white background&#10;&#10;Description automatically generated">
            <a:extLst>
              <a:ext uri="{FF2B5EF4-FFF2-40B4-BE49-F238E27FC236}">
                <a16:creationId xmlns:a16="http://schemas.microsoft.com/office/drawing/2014/main" id="{6FB9FE80-5D8D-586F-E423-E91AB303EC7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60000"/>
                    </a14:imgEffect>
                  </a14:imgLayer>
                </a14:imgProps>
              </a:ext>
            </a:extLst>
          </a:blip>
          <a:srcRect b="15261"/>
          <a:stretch/>
        </p:blipFill>
        <p:spPr>
          <a:xfrm>
            <a:off x="0" y="-24903"/>
            <a:ext cx="12192000" cy="5849438"/>
          </a:xfrm>
          <a:prstGeom prst="rect">
            <a:avLst/>
          </a:prstGeom>
        </p:spPr>
      </p:pic>
      <p:sp>
        <p:nvSpPr>
          <p:cNvPr id="10" name="Title 1">
            <a:extLst>
              <a:ext uri="{FF2B5EF4-FFF2-40B4-BE49-F238E27FC236}">
                <a16:creationId xmlns:a16="http://schemas.microsoft.com/office/drawing/2014/main" id="{940731F3-77D8-B1B3-CC1C-7487686E227C}"/>
              </a:ext>
            </a:extLst>
          </p:cNvPr>
          <p:cNvSpPr txBox="1">
            <a:spLocks/>
          </p:cNvSpPr>
          <p:nvPr/>
        </p:nvSpPr>
        <p:spPr>
          <a:xfrm>
            <a:off x="648606" y="376151"/>
            <a:ext cx="6046662" cy="18121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AE" sz="3300" dirty="0">
                <a:solidFill>
                  <a:schemeClr val="accent3"/>
                </a:solidFill>
              </a:rPr>
              <a:t>Thank You!</a:t>
            </a:r>
          </a:p>
        </p:txBody>
      </p:sp>
      <p:sp>
        <p:nvSpPr>
          <p:cNvPr id="4" name="Title 1">
            <a:extLst>
              <a:ext uri="{FF2B5EF4-FFF2-40B4-BE49-F238E27FC236}">
                <a16:creationId xmlns:a16="http://schemas.microsoft.com/office/drawing/2014/main" id="{3125609E-CE77-55D5-A870-51C7EF7FFBF6}"/>
              </a:ext>
            </a:extLst>
          </p:cNvPr>
          <p:cNvSpPr txBox="1">
            <a:spLocks/>
          </p:cNvSpPr>
          <p:nvPr/>
        </p:nvSpPr>
        <p:spPr>
          <a:xfrm>
            <a:off x="1654446" y="6340302"/>
            <a:ext cx="8583248" cy="512781"/>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pPr algn="ctr"/>
            <a:r>
              <a:rPr lang="en-AE" sz="3300" dirty="0">
                <a:solidFill>
                  <a:schemeClr val="accent5"/>
                </a:solidFill>
              </a:rPr>
              <a:t>Quantwater Tech Investments</a:t>
            </a:r>
          </a:p>
        </p:txBody>
      </p:sp>
      <p:sp>
        <p:nvSpPr>
          <p:cNvPr id="3" name="Title 1">
            <a:extLst>
              <a:ext uri="{FF2B5EF4-FFF2-40B4-BE49-F238E27FC236}">
                <a16:creationId xmlns:a16="http://schemas.microsoft.com/office/drawing/2014/main" id="{60F6A6E0-1BC3-40E8-2D9F-FDD4A9B43F14}"/>
              </a:ext>
            </a:extLst>
          </p:cNvPr>
          <p:cNvSpPr txBox="1">
            <a:spLocks/>
          </p:cNvSpPr>
          <p:nvPr/>
        </p:nvSpPr>
        <p:spPr>
          <a:xfrm>
            <a:off x="731838" y="5575874"/>
            <a:ext cx="1653553" cy="666778"/>
          </a:xfrm>
          <a:prstGeom prst="rect">
            <a:avLst/>
          </a:prstGeom>
          <a:solidFill>
            <a:schemeClr val="bg1">
              <a:lumMod val="95000"/>
            </a:schemeClr>
          </a:solidFill>
          <a:effectLst>
            <a:outerShdw blurRad="50800" dist="38100" dir="2700000" algn="tl" rotWithShape="0">
              <a:prstClr val="black">
                <a:alpha val="40000"/>
              </a:prstClr>
            </a:outerShdw>
          </a:effectLst>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2800" b="1" kern="1200">
                <a:solidFill>
                  <a:schemeClr val="bg1"/>
                </a:solidFill>
                <a:latin typeface="Arial" panose="020B0604020202020204" pitchFamily="34" charset="0"/>
                <a:ea typeface="+mj-ea"/>
                <a:cs typeface="Arial" panose="020B0604020202020204" pitchFamily="34" charset="0"/>
              </a:defRPr>
            </a:lvl1pPr>
          </a:lstStyle>
          <a:p>
            <a:r>
              <a:rPr lang="en-AE" sz="1500" dirty="0">
                <a:solidFill>
                  <a:schemeClr val="bg1">
                    <a:lumMod val="50000"/>
                  </a:schemeClr>
                </a:solidFill>
              </a:rPr>
              <a:t>Pawan Jatale</a:t>
            </a:r>
          </a:p>
          <a:p>
            <a:endParaRPr lang="en-AE" sz="1500" dirty="0">
              <a:solidFill>
                <a:schemeClr val="bg1">
                  <a:lumMod val="50000"/>
                </a:schemeClr>
              </a:solidFill>
            </a:endParaRPr>
          </a:p>
          <a:p>
            <a:r>
              <a:rPr lang="en-AE" sz="1500" dirty="0">
                <a:solidFill>
                  <a:schemeClr val="bg1">
                    <a:lumMod val="50000"/>
                  </a:schemeClr>
                </a:solidFill>
              </a:rPr>
              <a:t>pawan@quantwater.tech</a:t>
            </a:r>
          </a:p>
          <a:p>
            <a:endParaRPr lang="en-AE" sz="1500" dirty="0">
              <a:solidFill>
                <a:schemeClr val="bg1">
                  <a:lumMod val="50000"/>
                </a:schemeClr>
              </a:solidFill>
            </a:endParaRPr>
          </a:p>
          <a:p>
            <a:r>
              <a:rPr lang="en-AE" sz="1500" dirty="0">
                <a:solidFill>
                  <a:schemeClr val="bg1">
                    <a:lumMod val="50000"/>
                  </a:schemeClr>
                </a:solidFill>
              </a:rPr>
              <a:t>Founder</a:t>
            </a:r>
          </a:p>
        </p:txBody>
      </p:sp>
    </p:spTree>
    <p:extLst>
      <p:ext uri="{BB962C8B-B14F-4D97-AF65-F5344CB8AC3E}">
        <p14:creationId xmlns:p14="http://schemas.microsoft.com/office/powerpoint/2010/main" val="1225093219"/>
      </p:ext>
    </p:extLst>
  </p:cSld>
  <p:clrMapOvr>
    <a:masterClrMapping/>
  </p:clrMapOvr>
</p:sld>
</file>

<file path=ppt/theme/theme1.xml><?xml version="1.0" encoding="utf-8"?>
<a:theme xmlns:a="http://schemas.openxmlformats.org/drawingml/2006/main" name="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 Spider - Accelerating Energy Transition 20240306 Compliance Risks" id="{D3B586B2-F2D8-5E42-810F-28C2633D30DC}" vid="{6A135D9D-157B-0A49-ADF5-D030621ECC3D}"/>
    </a:ext>
  </a:extLst>
</a:theme>
</file>

<file path=ppt/theme/theme2.xml><?xml version="1.0" encoding="utf-8"?>
<a:theme xmlns:a="http://schemas.openxmlformats.org/drawingml/2006/main" name="2_TAQA Template">
  <a:themeElements>
    <a:clrScheme name="Custom 1">
      <a:dk1>
        <a:srgbClr val="FFFFFF"/>
      </a:dk1>
      <a:lt1>
        <a:srgbClr val="FFFFFF"/>
      </a:lt1>
      <a:dk2>
        <a:srgbClr val="FFFFFF"/>
      </a:dk2>
      <a:lt2>
        <a:srgbClr val="111121"/>
      </a:lt2>
      <a:accent1>
        <a:srgbClr val="089ED1"/>
      </a:accent1>
      <a:accent2>
        <a:srgbClr val="08C2C2"/>
      </a:accent2>
      <a:accent3>
        <a:srgbClr val="CCAB9A"/>
      </a:accent3>
      <a:accent4>
        <a:srgbClr val="D8D8D8"/>
      </a:accent4>
      <a:accent5>
        <a:srgbClr val="BFBFBF"/>
      </a:accent5>
      <a:accent6>
        <a:srgbClr val="111121"/>
      </a:accent6>
      <a:hlink>
        <a:srgbClr val="089ED1"/>
      </a:hlink>
      <a:folHlink>
        <a:srgbClr val="089ED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 Spider - Accelerating Energy Transition 20240306 Compliance Risks" id="{D3B586B2-F2D8-5E42-810F-28C2633D30DC}" vid="{FCD1B8AE-1D17-0249-96E4-81ED4F443A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TAQA Template</Template>
  <TotalTime>15744</TotalTime>
  <Words>2241</Words>
  <Application>Microsoft Macintosh PowerPoint</Application>
  <PresentationFormat>Widescreen</PresentationFormat>
  <Paragraphs>528</Paragraphs>
  <Slides>68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68</vt:i4>
      </vt:variant>
    </vt:vector>
  </HeadingPairs>
  <TitlesOfParts>
    <vt:vector size="76" baseType="lpstr">
      <vt:lpstr>Aptos</vt:lpstr>
      <vt:lpstr>Arial</vt:lpstr>
      <vt:lpstr>Calibri</vt:lpstr>
      <vt:lpstr>Century Gothic</vt:lpstr>
      <vt:lpstr>Univers 45 Light</vt:lpstr>
      <vt:lpstr>Verdana</vt:lpstr>
      <vt:lpstr>TAQA Template</vt:lpstr>
      <vt:lpstr>2_TAQA Template</vt:lpstr>
      <vt:lpstr> Project Spider  Accelerating the Energy Transition  4thMar 2024  Pawan Quantwater Tech Investments  </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PowerPoint Presentation</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PowerPoint Presentation</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PowerPoint Presentation</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PowerPoint Presentation</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PowerPoint Presentation</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PowerPoint Presentation</vt:lpstr>
      <vt:lpstr>PowerPoint Presentation</vt:lpstr>
      <vt:lpstr>PowerPoint Presentation</vt:lpstr>
      <vt:lpstr> Project Spider  Accelerating the Energy Transition  4thMar 2024  Pawan Quantwater Tech Investments  </vt:lpstr>
      <vt:lpstr>PowerPoint Presentation</vt:lpstr>
      <vt:lpstr> Project Spider  Accelerating the Energy Transition  4thMar 2024  Pawan Quantwater Tech Investments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J</dc:creator>
  <cp:lastModifiedBy>Pawan J</cp:lastModifiedBy>
  <cp:revision>267</cp:revision>
  <cp:lastPrinted>2024-11-25T11:35:39Z</cp:lastPrinted>
  <dcterms:created xsi:type="dcterms:W3CDTF">2024-09-05T11:12:36Z</dcterms:created>
  <dcterms:modified xsi:type="dcterms:W3CDTF">2024-12-29T16:37:25Z</dcterms:modified>
</cp:coreProperties>
</file>