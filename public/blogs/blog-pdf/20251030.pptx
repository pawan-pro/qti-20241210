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9"/>
    <p:restoredTop sz="94682"/>
  </p:normalViewPr>
  <p:slideViewPr>
    <p:cSldViewPr snapToGrid="0" showGuides="1">
      <p:cViewPr>
        <p:scale>
          <a:sx n="90" d="100"/>
          <a:sy n="90" d="100"/>
        </p:scale>
        <p:origin x="-32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06E5E-8587-7944-A611-EE9F859B850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3D73E-6582-8C42-9592-FC2CEFA619E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5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6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266700" y="875170"/>
            <a:ext cx="6062980" cy="686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itle 1"/>
          <p:cNvSpPr txBox="1"/>
          <p:nvPr userDrawn="1"/>
        </p:nvSpPr>
        <p:spPr>
          <a:xfrm>
            <a:off x="6059020" y="3501931"/>
            <a:ext cx="5443870" cy="2200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3300" dirty="0">
                <a:solidFill>
                  <a:schemeClr val="bg1">
                    <a:lumMod val="50000"/>
                  </a:schemeClr>
                </a:solidFill>
              </a:rPr>
              <a:t>[Date]</a:t>
            </a:r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3300" dirty="0">
                <a:solidFill>
                  <a:schemeClr val="bg1">
                    <a:lumMod val="50000"/>
                  </a:schemeClr>
                </a:solidFill>
              </a:rPr>
              <a:t>Economic Data Releases &amp; Their Historical Impact on Assets</a:t>
            </a:r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439940" y="428750"/>
            <a:ext cx="11407299" cy="366084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Century Gothic" panose="020B0702020202020204" pitchFamily="34" charset="0"/>
              </a:rPr>
              <a:t>Brief</a:t>
            </a:r>
            <a:endParaRPr lang="en-US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 userDrawn="1"/>
        </p:nvGraphicFramePr>
        <p:xfrm>
          <a:off x="439939" y="882757"/>
          <a:ext cx="11407299" cy="5810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2493"/>
                <a:gridCol w="949772"/>
                <a:gridCol w="1283396"/>
                <a:gridCol w="927100"/>
                <a:gridCol w="723900"/>
                <a:gridCol w="6030638"/>
              </a:tblGrid>
              <a:tr h="276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Date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Day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Time (IST)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Cur.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Imp.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Event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53">
                <a:tc gridSpan="6">
                  <a:txBody>
                    <a:bodyPr/>
                    <a:lstStyle/>
                    <a:p>
                      <a:pPr lvl="0"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266700" y="875170"/>
            <a:ext cx="6062980" cy="686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266700" y="428751"/>
            <a:ext cx="11658600" cy="366076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18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 userDrawn="1"/>
        </p:nvGraphicFramePr>
        <p:xfrm>
          <a:off x="266699" y="889350"/>
          <a:ext cx="11658602" cy="5598000"/>
        </p:xfrm>
        <a:graphic>
          <a:graphicData uri="http://schemas.openxmlformats.org/drawingml/2006/table">
            <a:tbl>
              <a:tblPr/>
              <a:tblGrid>
                <a:gridCol w="1550788"/>
                <a:gridCol w="1765406"/>
                <a:gridCol w="1765406"/>
                <a:gridCol w="1765406"/>
                <a:gridCol w="4811596"/>
              </a:tblGrid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[Event Name]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Description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Actual: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11"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Forecast: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Previous: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Time (GMT):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Release Date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Actual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Forecast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Previous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[asset name 1]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[asset name 2]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20731-65EA-CE43-94A5-88CA2912E5C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4CBB0-FF61-A741-B66C-72250AAD4BCF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700" y="228600"/>
            <a:ext cx="116586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Insert Text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892098"/>
            <a:ext cx="11658600" cy="5343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</a:defRPr>
            </a:lvl1pPr>
          </a:lstStyle>
          <a:p>
            <a:fld id="{743B1F26-96D9-40A6-83AD-00943405493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E1120"/>
          </a:solidFill>
          <a:latin typeface="Arial" panose="020B0704020202020204" pitchFamily="34" charset="0"/>
          <a:ea typeface="+mj-ea"/>
          <a:cs typeface="Arial" panose="020B07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None/>
        <a:defRPr sz="20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8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6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4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4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AQA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0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5" baseType="lpstr">
      <vt:lpstr>Arial</vt:lpstr>
      <vt:lpstr>SimSun</vt:lpstr>
      <vt:lpstr>Wingdings</vt:lpstr>
      <vt:lpstr>Century Gothic</vt:lpstr>
      <vt:lpstr>Verdana</vt:lpstr>
      <vt:lpstr>Arial</vt:lpstr>
      <vt:lpstr>Microsoft YaHei</vt:lpstr>
      <vt:lpstr>汉仪旗黑</vt:lpstr>
      <vt:lpstr>Arial Unicode MS</vt:lpstr>
      <vt:lpstr>Aptos</vt:lpstr>
      <vt:lpstr>Helvetica Neue</vt:lpstr>
      <vt:lpstr>Century Gothic</vt:lpstr>
      <vt:lpstr>Calibri</vt:lpstr>
      <vt:lpstr>宋体-简</vt:lpstr>
      <vt:lpstr>TAQA Template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J</dc:creator>
  <cp:lastModifiedBy>Pawan Jatale</cp:lastModifiedBy>
  <cp:revision>22</cp:revision>
  <dcterms:created xsi:type="dcterms:W3CDTF">2025-10-31T14:28:15Z</dcterms:created>
  <dcterms:modified xsi:type="dcterms:W3CDTF">2025-10-31T14:28:15Z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FA766F850FD2FE2CF27E036913F05596_43</vt:lpwstr>
  </property>
  <property fmtid="{D5CDD505-2E9C-101B-9397-08002B2CF9AE}" pid="3" name="KSOProductBuildVer">
    <vt:lpwstr>1033-12.1.23143.23143</vt:lpwstr>
  </property>
</Properties>
</file>