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presProps.xml" ContentType="application/vnd.openxmlformats-officedocument.presentationml.presProps+xml"/>
  <Override PartName="/ppt/theme/theme1.xml" ContentType="application/vnd.openxmlformats-officedocument.theme+xml"/>
  <Override PartName="/ppt/theme/theme6.xml" ContentType="application/vnd.openxmlformats-officedocument.theme+xml"/>
  <Override PartName="/ppt/slideLayouts/slideLayout5.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4.xml" ContentType="application/vnd.openxmlformats-officedocument.presentationml.slideLayout+xml"/>
  <Override PartName="/ppt/slideLayouts/slideLayout1.xml" ContentType="application/vnd.openxmlformats-officedocument.presentationml.slideLayout+xml"/>
  <Override PartName="/ppt/media/hdphoto1.wdp" ContentType="image/vnd.ms-photo"/>
  <Override PartName="/ppt/media/hdphoto3.wdp" ContentType="image/vnd.ms-photo"/>
  <Override PartName="/ppt/media/hdphoto2.wdp" ContentType="image/vnd.ms-photo"/>
  <Override PartName="/ppt/media/hdphoto4.wdp" ContentType="image/vnd.ms-photo"/>
  <Override PartName="/ppt/slideMasters/slideMaster1.xml" ContentType="application/vnd.openxmlformats-officedocument.presentationml.slideMaster+xml"/>
  <Override PartName="/ppt/slides/slide16.xml" ContentType="application/vnd.openxmlformats-officedocument.presentationml.slide+xml"/>
  <Override PartName="/ppt/slides/slide106.xml" ContentType="application/vnd.openxmlformats-officedocument.presentationml.slide+xml"/>
  <Override PartName="/ppt/slides/slide91.xml" ContentType="application/vnd.openxmlformats-officedocument.presentationml.slide+xml"/>
  <Override PartName="/ppt/slides/slide181.xml" ContentType="application/vnd.openxmlformats-officedocument.presentationml.slide+xml"/>
  <Override PartName="/ppt/slides/slide100.xml" ContentType="application/vnd.openxmlformats-officedocument.presentationml.slide+xml"/>
  <Override PartName="/ppt/slides/slide17.xml" ContentType="application/vnd.openxmlformats-officedocument.presentationml.slide+xml"/>
  <Override PartName="/ppt/slides/slide107.xml" ContentType="application/vnd.openxmlformats-officedocument.presentationml.slide+xml"/>
  <Override PartName="/ppt/slides/slide264.xml" ContentType="application/vnd.openxmlformats-officedocument.presentationml.slide+xml"/>
  <Override PartName="/ppt/slides/slide92.xml" ContentType="application/vnd.openxmlformats-officedocument.presentationml.slide+xml"/>
  <Override PartName="/ppt/slides/slide182.xml" ContentType="application/vnd.openxmlformats-officedocument.presentationml.slide+xml"/>
  <Override PartName="/ppt/slides/slide239.xml" ContentType="application/vnd.openxmlformats-officedocument.presentationml.slide+xml"/>
  <Override PartName="/ppt/slides/slide265.xml" ContentType="application/vnd.openxmlformats-officedocument.presentationml.slide+xml"/>
  <Override PartName="/ppt/slides/slide93.xml" ContentType="application/vnd.openxmlformats-officedocument.presentationml.slide+xml"/>
  <Override PartName="/ppt/slides/slide183.xml" ContentType="application/vnd.openxmlformats-officedocument.presentationml.slide+xml"/>
  <Override PartName="/ppt/slides/slide266.xml" ContentType="application/vnd.openxmlformats-officedocument.presentationml.slide+xml"/>
  <Override PartName="/ppt/slides/slide6.xml" ContentType="application/vnd.openxmlformats-officedocument.presentationml.slide+xml"/>
  <Override PartName="/ppt/slides/slide95.xml" ContentType="application/vnd.openxmlformats-officedocument.presentationml.slide+xml"/>
  <Override PartName="/ppt/slides/slide7.xml" ContentType="application/vnd.openxmlformats-officedocument.presentationml.slide+xml"/>
  <Override PartName="/ppt/slides/slide19.xml" ContentType="application/vnd.openxmlformats-officedocument.presentationml.slide+xml"/>
  <Override PartName="/ppt/slides/slide22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20.xml" ContentType="application/vnd.openxmlformats-officedocument.presentationml.slide+xml"/>
  <Override PartName="/ppt/slides/slide79.xml" ContentType="application/vnd.openxmlformats-officedocument.presentationml.slide+xml"/>
  <Override PartName="/ppt/slides/slide18.xml" ContentType="application/vnd.openxmlformats-officedocument.presentationml.slide+xml"/>
  <Override PartName="/ppt/slides/slide108.xml" ContentType="application/vnd.openxmlformats-officedocument.presentationml.slide+xml"/>
  <Override PartName="/ppt/slides/slide12.xml" ContentType="application/vnd.openxmlformats-officedocument.presentationml.slide+xml"/>
  <Override PartName="/ppt/slides/slide102.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14.xml" ContentType="application/vnd.openxmlformats-officedocument.presentationml.slide+xml"/>
  <Override PartName="/ppt/slides/slide261.xml" ContentType="application/vnd.openxmlformats-officedocument.presentationml.slide+xml"/>
  <Override PartName="/ppt/slides/slide105.xml" ContentType="application/vnd.openxmlformats-officedocument.presentationml.slide+xml"/>
  <Override PartName="/ppt/slides/slide21.xml" ContentType="application/vnd.openxmlformats-officedocument.presentationml.slide+xml"/>
  <Override PartName="/ppt/slides/slide111.xml" ContentType="application/vnd.openxmlformats-officedocument.presentationml.slide+xml"/>
  <Override PartName="/ppt/slides/slide23.xml" ContentType="application/vnd.openxmlformats-officedocument.presentationml.slide+xml"/>
  <Override PartName="/ppt/slides/slide220.xml" ContentType="application/vnd.openxmlformats-officedocument.presentationml.slide+xml"/>
  <Override PartName="/ppt/slides/slide113.xml" ContentType="application/vnd.openxmlformats-officedocument.presentationml.slide+xml"/>
  <Override PartName="/ppt/slides/slide24.xml" ContentType="application/vnd.openxmlformats-officedocument.presentationml.slide+xml"/>
  <Override PartName="/ppt/slides/slide116.xml" ContentType="application/vnd.openxmlformats-officedocument.presentationml.slide+xml"/>
  <Override PartName="/ppt/slides/slide26.xml" ContentType="application/vnd.openxmlformats-officedocument.presentationml.slide+xml"/>
  <Override PartName="/ppt/slides/slide117.xml" ContentType="application/vnd.openxmlformats-officedocument.presentationml.slide+xml"/>
  <Override PartName="/ppt/slides/slide30.xml" ContentType="application/vnd.openxmlformats-officedocument.presentationml.slide+xml"/>
  <Override PartName="/ppt/slides/slide89.xml" ContentType="application/vnd.openxmlformats-officedocument.presentationml.slide+xml"/>
  <Override PartName="/ppt/slides/slide250.xml" ContentType="application/vnd.openxmlformats-officedocument.presentationml.slide+xml"/>
  <Override PartName="/ppt/slides/slide243.xml" ContentType="application/vnd.openxmlformats-officedocument.presentationml.slide+xml"/>
  <Override PartName="/ppt/slides/slide33.xml" ContentType="application/vnd.openxmlformats-officedocument.presentationml.slide+xml"/>
  <Override PartName="/ppt/slides/slide38.xml" ContentType="application/vnd.openxmlformats-officedocument.presentationml.slide+xml"/>
  <Override PartName="/ppt/slides/slide34.xml" ContentType="application/vnd.openxmlformats-officedocument.presentationml.slide+xml"/>
  <Override PartName="/ppt/slides/slide68.xml" ContentType="application/vnd.openxmlformats-officedocument.presentationml.slide+xml"/>
  <Override PartName="/ppt/slides/slide35.xml" ContentType="application/vnd.openxmlformats-officedocument.presentationml.slide+xml"/>
  <Override PartName="/ppt/slides/slide128.xml" ContentType="application/vnd.openxmlformats-officedocument.presentationml.slide+xml"/>
  <Override PartName="/ppt/slides/slide166.xml" ContentType="application/vnd.openxmlformats-officedocument.presentationml.slide+xml"/>
  <Override PartName="/ppt/slides/slide3.xml" ContentType="application/vnd.openxmlformats-officedocument.presentationml.slide+xml"/>
  <Override PartName="/ppt/slides/slide40.xml" ContentType="application/vnd.openxmlformats-officedocument.presentationml.slide+xml"/>
  <Override PartName="/ppt/slides/slide237.xml" ContentType="application/vnd.openxmlformats-officedocument.presentationml.slide+xml"/>
  <Override PartName="/ppt/slides/slide118.xml" ContentType="application/vnd.openxmlformats-officedocument.presentationml.slide+xml"/>
  <Override PartName="/ppt/slides/slide212.xml" ContentType="application/vnd.openxmlformats-officedocument.presentationml.slide+xml"/>
  <Override PartName="/ppt/slides/slide131.xml" ContentType="application/vnd.openxmlformats-officedocument.presentationml.slide+xml"/>
  <Override PartName="/ppt/slides/slide42.xml" ContentType="application/vnd.openxmlformats-officedocument.presentationml.slide+xml"/>
  <Override PartName="/ppt/slides/slide37.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15.xml" ContentType="application/vnd.openxmlformats-officedocument.presentationml.slide+xml"/>
  <Override PartName="/ppt/slides/slide44.xml" ContentType="application/vnd.openxmlformats-officedocument.presentationml.slide+xml"/>
  <Override PartName="/ppt/slides/slide163.xml" ContentType="application/vnd.openxmlformats-officedocument.presentationml.slide+xml"/>
  <Override PartName="/ppt/slides/slide168.xml" ContentType="application/vnd.openxmlformats-officedocument.presentationml.slide+xml"/>
  <Override PartName="/ppt/slides/slide146.xml" ContentType="application/vnd.openxmlformats-officedocument.presentationml.slide+xml"/>
  <Override PartName="/ppt/slides/slide136.xml" ContentType="application/vnd.openxmlformats-officedocument.presentationml.slide+xml"/>
  <Override PartName="/ppt/slides/slide159.xml" ContentType="application/vnd.openxmlformats-officedocument.presentationml.slide+xml"/>
  <Override PartName="/ppt/slides/slide123.xml" ContentType="application/vnd.openxmlformats-officedocument.presentationml.slide+xml"/>
  <Override PartName="/ppt/slides/slide73.xml" ContentType="application/vnd.openxmlformats-officedocument.presentationml.slide+xml"/>
  <Override PartName="/ppt/slides/slide47.xml" ContentType="application/vnd.openxmlformats-officedocument.presentationml.slide+xml"/>
  <Override PartName="/ppt/slides/slide184.xml" ContentType="application/vnd.openxmlformats-officedocument.presentationml.slide+xml"/>
  <Override PartName="/ppt/slides/slide124.xml" ContentType="application/vnd.openxmlformats-officedocument.presentationml.slide+xml"/>
  <Override PartName="/ppt/slides/slide138.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slides/slide129.xml" ContentType="application/vnd.openxmlformats-officedocument.presentationml.slide+xml"/>
  <Override PartName="/ppt/slides/slide164.xml" ContentType="application/vnd.openxmlformats-officedocument.presentationml.slide+xml"/>
  <Override PartName="/ppt/slides/slide139.xml" ContentType="application/vnd.openxmlformats-officedocument.presentationml.slide+xml"/>
  <Override PartName="/ppt/slides/slide227.xml" ContentType="application/vnd.openxmlformats-officedocument.presentationml.slide+xml"/>
  <Override PartName="/ppt/slides/slide137.xml" ContentType="application/vnd.openxmlformats-officedocument.presentationml.slide+xml"/>
  <Override PartName="/ppt/slides/slide198.xml" ContentType="application/vnd.openxmlformats-officedocument.presentationml.slide+xml"/>
  <Override PartName="/ppt/slides/slide51.xml" ContentType="application/vnd.openxmlformats-officedocument.presentationml.slide+xml"/>
  <Override PartName="/ppt/slides/slide215.xml" ContentType="application/vnd.openxmlformats-officedocument.presentationml.slide+xml"/>
  <Override PartName="/ppt/slides/slide141.xml" ContentType="application/vnd.openxmlformats-officedocument.presentationml.slide+xml"/>
  <Override PartName="/ppt/slides/slide53.xml" ContentType="application/vnd.openxmlformats-officedocument.presentationml.slide+xml"/>
  <Override PartName="/ppt/slides/slide143.xml" ContentType="application/vnd.openxmlformats-officedocument.presentationml.slide+xml"/>
  <Override PartName="/ppt/slides/slide230.xml" ContentType="application/vnd.openxmlformats-officedocument.presentationml.slide+xml"/>
  <Override PartName="/ppt/slides/slide54.xml" ContentType="application/vnd.openxmlformats-officedocument.presentationml.slide+xml"/>
  <Override PartName="/ppt/slides/slide238.xml" ContentType="application/vnd.openxmlformats-officedocument.presentationml.slide+xml"/>
  <Override PartName="/ppt/slides/slide55.xml" ContentType="application/vnd.openxmlformats-officedocument.presentationml.slide+xml"/>
  <Override PartName="/ppt/slides/slide122.xml" ContentType="application/vnd.openxmlformats-officedocument.presentationml.slide+xml"/>
  <Override PartName="/ppt/slides/slide174.xml" ContentType="application/vnd.openxmlformats-officedocument.presentationml.slide+xml"/>
  <Override PartName="/ppt/slides/slide56.xml" ContentType="application/vnd.openxmlformats-officedocument.presentationml.slide+xml"/>
  <Override PartName="/ppt/slides/slide27.xml" ContentType="application/vnd.openxmlformats-officedocument.presentationml.slide+xml"/>
  <Override PartName="/ppt/slides/slide151.xml" ContentType="application/vnd.openxmlformats-officedocument.presentationml.slide+xml"/>
  <Override PartName="/ppt/slides/slide50.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104.xml" ContentType="application/vnd.openxmlformats-officedocument.presentationml.slide+xml"/>
  <Override PartName="/ppt/slides/slide201.xml" ContentType="application/vnd.openxmlformats-officedocument.presentationml.slide+xml"/>
  <Override PartName="/ppt/slides/slide74.xml" ContentType="application/vnd.openxmlformats-officedocument.presentationml.slide+xml"/>
  <Override PartName="/ppt/slides/slide186.xml" ContentType="application/vnd.openxmlformats-officedocument.presentationml.slide+xml"/>
  <Override PartName="/ppt/slides/slide10.xml" ContentType="application/vnd.openxmlformats-officedocument.presentationml.slide+xml"/>
  <Override PartName="/ppt/slides/slide204.xml" ContentType="application/vnd.openxmlformats-officedocument.presentationml.slide+xml"/>
  <Override PartName="/ppt/slides/slide210.xml" ContentType="application/vnd.openxmlformats-officedocument.presentationml.slide+xml"/>
  <Override PartName="/ppt/slides/slide150.xml" ContentType="application/vnd.openxmlformats-officedocument.presentationml.slide+xml"/>
  <Override PartName="/ppt/slides/slide222.xml" ContentType="application/vnd.openxmlformats-officedocument.presentationml.slide+xml"/>
  <Override PartName="/ppt/slides/slide207.xml" ContentType="application/vnd.openxmlformats-officedocument.presentationml.slide+xml"/>
  <Override PartName="/ppt/slides/slide216.xml" ContentType="application/vnd.openxmlformats-officedocument.presentationml.slide+xml"/>
  <Override PartName="/ppt/slides/slide208.xml" ContentType="application/vnd.openxmlformats-officedocument.presentationml.slide+xml"/>
  <Override PartName="/ppt/slides/slide63.xml" ContentType="application/vnd.openxmlformats-officedocument.presentationml.slide+xml"/>
  <Override PartName="/ppt/slides/slide66.xml" ContentType="application/vnd.openxmlformats-officedocument.presentationml.slide+xml"/>
  <Override PartName="/ppt/slides/slide110.xml" ContentType="application/vnd.openxmlformats-officedocument.presentationml.slide+xml"/>
  <Override PartName="/ppt/slides/slide75.xml" ContentType="application/vnd.openxmlformats-officedocument.presentationml.slide+xml"/>
  <Override PartName="/ppt/slides/slide156.xml" ContentType="application/vnd.openxmlformats-officedocument.presentationml.slide+xml"/>
  <Override PartName="/ppt/slides/slide69.xml" ContentType="application/vnd.openxmlformats-officedocument.presentationml.slide+xml"/>
  <Override PartName="/ppt/slides/slide67.xml" ContentType="application/vnd.openxmlformats-officedocument.presentationml.slide+xml"/>
  <Override PartName="/ppt/slides/slide94.xml" ContentType="application/vnd.openxmlformats-officedocument.presentationml.slide+xml"/>
  <Override PartName="/ppt/slides/slide140.xml" ContentType="application/vnd.openxmlformats-officedocument.presentationml.slide+xml"/>
  <Override PartName="/ppt/slides/slide112.xml" ContentType="application/vnd.openxmlformats-officedocument.presentationml.slide+xml"/>
  <Override PartName="/ppt/slides/slide1.xml" ContentType="application/vnd.openxmlformats-officedocument.presentationml.slide+xml"/>
  <Override PartName="/ppt/slides/slide157.xml" ContentType="application/vnd.openxmlformats-officedocument.presentationml.slide+xml"/>
  <Override PartName="/ppt/slides/slide15.xml" ContentType="application/vnd.openxmlformats-officedocument.presentationml.slide+xml"/>
  <Override PartName="/ppt/slides/slide158.xml" ContentType="application/vnd.openxmlformats-officedocument.presentationml.slide+xml"/>
  <Override PartName="/ppt/slides/slide160.xml" ContentType="application/vnd.openxmlformats-officedocument.presentationml.slide+xml"/>
  <Override PartName="/ppt/slides/slide152.xml" ContentType="application/vnd.openxmlformats-officedocument.presentationml.slide+xml"/>
  <Override PartName="/ppt/slides/slide109.xml" ContentType="application/vnd.openxmlformats-officedocument.presentationml.slide+xml"/>
  <Override PartName="/ppt/slides/slide217.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249.xml" ContentType="application/vnd.openxmlformats-officedocument.presentationml.slide+xml"/>
  <Override PartName="/ppt/slides/slide219.xml" ContentType="application/vnd.openxmlformats-officedocument.presentationml.slide+xml"/>
  <Override PartName="/ppt/slides/slide214.xml" ContentType="application/vnd.openxmlformats-officedocument.presentationml.slide+xml"/>
  <Override PartName="/ppt/slides/slide149.xml" ContentType="application/vnd.openxmlformats-officedocument.presentationml.slide+xml"/>
  <Override PartName="/ppt/slides/slide4.xml" ContentType="application/vnd.openxmlformats-officedocument.presentationml.slide+xml"/>
  <Override PartName="/ppt/slides/slide71.xml" ContentType="application/vnd.openxmlformats-officedocument.presentationml.slide+xml"/>
  <Override PartName="/ppt/slides/slide161.xml" ContentType="application/vnd.openxmlformats-officedocument.presentationml.slide+xml"/>
  <Override PartName="/ppt/slides/slide200.xml" ContentType="application/vnd.openxmlformats-officedocument.presentationml.slide+xml"/>
  <Override PartName="/ppt/slides/slide263.xml" ContentType="application/vnd.openxmlformats-officedocument.presentationml.slide+xml"/>
  <Override PartName="/ppt/slides/slide46.xml" ContentType="application/vnd.openxmlformats-officedocument.presentationml.slide+xml"/>
  <Override PartName="/ppt/slides/slide148.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203.xml" ContentType="application/vnd.openxmlformats-officedocument.presentationml.slide+xml"/>
  <Override PartName="/ppt/slides/slide70.xml" ContentType="application/vnd.openxmlformats-officedocument.presentationml.slide+xml"/>
  <Override PartName="/ppt/slides/slide80.xml" ContentType="application/vnd.openxmlformats-officedocument.presentationml.slide+xml"/>
  <Override PartName="/ppt/slides/slide193.xml" ContentType="application/vnd.openxmlformats-officedocument.presentationml.slide+xml"/>
  <Override PartName="/ppt/slides/slide36.xml" ContentType="application/vnd.openxmlformats-officedocument.presentationml.slide+xml"/>
  <Override PartName="/ppt/slides/slide258.xml" ContentType="application/vnd.openxmlformats-officedocument.presentationml.slide+xml"/>
  <Override PartName="/ppt/slides/slide155.xml" ContentType="application/vnd.openxmlformats-officedocument.presentationml.slide+xml"/>
  <Override PartName="/ppt/slides/slide127.xml" ContentType="application/vnd.openxmlformats-officedocument.presentationml.slide+xml"/>
  <Override PartName="/ppt/slides/slide218.xml" ContentType="application/vnd.openxmlformats-officedocument.presentationml.slide+xml"/>
  <Override PartName="/ppt/slides/slide97.xml" ContentType="application/vnd.openxmlformats-officedocument.presentationml.slide+xml"/>
  <Override PartName="/ppt/slides/slide153.xml" ContentType="application/vnd.openxmlformats-officedocument.presentationml.slide+xml"/>
  <Override PartName="/ppt/slides/slide194.xml" ContentType="application/vnd.openxmlformats-officedocument.presentationml.slide+xml"/>
  <Override PartName="/ppt/slides/slide236.xml" ContentType="application/vnd.openxmlformats-officedocument.presentationml.slide+xml"/>
  <Override PartName="/ppt/slides/slide206.xml" ContentType="application/vnd.openxmlformats-officedocument.presentationml.slide+xml"/>
  <Override PartName="/ppt/slides/slide167.xml" ContentType="application/vnd.openxmlformats-officedocument.presentationml.slide+xml"/>
  <Override PartName="/ppt/slides/slide171.xml" ContentType="application/vnd.openxmlformats-officedocument.presentationml.slide+xml"/>
  <Override PartName="/ppt/slides/slide2.xml" ContentType="application/vnd.openxmlformats-officedocument.presentationml.slide+xml"/>
  <Override PartName="/ppt/slides/slide228.xml" ContentType="application/vnd.openxmlformats-officedocument.presentationml.slide+xml"/>
  <Override PartName="/ppt/slides/slide41.xml" ContentType="application/vnd.openxmlformats-officedocument.presentationml.slide+xml"/>
  <Override PartName="/ppt/slides/slide209.xml" ContentType="application/vnd.openxmlformats-officedocument.presentationml.slide+xml"/>
  <Override PartName="/ppt/slides/slide223.xml" ContentType="application/vnd.openxmlformats-officedocument.presentationml.slide+xml"/>
  <Override PartName="/ppt/slides/slide82.xml" ContentType="application/vnd.openxmlformats-officedocument.presentationml.slide+xml"/>
  <Override PartName="/ppt/slides/slide125.xml" ContentType="application/vnd.openxmlformats-officedocument.presentationml.slide+xml"/>
  <Override PartName="/ppt/slides/slide83.xml" ContentType="application/vnd.openxmlformats-officedocument.presentationml.slide+xml"/>
  <Override PartName="/ppt/slides/slide189.xml" ContentType="application/vnd.openxmlformats-officedocument.presentationml.slide+xml"/>
  <Override PartName="/ppt/slides/slide85.xml" ContentType="application/vnd.openxmlformats-officedocument.presentationml.slide+xml"/>
  <Override PartName="/ppt/slides/slide229.xml" ContentType="application/vnd.openxmlformats-officedocument.presentationml.slide+xml"/>
  <Override PartName="/ppt/slides/slide45.xml" ContentType="application/vnd.openxmlformats-officedocument.presentationml.slide+xml"/>
  <Override PartName="/ppt/slides/slide175.xml" ContentType="application/vnd.openxmlformats-officedocument.presentationml.slide+xml"/>
  <Override PartName="/ppt/slides/slide86.xml" ContentType="application/vnd.openxmlformats-officedocument.presentationml.slide+xml"/>
  <Override PartName="/ppt/slides/slide187.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88.xml" ContentType="application/vnd.openxmlformats-officedocument.presentationml.slide+xml"/>
  <Override PartName="/ppt/slides/slide256.xml" ContentType="application/vnd.openxmlformats-officedocument.presentationml.slide+xml"/>
  <Override PartName="/ppt/slides/slide162.xml" ContentType="application/vnd.openxmlformats-officedocument.presentationml.slide+xml"/>
  <Override PartName="/ppt/slides/slide142.xml" ContentType="application/vnd.openxmlformats-officedocument.presentationml.slide+xml"/>
  <Override PartName="/ppt/slides/slide246.xml" ContentType="application/vnd.openxmlformats-officedocument.presentationml.slide+xml"/>
  <Override PartName="/ppt/slides/slide202.xml" ContentType="application/vnd.openxmlformats-officedocument.presentationml.slide+xml"/>
  <Override PartName="/ppt/slides/slide180.xml" ContentType="application/vnd.openxmlformats-officedocument.presentationml.slide+xml"/>
  <Override PartName="/ppt/slides/slide154.xml" ContentType="application/vnd.openxmlformats-officedocument.presentationml.slide+xml"/>
  <Override PartName="/ppt/slides/slide98.xml" ContentType="application/vnd.openxmlformats-officedocument.presentationml.slide+xml"/>
  <Override PartName="/ppt/slides/slide260.xml" ContentType="application/vnd.openxmlformats-officedocument.presentationml.slide+xml"/>
  <Override PartName="/ppt/slides/slide176.xml" ContentType="application/vnd.openxmlformats-officedocument.presentationml.slide+xml"/>
  <Override PartName="/ppt/slides/slide99.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53.xml" ContentType="application/vnd.openxmlformats-officedocument.presentationml.slide+xml"/>
  <Override PartName="/ppt/slides/slide5.xml" ContentType="application/vnd.openxmlformats-officedocument.presentationml.slide+xml"/>
  <Override PartName="/ppt/slides/slide190.xml" ContentType="application/vnd.openxmlformats-officedocument.presentationml.slide+xml"/>
  <Override PartName="/ppt/slides/slide172.xml" ContentType="application/vnd.openxmlformats-officedocument.presentationml.slide+xml"/>
  <Override PartName="/ppt/slides/slide192.xml" ContentType="application/vnd.openxmlformats-officedocument.presentationml.slide+xml"/>
  <Override PartName="/ppt/slides/slide173.xml" ContentType="application/vnd.openxmlformats-officedocument.presentationml.slide+xml"/>
  <Override PartName="/ppt/slides/slide62.xml" ContentType="application/vnd.openxmlformats-officedocument.presentationml.slide+xml"/>
  <Override PartName="/ppt/slides/slide121.xml" ContentType="application/vnd.openxmlformats-officedocument.presentationml.slide+xml"/>
  <Override PartName="/ppt/slides/slide28.xml" ContentType="application/vnd.openxmlformats-officedocument.presentationml.slide+xml"/>
  <Override PartName="/ppt/slides/slide31.xml" ContentType="application/vnd.openxmlformats-officedocument.presentationml.slide+xml"/>
  <Override PartName="/ppt/slides/slide134.xml" ContentType="application/vnd.openxmlformats-officedocument.presentationml.slide+xml"/>
  <Override PartName="/ppt/slides/slide81.xml" ContentType="application/vnd.openxmlformats-officedocument.presentationml.slide+xml"/>
  <Override PartName="/ppt/slides/slide199.xml" ContentType="application/vnd.openxmlformats-officedocument.presentationml.slide+xml"/>
  <Override PartName="/ppt/slides/slide195.xml" ContentType="application/vnd.openxmlformats-officedocument.presentationml.slide+xml"/>
  <Override PartName="/ppt/slides/slide205.xml" ContentType="application/vnd.openxmlformats-officedocument.presentationml.slide+xml"/>
  <Override PartName="/ppt/slides/slide65.xml" ContentType="application/vnd.openxmlformats-officedocument.presentationml.slide+xml"/>
  <Override PartName="/ppt/slides/slide165.xml" ContentType="application/vnd.openxmlformats-officedocument.presentationml.slide+xml"/>
  <Override PartName="/ppt/slides/slide169.xml" ContentType="application/vnd.openxmlformats-officedocument.presentationml.slide+xml"/>
  <Override PartName="/ppt/slides/slide225.xml" ContentType="application/vnd.openxmlformats-officedocument.presentationml.slide+xml"/>
  <Override PartName="/ppt/slides/slide197.xml" ContentType="application/vnd.openxmlformats-officedocument.presentationml.slide+xml"/>
  <Override PartName="/ppt/slides/slide196.xml" ContentType="application/vnd.openxmlformats-officedocument.presentationml.slide+xml"/>
  <Override PartName="/ppt/slides/slide233.xml" ContentType="application/vnd.openxmlformats-officedocument.presentationml.slide+xml"/>
  <Override PartName="/ppt/slides/slide259.xml" ContentType="application/vnd.openxmlformats-officedocument.presentationml.slide+xml"/>
  <Override PartName="/ppt/slides/slide103.xml" ContentType="application/vnd.openxmlformats-officedocument.presentationml.slide+xml"/>
  <Override PartName="/ppt/slides/slide226.xml" ContentType="application/vnd.openxmlformats-officedocument.presentationml.slide+xml"/>
  <Override PartName="/ppt/slides/slide96.xml" ContentType="application/vnd.openxmlformats-officedocument.presentationml.slide+xml"/>
  <Override PartName="/ppt/slides/slide61.xml" ContentType="application/vnd.openxmlformats-officedocument.presentationml.slide+xml"/>
  <Override PartName="/ppt/slides/slide248.xml" ContentType="application/vnd.openxmlformats-officedocument.presentationml.slide+xml"/>
  <Override PartName="/ppt/slides/slide244.xml" ContentType="application/vnd.openxmlformats-officedocument.presentationml.slide+xml"/>
  <Override PartName="/ppt/slides/slide231.xml" ContentType="application/vnd.openxmlformats-officedocument.presentationml.slide+xml"/>
  <Override PartName="/ppt/slides/slide60.xml" ContentType="application/vnd.openxmlformats-officedocument.presentationml.slide+xml"/>
  <Override PartName="/ppt/slides/slide191.xml" ContentType="application/vnd.openxmlformats-officedocument.presentationml.slide+xml"/>
  <Override PartName="/ppt/slides/slide114.xml" ContentType="application/vnd.openxmlformats-officedocument.presentationml.slide+xml"/>
  <Override PartName="/ppt/slides/slide234.xml" ContentType="application/vnd.openxmlformats-officedocument.presentationml.slide+xml"/>
  <Override PartName="/ppt/slides/slide130.xml" ContentType="application/vnd.openxmlformats-officedocument.presentationml.slide+xml"/>
  <Override PartName="/ppt/slides/slide170.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13.xml" ContentType="application/vnd.openxmlformats-officedocument.presentationml.slide+xml"/>
  <Override PartName="/ppt/slides/slide179.xml" ContentType="application/vnd.openxmlformats-officedocument.presentationml.slide+xml"/>
  <Override PartName="/ppt/slides/slide144.xml" ContentType="application/vnd.openxmlformats-officedocument.presentationml.slide+xml"/>
  <Override PartName="/ppt/slides/slide87.xml" ContentType="application/vnd.openxmlformats-officedocument.presentationml.slide+xml"/>
  <Override PartName="/ppt/slides/slide48.xml" ContentType="application/vnd.openxmlformats-officedocument.presentationml.slide+xml"/>
  <Override PartName="/ppt/slides/slide147.xml" ContentType="application/vnd.openxmlformats-officedocument.presentationml.slide+xml"/>
  <Override PartName="/ppt/slides/slide254.xml" ContentType="application/vnd.openxmlformats-officedocument.presentationml.slide+xml"/>
  <Override PartName="/ppt/slides/slide235.xml" ContentType="application/vnd.openxmlformats-officedocument.presentationml.slide+xml"/>
  <Override PartName="/ppt/slides/slide88.xml" ContentType="application/vnd.openxmlformats-officedocument.presentationml.slide+xml"/>
  <Override PartName="/ppt/slides/slide119.xml" ContentType="application/vnd.openxmlformats-officedocument.presentationml.slide+xml"/>
  <Override PartName="/ppt/slides/slide84.xml" ContentType="application/vnd.openxmlformats-officedocument.presentationml.slide+xml"/>
  <Override PartName="/ppt/slides/slide32.xml" ContentType="application/vnd.openxmlformats-officedocument.presentationml.slide+xml"/>
  <Override PartName="/ppt/slides/slide90.xml" ContentType="application/vnd.openxmlformats-officedocument.presentationml.slide+xml"/>
  <Override PartName="/ppt/slides/slide126.xml" ContentType="application/vnd.openxmlformats-officedocument.presentationml.slide+xml"/>
  <Override PartName="/ppt/slides/slide211.xml" ContentType="application/vnd.openxmlformats-officedocument.presentationml.slide+xml"/>
  <Override PartName="/ppt/slides/slide245.xml" ContentType="application/vnd.openxmlformats-officedocument.presentationml.slide+xml"/>
  <Override PartName="/ppt/slides/slide39.xml" ContentType="application/vnd.openxmlformats-officedocument.presentationml.slide+xml"/>
  <Override PartName="/ppt/slides/slide257.xml" ContentType="application/vnd.openxmlformats-officedocument.presentationml.slide+xml"/>
  <Override PartName="/ppt/slides/slide64.xml" ContentType="application/vnd.openxmlformats-officedocument.presentationml.slide+xml"/>
  <Override PartName="/ppt/slides/slide251.xml" ContentType="application/vnd.openxmlformats-officedocument.presentationml.slide+xml"/>
  <Override PartName="/ppt/slides/slide120.xml" ContentType="application/vnd.openxmlformats-officedocument.presentationml.slide+xml"/>
  <Override PartName="/ppt/slides/slide52.xml" ContentType="application/vnd.openxmlformats-officedocument.presentationml.slide+xml"/>
  <Override PartName="/ppt/slides/slide242.xml" ContentType="application/vnd.openxmlformats-officedocument.presentationml.slide+xml"/>
  <Override PartName="/ppt/slides/slide247.xml" ContentType="application/vnd.openxmlformats-officedocument.presentationml.slide+xml"/>
  <Override PartName="/ppt/slides/slide255.xml" ContentType="application/vnd.openxmlformats-officedocument.presentationml.slide+xml"/>
  <Override PartName="/ppt/slides/slide29.xml" ContentType="application/vnd.openxmlformats-officedocument.presentationml.slide+xml"/>
  <Override PartName="/ppt/slides/slide145.xml" ContentType="application/vnd.openxmlformats-officedocument.presentationml.slide+xml"/>
  <Override PartName="/ppt/slides/slide252.xml" ContentType="application/vnd.openxmlformats-officedocument.presentationml.slide+xml"/>
  <Override PartName="/ppt/slides/slide135.xml" ContentType="application/vnd.openxmlformats-officedocument.presentationml.slide+xml"/>
  <Override PartName="/ppt/slides/slide232.xml" ContentType="application/vnd.openxmlformats-officedocument.presentationml.slide+xml"/>
  <Override PartName="/ppt/slides/slide101.xml" ContentType="application/vnd.openxmlformats-officedocument.presentationml.slide+xml"/>
  <Override PartName="/ppt/slides/slide185.xml" ContentType="application/vnd.openxmlformats-officedocument.presentationml.slide+xml"/>
  <Override PartName="/ppt/slides/slide262.xml" ContentType="application/vnd.openxmlformats-officedocument.presentationml.slide+xml"/>
  <Override PartName="/ppt/slides/slide224.xml" ContentType="application/vnd.openxmlformats-officedocument.presentationml.slide+xml"/>
  <Override PartName="/ppt/notesMasters/notesMaster1.xml" ContentType="application/vnd.openxmlformats-officedocument.presentationml.notesMaster+xml"/>
  <Override PartName="/ppt/notesSlides/notesSlide264.xml" ContentType="application/vnd.openxmlformats-officedocument.presentationml.notesSlide+xml"/>
  <Override PartName="/ppt/notesSlides/notesSlide265.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292" r:id="rId40"/>
    <p:sldId id="293" r:id="rId41"/>
    <p:sldId id="294" r:id="rId42"/>
    <p:sldId id="295" r:id="rId43"/>
    <p:sldId id="296" r:id="rId44"/>
    <p:sldId id="297" r:id="rId45"/>
    <p:sldId id="298" r:id="rId46"/>
    <p:sldId id="299" r:id="rId47"/>
    <p:sldId id="300" r:id="rId48"/>
    <p:sldId id="301" r:id="rId49"/>
    <p:sldId id="302" r:id="rId50"/>
    <p:sldId id="303" r:id="rId51"/>
    <p:sldId id="304" r:id="rId52"/>
    <p:sldId id="305" r:id="rId53"/>
    <p:sldId id="306" r:id="rId54"/>
    <p:sldId id="307" r:id="rId55"/>
    <p:sldId id="308" r:id="rId56"/>
    <p:sldId id="309" r:id="rId57"/>
    <p:sldId id="310" r:id="rId58"/>
    <p:sldId id="311" r:id="rId59"/>
    <p:sldId id="312" r:id="rId60"/>
    <p:sldId id="313" r:id="rId61"/>
    <p:sldId id="314" r:id="rId62"/>
    <p:sldId id="315" r:id="rId63"/>
    <p:sldId id="316" r:id="rId64"/>
    <p:sldId id="317" r:id="rId65"/>
    <p:sldId id="318" r:id="rId66"/>
    <p:sldId id="319" r:id="rId67"/>
    <p:sldId id="320" r:id="rId68"/>
    <p:sldId id="321" r:id="rId69"/>
    <p:sldId id="322" r:id="rId70"/>
    <p:sldId id="323" r:id="rId71"/>
    <p:sldId id="324" r:id="rId72"/>
    <p:sldId id="325" r:id="rId73"/>
    <p:sldId id="326" r:id="rId74"/>
    <p:sldId id="327" r:id="rId75"/>
    <p:sldId id="328" r:id="rId76"/>
    <p:sldId id="329" r:id="rId77"/>
    <p:sldId id="330" r:id="rId78"/>
    <p:sldId id="331" r:id="rId79"/>
    <p:sldId id="332" r:id="rId80"/>
    <p:sldId id="333" r:id="rId81"/>
    <p:sldId id="334" r:id="rId82"/>
    <p:sldId id="335" r:id="rId83"/>
    <p:sldId id="336" r:id="rId84"/>
    <p:sldId id="337" r:id="rId85"/>
    <p:sldId id="338" r:id="rId86"/>
    <p:sldId id="339" r:id="rId87"/>
    <p:sldId id="340" r:id="rId88"/>
    <p:sldId id="341" r:id="rId89"/>
    <p:sldId id="342" r:id="rId90"/>
    <p:sldId id="343" r:id="rId91"/>
    <p:sldId id="344" r:id="rId92"/>
    <p:sldId id="345" r:id="rId93"/>
    <p:sldId id="346" r:id="rId94"/>
    <p:sldId id="347" r:id="rId95"/>
    <p:sldId id="348" r:id="rId96"/>
    <p:sldId id="349" r:id="rId97"/>
    <p:sldId id="350" r:id="rId98"/>
    <p:sldId id="351" r:id="rId99"/>
    <p:sldId id="352" r:id="rId100"/>
    <p:sldId id="353" r:id="rId101"/>
    <p:sldId id="354" r:id="rId102"/>
    <p:sldId id="355" r:id="rId103"/>
    <p:sldId id="356" r:id="rId104"/>
    <p:sldId id="357" r:id="rId105"/>
    <p:sldId id="358" r:id="rId106"/>
    <p:sldId id="359" r:id="rId107"/>
    <p:sldId id="360" r:id="rId108"/>
    <p:sldId id="361" r:id="rId109"/>
    <p:sldId id="362" r:id="rId110"/>
    <p:sldId id="363" r:id="rId111"/>
    <p:sldId id="364" r:id="rId112"/>
    <p:sldId id="365" r:id="rId113"/>
    <p:sldId id="366" r:id="rId114"/>
    <p:sldId id="367" r:id="rId115"/>
    <p:sldId id="368" r:id="rId116"/>
    <p:sldId id="369" r:id="rId117"/>
    <p:sldId id="370" r:id="rId118"/>
    <p:sldId id="371" r:id="rId119"/>
    <p:sldId id="372" r:id="rId120"/>
    <p:sldId id="373" r:id="rId121"/>
    <p:sldId id="374" r:id="rId122"/>
    <p:sldId id="375" r:id="rId123"/>
    <p:sldId id="376" r:id="rId124"/>
    <p:sldId id="377" r:id="rId125"/>
    <p:sldId id="378" r:id="rId126"/>
    <p:sldId id="379" r:id="rId127"/>
    <p:sldId id="380" r:id="rId128"/>
    <p:sldId id="381" r:id="rId129"/>
    <p:sldId id="382" r:id="rId130"/>
    <p:sldId id="383" r:id="rId131"/>
    <p:sldId id="384" r:id="rId132"/>
    <p:sldId id="385" r:id="rId133"/>
    <p:sldId id="386" r:id="rId134"/>
    <p:sldId id="387" r:id="rId135"/>
    <p:sldId id="388" r:id="rId136"/>
    <p:sldId id="389" r:id="rId137"/>
    <p:sldId id="390" r:id="rId138"/>
    <p:sldId id="391" r:id="rId139"/>
    <p:sldId id="392" r:id="rId140"/>
    <p:sldId id="393" r:id="rId141"/>
    <p:sldId id="394" r:id="rId142"/>
    <p:sldId id="395" r:id="rId143"/>
    <p:sldId id="396" r:id="rId144"/>
    <p:sldId id="397" r:id="rId145"/>
    <p:sldId id="398" r:id="rId146"/>
    <p:sldId id="399" r:id="rId147"/>
    <p:sldId id="400" r:id="rId148"/>
    <p:sldId id="401" r:id="rId149"/>
    <p:sldId id="402" r:id="rId150"/>
    <p:sldId id="403" r:id="rId151"/>
    <p:sldId id="404" r:id="rId152"/>
    <p:sldId id="405" r:id="rId153"/>
    <p:sldId id="406" r:id="rId154"/>
    <p:sldId id="407" r:id="rId155"/>
    <p:sldId id="408" r:id="rId156"/>
    <p:sldId id="409" r:id="rId157"/>
    <p:sldId id="410" r:id="rId158"/>
    <p:sldId id="411" r:id="rId159"/>
    <p:sldId id="412" r:id="rId160"/>
    <p:sldId id="413" r:id="rId161"/>
    <p:sldId id="414" r:id="rId162"/>
    <p:sldId id="415" r:id="rId163"/>
    <p:sldId id="416" r:id="rId164"/>
    <p:sldId id="417" r:id="rId165"/>
    <p:sldId id="418" r:id="rId166"/>
    <p:sldId id="419" r:id="rId167"/>
    <p:sldId id="420" r:id="rId168"/>
    <p:sldId id="421" r:id="rId169"/>
    <p:sldId id="422" r:id="rId170"/>
    <p:sldId id="423" r:id="rId171"/>
    <p:sldId id="424" r:id="rId172"/>
    <p:sldId id="425" r:id="rId173"/>
    <p:sldId id="426" r:id="rId174"/>
    <p:sldId id="427" r:id="rId175"/>
    <p:sldId id="428" r:id="rId176"/>
    <p:sldId id="429" r:id="rId177"/>
    <p:sldId id="430" r:id="rId178"/>
    <p:sldId id="431" r:id="rId179"/>
    <p:sldId id="432" r:id="rId180"/>
    <p:sldId id="433" r:id="rId181"/>
    <p:sldId id="434" r:id="rId182"/>
    <p:sldId id="435" r:id="rId183"/>
    <p:sldId id="436" r:id="rId184"/>
    <p:sldId id="437" r:id="rId185"/>
    <p:sldId id="438" r:id="rId186"/>
    <p:sldId id="439" r:id="rId187"/>
    <p:sldId id="440" r:id="rId188"/>
    <p:sldId id="441" r:id="rId189"/>
    <p:sldId id="442" r:id="rId190"/>
    <p:sldId id="443" r:id="rId191"/>
    <p:sldId id="444" r:id="rId192"/>
    <p:sldId id="445" r:id="rId193"/>
    <p:sldId id="446" r:id="rId194"/>
    <p:sldId id="447" r:id="rId195"/>
    <p:sldId id="448" r:id="rId196"/>
    <p:sldId id="449" r:id="rId197"/>
    <p:sldId id="450" r:id="rId198"/>
    <p:sldId id="451" r:id="rId199"/>
    <p:sldId id="452" r:id="rId200"/>
    <p:sldId id="453" r:id="rId201"/>
    <p:sldId id="454" r:id="rId202"/>
    <p:sldId id="455" r:id="rId203"/>
    <p:sldId id="456" r:id="rId204"/>
    <p:sldId id="457" r:id="rId205"/>
    <p:sldId id="458" r:id="rId206"/>
    <p:sldId id="459" r:id="rId207"/>
    <p:sldId id="460" r:id="rId208"/>
    <p:sldId id="461" r:id="rId209"/>
    <p:sldId id="462" r:id="rId210"/>
    <p:sldId id="463" r:id="rId211"/>
    <p:sldId id="464" r:id="rId212"/>
    <p:sldId id="465" r:id="rId213"/>
    <p:sldId id="466" r:id="rId214"/>
    <p:sldId id="467" r:id="rId215"/>
    <p:sldId id="468" r:id="rId216"/>
    <p:sldId id="469" r:id="rId217"/>
    <p:sldId id="470" r:id="rId218"/>
    <p:sldId id="471" r:id="rId219"/>
    <p:sldId id="472" r:id="rId220"/>
    <p:sldId id="473" r:id="rId221"/>
    <p:sldId id="474" r:id="rId222"/>
    <p:sldId id="475" r:id="rId223"/>
    <p:sldId id="476" r:id="rId224"/>
    <p:sldId id="477" r:id="rId225"/>
    <p:sldId id="478" r:id="rId226"/>
    <p:sldId id="479" r:id="rId227"/>
    <p:sldId id="480" r:id="rId228"/>
    <p:sldId id="481" r:id="rId229"/>
    <p:sldId id="482" r:id="rId230"/>
    <p:sldId id="483" r:id="rId231"/>
    <p:sldId id="484" r:id="rId232"/>
    <p:sldId id="485" r:id="rId233"/>
    <p:sldId id="486" r:id="rId234"/>
    <p:sldId id="487" r:id="rId235"/>
    <p:sldId id="488" r:id="rId236"/>
    <p:sldId id="489" r:id="rId237"/>
    <p:sldId id="490" r:id="rId238"/>
    <p:sldId id="491" r:id="rId239"/>
    <p:sldId id="492" r:id="rId240"/>
    <p:sldId id="493" r:id="rId241"/>
    <p:sldId id="494" r:id="rId242"/>
    <p:sldId id="495" r:id="rId243"/>
    <p:sldId id="496" r:id="rId244"/>
    <p:sldId id="497" r:id="rId245"/>
    <p:sldId id="498" r:id="rId246"/>
    <p:sldId id="499" r:id="rId247"/>
    <p:sldId id="500" r:id="rId248"/>
    <p:sldId id="501" r:id="rId249"/>
    <p:sldId id="502" r:id="rId250"/>
    <p:sldId id="503" r:id="rId251"/>
    <p:sldId id="504" r:id="rId252"/>
    <p:sldId id="505" r:id="rId253"/>
    <p:sldId id="506" r:id="rId254"/>
    <p:sldId id="507" r:id="rId255"/>
    <p:sldId id="508" r:id="rId256"/>
    <p:sldId id="509" r:id="rId257"/>
    <p:sldId id="510" r:id="rId258"/>
    <p:sldId id="511" r:id="rId259"/>
    <p:sldId id="512" r:id="rId260"/>
    <p:sldId id="513" r:id="rId261"/>
    <p:sldId id="514" r:id="rId262"/>
    <p:sldId id="515" r:id="rId263"/>
    <p:sldId id="516" r:id="rId264"/>
    <p:sldId id="517" r:id="rId265"/>
    <p:sldId id="518" r:id="rId266"/>
    <p:sldId id="519" r:id="rId267"/>
    <p:sldId id="520" r:id="rId268"/>
    <p:sldId id="521" r:id="rId269"/>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slide" Target="slides/slide52.xml"/><Relationship Id="rId56" Type="http://schemas.openxmlformats.org/officeDocument/2006/relationships/slide" Target="slides/slide53.xml"/><Relationship Id="rId57" Type="http://schemas.openxmlformats.org/officeDocument/2006/relationships/slide" Target="slides/slide54.xml"/><Relationship Id="rId58" Type="http://schemas.openxmlformats.org/officeDocument/2006/relationships/slide" Target="slides/slide55.xml"/><Relationship Id="rId59" Type="http://schemas.openxmlformats.org/officeDocument/2006/relationships/slide" Target="slides/slide56.xml"/><Relationship Id="rId60" Type="http://schemas.openxmlformats.org/officeDocument/2006/relationships/slide" Target="slides/slide57.xml"/><Relationship Id="rId61" Type="http://schemas.openxmlformats.org/officeDocument/2006/relationships/slide" Target="slides/slide58.xml"/><Relationship Id="rId62" Type="http://schemas.openxmlformats.org/officeDocument/2006/relationships/slide" Target="slides/slide59.xml"/><Relationship Id="rId63" Type="http://schemas.openxmlformats.org/officeDocument/2006/relationships/slide" Target="slides/slide60.xml"/><Relationship Id="rId64" Type="http://schemas.openxmlformats.org/officeDocument/2006/relationships/slide" Target="slides/slide61.xml"/><Relationship Id="rId65" Type="http://schemas.openxmlformats.org/officeDocument/2006/relationships/slide" Target="slides/slide62.xml"/><Relationship Id="rId66" Type="http://schemas.openxmlformats.org/officeDocument/2006/relationships/slide" Target="slides/slide63.xml"/><Relationship Id="rId67" Type="http://schemas.openxmlformats.org/officeDocument/2006/relationships/slide" Target="slides/slide64.xml"/><Relationship Id="rId68" Type="http://schemas.openxmlformats.org/officeDocument/2006/relationships/slide" Target="slides/slide65.xml"/><Relationship Id="rId69" Type="http://schemas.openxmlformats.org/officeDocument/2006/relationships/slide" Target="slides/slide66.xml"/><Relationship Id="rId70" Type="http://schemas.openxmlformats.org/officeDocument/2006/relationships/slide" Target="slides/slide67.xml"/><Relationship Id="rId71" Type="http://schemas.openxmlformats.org/officeDocument/2006/relationships/slide" Target="slides/slide68.xml"/><Relationship Id="rId72" Type="http://schemas.openxmlformats.org/officeDocument/2006/relationships/slide" Target="slides/slide69.xml"/><Relationship Id="rId73" Type="http://schemas.openxmlformats.org/officeDocument/2006/relationships/slide" Target="slides/slide70.xml"/><Relationship Id="rId74" Type="http://schemas.openxmlformats.org/officeDocument/2006/relationships/slide" Target="slides/slide71.xml"/><Relationship Id="rId75" Type="http://schemas.openxmlformats.org/officeDocument/2006/relationships/slide" Target="slides/slide72.xml"/><Relationship Id="rId76" Type="http://schemas.openxmlformats.org/officeDocument/2006/relationships/slide" Target="slides/slide73.xml"/><Relationship Id="rId77" Type="http://schemas.openxmlformats.org/officeDocument/2006/relationships/slide" Target="slides/slide74.xml"/><Relationship Id="rId78" Type="http://schemas.openxmlformats.org/officeDocument/2006/relationships/slide" Target="slides/slide75.xml"/><Relationship Id="rId79" Type="http://schemas.openxmlformats.org/officeDocument/2006/relationships/slide" Target="slides/slide76.xml"/><Relationship Id="rId80" Type="http://schemas.openxmlformats.org/officeDocument/2006/relationships/slide" Target="slides/slide77.xml"/><Relationship Id="rId81" Type="http://schemas.openxmlformats.org/officeDocument/2006/relationships/slide" Target="slides/slide78.xml"/><Relationship Id="rId82" Type="http://schemas.openxmlformats.org/officeDocument/2006/relationships/slide" Target="slides/slide79.xml"/><Relationship Id="rId83" Type="http://schemas.openxmlformats.org/officeDocument/2006/relationships/slide" Target="slides/slide80.xml"/><Relationship Id="rId84" Type="http://schemas.openxmlformats.org/officeDocument/2006/relationships/slide" Target="slides/slide81.xml"/><Relationship Id="rId85" Type="http://schemas.openxmlformats.org/officeDocument/2006/relationships/slide" Target="slides/slide82.xml"/><Relationship Id="rId86" Type="http://schemas.openxmlformats.org/officeDocument/2006/relationships/slide" Target="slides/slide83.xml"/><Relationship Id="rId87" Type="http://schemas.openxmlformats.org/officeDocument/2006/relationships/slide" Target="slides/slide84.xml"/><Relationship Id="rId88" Type="http://schemas.openxmlformats.org/officeDocument/2006/relationships/slide" Target="slides/slide85.xml"/><Relationship Id="rId89" Type="http://schemas.openxmlformats.org/officeDocument/2006/relationships/slide" Target="slides/slide86.xml"/><Relationship Id="rId90" Type="http://schemas.openxmlformats.org/officeDocument/2006/relationships/slide" Target="slides/slide87.xml"/><Relationship Id="rId91" Type="http://schemas.openxmlformats.org/officeDocument/2006/relationships/slide" Target="slides/slide88.xml"/><Relationship Id="rId92" Type="http://schemas.openxmlformats.org/officeDocument/2006/relationships/slide" Target="slides/slide89.xml"/><Relationship Id="rId93" Type="http://schemas.openxmlformats.org/officeDocument/2006/relationships/slide" Target="slides/slide90.xml"/><Relationship Id="rId94" Type="http://schemas.openxmlformats.org/officeDocument/2006/relationships/slide" Target="slides/slide91.xml"/><Relationship Id="rId95" Type="http://schemas.openxmlformats.org/officeDocument/2006/relationships/slide" Target="slides/slide92.xml"/><Relationship Id="rId96" Type="http://schemas.openxmlformats.org/officeDocument/2006/relationships/slide" Target="slides/slide93.xml"/><Relationship Id="rId97" Type="http://schemas.openxmlformats.org/officeDocument/2006/relationships/slide" Target="slides/slide94.xml"/><Relationship Id="rId98" Type="http://schemas.openxmlformats.org/officeDocument/2006/relationships/slide" Target="slides/slide95.xml"/><Relationship Id="rId99" Type="http://schemas.openxmlformats.org/officeDocument/2006/relationships/slide" Target="slides/slide96.xml"/><Relationship Id="rId100" Type="http://schemas.openxmlformats.org/officeDocument/2006/relationships/slide" Target="slides/slide97.xml"/><Relationship Id="rId101" Type="http://schemas.openxmlformats.org/officeDocument/2006/relationships/slide" Target="slides/slide98.xml"/><Relationship Id="rId102" Type="http://schemas.openxmlformats.org/officeDocument/2006/relationships/slide" Target="slides/slide99.xml"/><Relationship Id="rId103" Type="http://schemas.openxmlformats.org/officeDocument/2006/relationships/slide" Target="slides/slide100.xml"/><Relationship Id="rId104" Type="http://schemas.openxmlformats.org/officeDocument/2006/relationships/slide" Target="slides/slide101.xml"/><Relationship Id="rId105" Type="http://schemas.openxmlformats.org/officeDocument/2006/relationships/slide" Target="slides/slide102.xml"/><Relationship Id="rId106" Type="http://schemas.openxmlformats.org/officeDocument/2006/relationships/slide" Target="slides/slide103.xml"/><Relationship Id="rId107" Type="http://schemas.openxmlformats.org/officeDocument/2006/relationships/slide" Target="slides/slide104.xml"/><Relationship Id="rId108" Type="http://schemas.openxmlformats.org/officeDocument/2006/relationships/slide" Target="slides/slide105.xml"/><Relationship Id="rId109" Type="http://schemas.openxmlformats.org/officeDocument/2006/relationships/slide" Target="slides/slide106.xml"/><Relationship Id="rId110" Type="http://schemas.openxmlformats.org/officeDocument/2006/relationships/slide" Target="slides/slide107.xml"/><Relationship Id="rId111" Type="http://schemas.openxmlformats.org/officeDocument/2006/relationships/slide" Target="slides/slide108.xml"/><Relationship Id="rId112" Type="http://schemas.openxmlformats.org/officeDocument/2006/relationships/slide" Target="slides/slide109.xml"/><Relationship Id="rId113" Type="http://schemas.openxmlformats.org/officeDocument/2006/relationships/slide" Target="slides/slide110.xml"/><Relationship Id="rId114" Type="http://schemas.openxmlformats.org/officeDocument/2006/relationships/slide" Target="slides/slide111.xml"/><Relationship Id="rId115" Type="http://schemas.openxmlformats.org/officeDocument/2006/relationships/slide" Target="slides/slide112.xml"/><Relationship Id="rId116" Type="http://schemas.openxmlformats.org/officeDocument/2006/relationships/slide" Target="slides/slide113.xml"/><Relationship Id="rId117" Type="http://schemas.openxmlformats.org/officeDocument/2006/relationships/slide" Target="slides/slide114.xml"/><Relationship Id="rId118" Type="http://schemas.openxmlformats.org/officeDocument/2006/relationships/slide" Target="slides/slide115.xml"/><Relationship Id="rId119" Type="http://schemas.openxmlformats.org/officeDocument/2006/relationships/slide" Target="slides/slide116.xml"/><Relationship Id="rId120" Type="http://schemas.openxmlformats.org/officeDocument/2006/relationships/slide" Target="slides/slide117.xml"/><Relationship Id="rId121" Type="http://schemas.openxmlformats.org/officeDocument/2006/relationships/slide" Target="slides/slide118.xml"/><Relationship Id="rId122" Type="http://schemas.openxmlformats.org/officeDocument/2006/relationships/slide" Target="slides/slide119.xml"/><Relationship Id="rId123" Type="http://schemas.openxmlformats.org/officeDocument/2006/relationships/slide" Target="slides/slide120.xml"/><Relationship Id="rId124" Type="http://schemas.openxmlformats.org/officeDocument/2006/relationships/slide" Target="slides/slide121.xml"/><Relationship Id="rId125" Type="http://schemas.openxmlformats.org/officeDocument/2006/relationships/slide" Target="slides/slide122.xml"/><Relationship Id="rId126" Type="http://schemas.openxmlformats.org/officeDocument/2006/relationships/slide" Target="slides/slide123.xml"/><Relationship Id="rId127" Type="http://schemas.openxmlformats.org/officeDocument/2006/relationships/slide" Target="slides/slide124.xml"/><Relationship Id="rId128" Type="http://schemas.openxmlformats.org/officeDocument/2006/relationships/slide" Target="slides/slide125.xml"/><Relationship Id="rId129" Type="http://schemas.openxmlformats.org/officeDocument/2006/relationships/slide" Target="slides/slide126.xml"/><Relationship Id="rId130" Type="http://schemas.openxmlformats.org/officeDocument/2006/relationships/slide" Target="slides/slide127.xml"/><Relationship Id="rId131" Type="http://schemas.openxmlformats.org/officeDocument/2006/relationships/slide" Target="slides/slide128.xml"/><Relationship Id="rId132" Type="http://schemas.openxmlformats.org/officeDocument/2006/relationships/slide" Target="slides/slide129.xml"/><Relationship Id="rId133" Type="http://schemas.openxmlformats.org/officeDocument/2006/relationships/slide" Target="slides/slide130.xml"/><Relationship Id="rId134" Type="http://schemas.openxmlformats.org/officeDocument/2006/relationships/slide" Target="slides/slide131.xml"/><Relationship Id="rId135" Type="http://schemas.openxmlformats.org/officeDocument/2006/relationships/slide" Target="slides/slide132.xml"/><Relationship Id="rId136" Type="http://schemas.openxmlformats.org/officeDocument/2006/relationships/slide" Target="slides/slide133.xml"/><Relationship Id="rId137" Type="http://schemas.openxmlformats.org/officeDocument/2006/relationships/slide" Target="slides/slide134.xml"/><Relationship Id="rId138" Type="http://schemas.openxmlformats.org/officeDocument/2006/relationships/slide" Target="slides/slide135.xml"/><Relationship Id="rId139" Type="http://schemas.openxmlformats.org/officeDocument/2006/relationships/slide" Target="slides/slide136.xml"/><Relationship Id="rId140" Type="http://schemas.openxmlformats.org/officeDocument/2006/relationships/slide" Target="slides/slide137.xml"/><Relationship Id="rId141" Type="http://schemas.openxmlformats.org/officeDocument/2006/relationships/slide" Target="slides/slide138.xml"/><Relationship Id="rId142" Type="http://schemas.openxmlformats.org/officeDocument/2006/relationships/slide" Target="slides/slide139.xml"/><Relationship Id="rId143" Type="http://schemas.openxmlformats.org/officeDocument/2006/relationships/slide" Target="slides/slide140.xml"/><Relationship Id="rId144" Type="http://schemas.openxmlformats.org/officeDocument/2006/relationships/slide" Target="slides/slide141.xml"/><Relationship Id="rId145" Type="http://schemas.openxmlformats.org/officeDocument/2006/relationships/slide" Target="slides/slide142.xml"/><Relationship Id="rId146" Type="http://schemas.openxmlformats.org/officeDocument/2006/relationships/slide" Target="slides/slide143.xml"/><Relationship Id="rId147" Type="http://schemas.openxmlformats.org/officeDocument/2006/relationships/slide" Target="slides/slide144.xml"/><Relationship Id="rId148" Type="http://schemas.openxmlformats.org/officeDocument/2006/relationships/slide" Target="slides/slide145.xml"/><Relationship Id="rId149" Type="http://schemas.openxmlformats.org/officeDocument/2006/relationships/slide" Target="slides/slide146.xml"/><Relationship Id="rId150" Type="http://schemas.openxmlformats.org/officeDocument/2006/relationships/slide" Target="slides/slide147.xml"/><Relationship Id="rId151" Type="http://schemas.openxmlformats.org/officeDocument/2006/relationships/slide" Target="slides/slide148.xml"/><Relationship Id="rId152" Type="http://schemas.openxmlformats.org/officeDocument/2006/relationships/slide" Target="slides/slide149.xml"/><Relationship Id="rId153" Type="http://schemas.openxmlformats.org/officeDocument/2006/relationships/slide" Target="slides/slide150.xml"/><Relationship Id="rId154" Type="http://schemas.openxmlformats.org/officeDocument/2006/relationships/slide" Target="slides/slide151.xml"/><Relationship Id="rId155" Type="http://schemas.openxmlformats.org/officeDocument/2006/relationships/slide" Target="slides/slide152.xml"/><Relationship Id="rId156" Type="http://schemas.openxmlformats.org/officeDocument/2006/relationships/slide" Target="slides/slide153.xml"/><Relationship Id="rId157" Type="http://schemas.openxmlformats.org/officeDocument/2006/relationships/slide" Target="slides/slide154.xml"/><Relationship Id="rId158" Type="http://schemas.openxmlformats.org/officeDocument/2006/relationships/slide" Target="slides/slide155.xml"/><Relationship Id="rId159" Type="http://schemas.openxmlformats.org/officeDocument/2006/relationships/slide" Target="slides/slide156.xml"/><Relationship Id="rId160" Type="http://schemas.openxmlformats.org/officeDocument/2006/relationships/slide" Target="slides/slide157.xml"/><Relationship Id="rId161" Type="http://schemas.openxmlformats.org/officeDocument/2006/relationships/slide" Target="slides/slide158.xml"/><Relationship Id="rId162" Type="http://schemas.openxmlformats.org/officeDocument/2006/relationships/slide" Target="slides/slide159.xml"/><Relationship Id="rId163" Type="http://schemas.openxmlformats.org/officeDocument/2006/relationships/slide" Target="slides/slide160.xml"/><Relationship Id="rId164" Type="http://schemas.openxmlformats.org/officeDocument/2006/relationships/slide" Target="slides/slide161.xml"/><Relationship Id="rId165" Type="http://schemas.openxmlformats.org/officeDocument/2006/relationships/slide" Target="slides/slide162.xml"/><Relationship Id="rId166" Type="http://schemas.openxmlformats.org/officeDocument/2006/relationships/slide" Target="slides/slide163.xml"/><Relationship Id="rId167" Type="http://schemas.openxmlformats.org/officeDocument/2006/relationships/slide" Target="slides/slide164.xml"/><Relationship Id="rId168" Type="http://schemas.openxmlformats.org/officeDocument/2006/relationships/slide" Target="slides/slide165.xml"/><Relationship Id="rId169" Type="http://schemas.openxmlformats.org/officeDocument/2006/relationships/slide" Target="slides/slide166.xml"/><Relationship Id="rId170" Type="http://schemas.openxmlformats.org/officeDocument/2006/relationships/slide" Target="slides/slide167.xml"/><Relationship Id="rId171" Type="http://schemas.openxmlformats.org/officeDocument/2006/relationships/slide" Target="slides/slide168.xml"/><Relationship Id="rId172" Type="http://schemas.openxmlformats.org/officeDocument/2006/relationships/slide" Target="slides/slide169.xml"/><Relationship Id="rId173" Type="http://schemas.openxmlformats.org/officeDocument/2006/relationships/slide" Target="slides/slide170.xml"/><Relationship Id="rId174" Type="http://schemas.openxmlformats.org/officeDocument/2006/relationships/slide" Target="slides/slide171.xml"/><Relationship Id="rId175" Type="http://schemas.openxmlformats.org/officeDocument/2006/relationships/slide" Target="slides/slide172.xml"/><Relationship Id="rId176" Type="http://schemas.openxmlformats.org/officeDocument/2006/relationships/slide" Target="slides/slide173.xml"/><Relationship Id="rId177" Type="http://schemas.openxmlformats.org/officeDocument/2006/relationships/slide" Target="slides/slide174.xml"/><Relationship Id="rId178" Type="http://schemas.openxmlformats.org/officeDocument/2006/relationships/slide" Target="slides/slide175.xml"/><Relationship Id="rId179" Type="http://schemas.openxmlformats.org/officeDocument/2006/relationships/slide" Target="slides/slide176.xml"/><Relationship Id="rId180" Type="http://schemas.openxmlformats.org/officeDocument/2006/relationships/slide" Target="slides/slide177.xml"/><Relationship Id="rId181" Type="http://schemas.openxmlformats.org/officeDocument/2006/relationships/slide" Target="slides/slide178.xml"/><Relationship Id="rId182" Type="http://schemas.openxmlformats.org/officeDocument/2006/relationships/slide" Target="slides/slide179.xml"/><Relationship Id="rId183" Type="http://schemas.openxmlformats.org/officeDocument/2006/relationships/slide" Target="slides/slide180.xml"/><Relationship Id="rId184" Type="http://schemas.openxmlformats.org/officeDocument/2006/relationships/slide" Target="slides/slide181.xml"/><Relationship Id="rId185" Type="http://schemas.openxmlformats.org/officeDocument/2006/relationships/slide" Target="slides/slide182.xml"/><Relationship Id="rId186" Type="http://schemas.openxmlformats.org/officeDocument/2006/relationships/slide" Target="slides/slide183.xml"/><Relationship Id="rId187" Type="http://schemas.openxmlformats.org/officeDocument/2006/relationships/slide" Target="slides/slide184.xml"/><Relationship Id="rId188" Type="http://schemas.openxmlformats.org/officeDocument/2006/relationships/slide" Target="slides/slide185.xml"/><Relationship Id="rId189" Type="http://schemas.openxmlformats.org/officeDocument/2006/relationships/slide" Target="slides/slide186.xml"/><Relationship Id="rId190" Type="http://schemas.openxmlformats.org/officeDocument/2006/relationships/slide" Target="slides/slide187.xml"/><Relationship Id="rId191" Type="http://schemas.openxmlformats.org/officeDocument/2006/relationships/slide" Target="slides/slide188.xml"/><Relationship Id="rId192" Type="http://schemas.openxmlformats.org/officeDocument/2006/relationships/slide" Target="slides/slide189.xml"/><Relationship Id="rId193" Type="http://schemas.openxmlformats.org/officeDocument/2006/relationships/slide" Target="slides/slide190.xml"/><Relationship Id="rId194" Type="http://schemas.openxmlformats.org/officeDocument/2006/relationships/slide" Target="slides/slide191.xml"/><Relationship Id="rId195" Type="http://schemas.openxmlformats.org/officeDocument/2006/relationships/slide" Target="slides/slide192.xml"/><Relationship Id="rId196" Type="http://schemas.openxmlformats.org/officeDocument/2006/relationships/slide" Target="slides/slide193.xml"/><Relationship Id="rId197" Type="http://schemas.openxmlformats.org/officeDocument/2006/relationships/slide" Target="slides/slide194.xml"/><Relationship Id="rId198" Type="http://schemas.openxmlformats.org/officeDocument/2006/relationships/slide" Target="slides/slide195.xml"/><Relationship Id="rId199" Type="http://schemas.openxmlformats.org/officeDocument/2006/relationships/slide" Target="slides/slide196.xml"/><Relationship Id="rId200" Type="http://schemas.openxmlformats.org/officeDocument/2006/relationships/slide" Target="slides/slide197.xml"/><Relationship Id="rId201" Type="http://schemas.openxmlformats.org/officeDocument/2006/relationships/slide" Target="slides/slide198.xml"/><Relationship Id="rId202" Type="http://schemas.openxmlformats.org/officeDocument/2006/relationships/slide" Target="slides/slide199.xml"/><Relationship Id="rId203" Type="http://schemas.openxmlformats.org/officeDocument/2006/relationships/slide" Target="slides/slide200.xml"/><Relationship Id="rId204" Type="http://schemas.openxmlformats.org/officeDocument/2006/relationships/slide" Target="slides/slide201.xml"/><Relationship Id="rId205" Type="http://schemas.openxmlformats.org/officeDocument/2006/relationships/slide" Target="slides/slide202.xml"/><Relationship Id="rId206" Type="http://schemas.openxmlformats.org/officeDocument/2006/relationships/slide" Target="slides/slide203.xml"/><Relationship Id="rId207" Type="http://schemas.openxmlformats.org/officeDocument/2006/relationships/slide" Target="slides/slide204.xml"/><Relationship Id="rId208" Type="http://schemas.openxmlformats.org/officeDocument/2006/relationships/slide" Target="slides/slide205.xml"/><Relationship Id="rId209" Type="http://schemas.openxmlformats.org/officeDocument/2006/relationships/slide" Target="slides/slide206.xml"/><Relationship Id="rId210" Type="http://schemas.openxmlformats.org/officeDocument/2006/relationships/slide" Target="slides/slide207.xml"/><Relationship Id="rId211" Type="http://schemas.openxmlformats.org/officeDocument/2006/relationships/slide" Target="slides/slide208.xml"/><Relationship Id="rId212" Type="http://schemas.openxmlformats.org/officeDocument/2006/relationships/slide" Target="slides/slide209.xml"/><Relationship Id="rId213" Type="http://schemas.openxmlformats.org/officeDocument/2006/relationships/slide" Target="slides/slide210.xml"/><Relationship Id="rId214" Type="http://schemas.openxmlformats.org/officeDocument/2006/relationships/slide" Target="slides/slide211.xml"/><Relationship Id="rId215" Type="http://schemas.openxmlformats.org/officeDocument/2006/relationships/slide" Target="slides/slide212.xml"/><Relationship Id="rId216" Type="http://schemas.openxmlformats.org/officeDocument/2006/relationships/slide" Target="slides/slide213.xml"/><Relationship Id="rId217" Type="http://schemas.openxmlformats.org/officeDocument/2006/relationships/slide" Target="slides/slide214.xml"/><Relationship Id="rId218" Type="http://schemas.openxmlformats.org/officeDocument/2006/relationships/slide" Target="slides/slide215.xml"/><Relationship Id="rId219" Type="http://schemas.openxmlformats.org/officeDocument/2006/relationships/slide" Target="slides/slide216.xml"/><Relationship Id="rId220" Type="http://schemas.openxmlformats.org/officeDocument/2006/relationships/slide" Target="slides/slide217.xml"/><Relationship Id="rId221" Type="http://schemas.openxmlformats.org/officeDocument/2006/relationships/slide" Target="slides/slide218.xml"/><Relationship Id="rId222" Type="http://schemas.openxmlformats.org/officeDocument/2006/relationships/slide" Target="slides/slide219.xml"/><Relationship Id="rId223" Type="http://schemas.openxmlformats.org/officeDocument/2006/relationships/slide" Target="slides/slide220.xml"/><Relationship Id="rId224" Type="http://schemas.openxmlformats.org/officeDocument/2006/relationships/slide" Target="slides/slide221.xml"/><Relationship Id="rId225" Type="http://schemas.openxmlformats.org/officeDocument/2006/relationships/slide" Target="slides/slide222.xml"/><Relationship Id="rId226" Type="http://schemas.openxmlformats.org/officeDocument/2006/relationships/slide" Target="slides/slide223.xml"/><Relationship Id="rId227" Type="http://schemas.openxmlformats.org/officeDocument/2006/relationships/slide" Target="slides/slide224.xml"/><Relationship Id="rId228" Type="http://schemas.openxmlformats.org/officeDocument/2006/relationships/slide" Target="slides/slide225.xml"/><Relationship Id="rId229" Type="http://schemas.openxmlformats.org/officeDocument/2006/relationships/slide" Target="slides/slide226.xml"/><Relationship Id="rId230" Type="http://schemas.openxmlformats.org/officeDocument/2006/relationships/slide" Target="slides/slide227.xml"/><Relationship Id="rId231" Type="http://schemas.openxmlformats.org/officeDocument/2006/relationships/slide" Target="slides/slide228.xml"/><Relationship Id="rId232" Type="http://schemas.openxmlformats.org/officeDocument/2006/relationships/slide" Target="slides/slide229.xml"/><Relationship Id="rId233" Type="http://schemas.openxmlformats.org/officeDocument/2006/relationships/slide" Target="slides/slide230.xml"/><Relationship Id="rId234" Type="http://schemas.openxmlformats.org/officeDocument/2006/relationships/slide" Target="slides/slide231.xml"/><Relationship Id="rId235" Type="http://schemas.openxmlformats.org/officeDocument/2006/relationships/slide" Target="slides/slide232.xml"/><Relationship Id="rId236" Type="http://schemas.openxmlformats.org/officeDocument/2006/relationships/slide" Target="slides/slide233.xml"/><Relationship Id="rId237" Type="http://schemas.openxmlformats.org/officeDocument/2006/relationships/slide" Target="slides/slide234.xml"/><Relationship Id="rId238" Type="http://schemas.openxmlformats.org/officeDocument/2006/relationships/slide" Target="slides/slide235.xml"/><Relationship Id="rId239" Type="http://schemas.openxmlformats.org/officeDocument/2006/relationships/slide" Target="slides/slide236.xml"/><Relationship Id="rId240" Type="http://schemas.openxmlformats.org/officeDocument/2006/relationships/slide" Target="slides/slide237.xml"/><Relationship Id="rId241" Type="http://schemas.openxmlformats.org/officeDocument/2006/relationships/slide" Target="slides/slide238.xml"/><Relationship Id="rId242" Type="http://schemas.openxmlformats.org/officeDocument/2006/relationships/slide" Target="slides/slide239.xml"/><Relationship Id="rId243" Type="http://schemas.openxmlformats.org/officeDocument/2006/relationships/slide" Target="slides/slide240.xml"/><Relationship Id="rId244" Type="http://schemas.openxmlformats.org/officeDocument/2006/relationships/slide" Target="slides/slide241.xml"/><Relationship Id="rId245" Type="http://schemas.openxmlformats.org/officeDocument/2006/relationships/slide" Target="slides/slide242.xml"/><Relationship Id="rId246" Type="http://schemas.openxmlformats.org/officeDocument/2006/relationships/slide" Target="slides/slide243.xml"/><Relationship Id="rId247" Type="http://schemas.openxmlformats.org/officeDocument/2006/relationships/slide" Target="slides/slide244.xml"/><Relationship Id="rId248" Type="http://schemas.openxmlformats.org/officeDocument/2006/relationships/slide" Target="slides/slide245.xml"/><Relationship Id="rId249" Type="http://schemas.openxmlformats.org/officeDocument/2006/relationships/slide" Target="slides/slide246.xml"/><Relationship Id="rId250" Type="http://schemas.openxmlformats.org/officeDocument/2006/relationships/slide" Target="slides/slide247.xml"/><Relationship Id="rId251" Type="http://schemas.openxmlformats.org/officeDocument/2006/relationships/slide" Target="slides/slide248.xml"/><Relationship Id="rId252" Type="http://schemas.openxmlformats.org/officeDocument/2006/relationships/slide" Target="slides/slide249.xml"/><Relationship Id="rId253" Type="http://schemas.openxmlformats.org/officeDocument/2006/relationships/slide" Target="slides/slide250.xml"/><Relationship Id="rId254" Type="http://schemas.openxmlformats.org/officeDocument/2006/relationships/slide" Target="slides/slide251.xml"/><Relationship Id="rId255" Type="http://schemas.openxmlformats.org/officeDocument/2006/relationships/slide" Target="slides/slide252.xml"/><Relationship Id="rId256" Type="http://schemas.openxmlformats.org/officeDocument/2006/relationships/slide" Target="slides/slide253.xml"/><Relationship Id="rId257" Type="http://schemas.openxmlformats.org/officeDocument/2006/relationships/slide" Target="slides/slide254.xml"/><Relationship Id="rId258" Type="http://schemas.openxmlformats.org/officeDocument/2006/relationships/slide" Target="slides/slide255.xml"/><Relationship Id="rId259" Type="http://schemas.openxmlformats.org/officeDocument/2006/relationships/slide" Target="slides/slide256.xml"/><Relationship Id="rId260" Type="http://schemas.openxmlformats.org/officeDocument/2006/relationships/slide" Target="slides/slide257.xml"/><Relationship Id="rId261" Type="http://schemas.openxmlformats.org/officeDocument/2006/relationships/slide" Target="slides/slide258.xml"/><Relationship Id="rId262" Type="http://schemas.openxmlformats.org/officeDocument/2006/relationships/slide" Target="slides/slide259.xml"/><Relationship Id="rId263" Type="http://schemas.openxmlformats.org/officeDocument/2006/relationships/slide" Target="slides/slide260.xml"/><Relationship Id="rId264" Type="http://schemas.openxmlformats.org/officeDocument/2006/relationships/slide" Target="slides/slide261.xml"/><Relationship Id="rId265" Type="http://schemas.openxmlformats.org/officeDocument/2006/relationships/slide" Target="slides/slide262.xml"/><Relationship Id="rId266" Type="http://schemas.openxmlformats.org/officeDocument/2006/relationships/slide" Target="slides/slide263.xml"/><Relationship Id="rId267" Type="http://schemas.openxmlformats.org/officeDocument/2006/relationships/slide" Target="slides/slide264.xml"/><Relationship Id="rId268" Type="http://schemas.openxmlformats.org/officeDocument/2006/relationships/slide" Target="slides/slide265.xml"/><Relationship Id="rId269" Type="http://schemas.openxmlformats.org/officeDocument/2006/relationships/slide" Target="slides/slide266.xml"/><Relationship Id="rId270"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6.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 name="PlaceHolder 1"/>
          <p:cNvSpPr>
            <a:spLocks noGrp="1"/>
          </p:cNvSpPr>
          <p:nvPr>
            <p:ph type="sldImg"/>
          </p:nvPr>
        </p:nvSpPr>
        <p:spPr>
          <a:xfrm>
            <a:off x="0" y="812520"/>
            <a:ext cx="0" cy="0"/>
          </a:xfrm>
          <a:prstGeom prst="rect">
            <a:avLst/>
          </a:prstGeom>
          <a:noFill/>
          <a:ln w="0">
            <a:noFill/>
          </a:ln>
        </p:spPr>
        <p:txBody>
          <a:bodyPr lIns="0" rIns="0" tIns="0" bIns="0" anchor="ctr">
            <a:noAutofit/>
          </a:bodyPr>
          <a:p>
            <a:pPr algn="ctr"/>
            <a:r>
              <a:rPr lang="en-AE" sz="4400" b="0" u="none" strike="noStrike">
                <a:solidFill>
                  <a:srgbClr val="000000"/>
                </a:solidFill>
                <a:effectLst/>
                <a:uFillTx/>
                <a:latin typeface="Arial"/>
              </a:rPr>
              <a:t>Click to move the slide</a:t>
            </a:r>
            <a:endParaRPr lang="en-AE" sz="4400" b="0" u="none" strike="noStrike">
              <a:solidFill>
                <a:srgbClr val="000000"/>
              </a:solidFill>
              <a:effectLst/>
              <a:uFillTx/>
              <a:latin typeface="Arial"/>
            </a:endParaRPr>
          </a:p>
        </p:txBody>
      </p:sp>
      <p:sp>
        <p:nvSpPr>
          <p:cNvPr id="39"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AE" sz="2000" b="0" u="none" strike="noStrike">
                <a:solidFill>
                  <a:srgbClr val="000000"/>
                </a:solidFill>
                <a:effectLst/>
                <a:uFillTx/>
                <a:latin typeface="Arial"/>
              </a:rPr>
              <a:t>Click to edit the notes format</a:t>
            </a:r>
            <a:endParaRPr lang="en-AE" sz="2000" b="0" u="none" strike="noStrike">
              <a:solidFill>
                <a:srgbClr val="000000"/>
              </a:solidFill>
              <a:effectLst/>
              <a:uFillTx/>
              <a:latin typeface="Arial"/>
            </a:endParaRPr>
          </a:p>
        </p:txBody>
      </p:sp>
      <p:sp>
        <p:nvSpPr>
          <p:cNvPr id="40"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AE" sz="1400" b="0" u="none" strike="noStrike">
                <a:solidFill>
                  <a:srgbClr val="000000"/>
                </a:solidFill>
                <a:effectLst/>
                <a:uFillTx/>
                <a:latin typeface="Times New Roman"/>
              </a:rPr>
              <a:t>&lt;header&gt;</a:t>
            </a:r>
            <a:endParaRPr lang="en-AE" sz="1400" b="0" u="none" strike="noStrike">
              <a:solidFill>
                <a:srgbClr val="000000"/>
              </a:solidFill>
              <a:effectLst/>
              <a:uFillTx/>
              <a:latin typeface="Times New Roman"/>
            </a:endParaRPr>
          </a:p>
        </p:txBody>
      </p:sp>
      <p:sp>
        <p:nvSpPr>
          <p:cNvPr id="41" name="PlaceHolder 4"/>
          <p:cNvSpPr>
            <a:spLocks noGrp="1"/>
          </p:cNvSpPr>
          <p:nvPr>
            <p:ph type="dt" idx="4"/>
          </p:nvPr>
        </p:nvSpPr>
        <p:spPr>
          <a:xfrm>
            <a:off x="4278960" y="0"/>
            <a:ext cx="3280680" cy="534240"/>
          </a:xfrm>
          <a:prstGeom prst="rect">
            <a:avLst/>
          </a:prstGeom>
          <a:noFill/>
          <a:ln w="0">
            <a:noFill/>
          </a:ln>
        </p:spPr>
        <p:txBody>
          <a:bodyPr lIns="0" rIns="0" tIns="0" bIns="0" anchor="t">
            <a:noAutofit/>
          </a:bodyPr>
          <a:lstStyle>
            <a:lvl1pPr indent="0" algn="r">
              <a:buNone/>
              <a:defRPr lang="en-AE" sz="1400" b="0" u="none" strike="noStrike">
                <a:solidFill>
                  <a:srgbClr val="000000"/>
                </a:solidFill>
                <a:effectLst/>
                <a:uFillTx/>
                <a:latin typeface="Times New Roman"/>
              </a:defRPr>
            </a:lvl1pPr>
          </a:lstStyle>
          <a:p>
            <a:pPr indent="0" algn="r">
              <a:buNone/>
            </a:pPr>
            <a:r>
              <a:rPr lang="en-AE" sz="1400" b="0" u="none" strike="noStrike">
                <a:solidFill>
                  <a:srgbClr val="000000"/>
                </a:solidFill>
                <a:effectLst/>
                <a:uFillTx/>
                <a:latin typeface="Times New Roman"/>
              </a:rPr>
              <a:t>&lt;date/time&gt;</a:t>
            </a:r>
            <a:endParaRPr lang="en-AE" sz="1400" b="0" u="none" strike="noStrike">
              <a:solidFill>
                <a:srgbClr val="000000"/>
              </a:solidFill>
              <a:effectLst/>
              <a:uFillTx/>
              <a:latin typeface="Times New Roman"/>
            </a:endParaRPr>
          </a:p>
        </p:txBody>
      </p:sp>
      <p:sp>
        <p:nvSpPr>
          <p:cNvPr id="42" name="PlaceHolder 5"/>
          <p:cNvSpPr>
            <a:spLocks noGrp="1"/>
          </p:cNvSpPr>
          <p:nvPr>
            <p:ph type="ftr" idx="5"/>
          </p:nvPr>
        </p:nvSpPr>
        <p:spPr>
          <a:xfrm>
            <a:off x="0" y="10157400"/>
            <a:ext cx="3280680" cy="534240"/>
          </a:xfrm>
          <a:prstGeom prst="rect">
            <a:avLst/>
          </a:prstGeom>
          <a:noFill/>
          <a:ln w="0">
            <a:noFill/>
          </a:ln>
        </p:spPr>
        <p:txBody>
          <a:bodyPr lIns="0" rIns="0" tIns="0" bIns="0" anchor="b">
            <a:noAutofit/>
          </a:bodyPr>
          <a:lstStyle>
            <a:lvl1pPr indent="0">
              <a:buNone/>
              <a:defRPr lang="en-AE" sz="1400" b="0" u="none" strike="noStrike">
                <a:solidFill>
                  <a:srgbClr val="000000"/>
                </a:solidFill>
                <a:effectLst/>
                <a:uFillTx/>
                <a:latin typeface="Times New Roman"/>
              </a:defRPr>
            </a:lvl1pPr>
          </a:lstStyle>
          <a:p>
            <a:pPr indent="0">
              <a:buNone/>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43" name="PlaceHolder 6"/>
          <p:cNvSpPr>
            <a:spLocks noGrp="1"/>
          </p:cNvSpPr>
          <p:nvPr>
            <p:ph type="sldNum" idx="6"/>
          </p:nvPr>
        </p:nvSpPr>
        <p:spPr>
          <a:xfrm>
            <a:off x="4278960" y="10157400"/>
            <a:ext cx="3280680" cy="534240"/>
          </a:xfrm>
          <a:prstGeom prst="rect">
            <a:avLst/>
          </a:prstGeom>
          <a:noFill/>
          <a:ln w="0">
            <a:noFill/>
          </a:ln>
        </p:spPr>
        <p:txBody>
          <a:bodyPr lIns="0" rIns="0" tIns="0" bIns="0" anchor="b">
            <a:noAutofit/>
          </a:bodyPr>
          <a:lstStyle>
            <a:lvl1pPr indent="0" algn="r">
              <a:buNone/>
              <a:defRPr lang="en-AE" sz="1400" b="0" u="none" strike="noStrike">
                <a:solidFill>
                  <a:srgbClr val="000000"/>
                </a:solidFill>
                <a:effectLst/>
                <a:uFillTx/>
                <a:latin typeface="Times New Roman"/>
              </a:defRPr>
            </a:lvl1pPr>
          </a:lstStyle>
          <a:p>
            <a:pPr indent="0" algn="r">
              <a:buNone/>
            </a:pPr>
            <a:fld id="{76F304AF-3379-43FB-9414-D28FA800BFFD}" type="slidenum">
              <a:rPr lang="en-AE" sz="1400" b="0" u="none" strike="noStrike">
                <a:solidFill>
                  <a:srgbClr val="000000"/>
                </a:solidFill>
                <a:effectLst/>
                <a:uFillTx/>
                <a:latin typeface="Times New Roman"/>
              </a:rPr>
              <a:t>&lt;number&gt;</a:t>
            </a:fld>
            <a:endParaRPr lang="en-AE"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264.xml.rels><?xml version="1.0" encoding="UTF-8"?>
<Relationships xmlns="http://schemas.openxmlformats.org/package/2006/relationships"><Relationship Id="rId1" Type="http://schemas.openxmlformats.org/officeDocument/2006/relationships/slide" Target="../slides/slide264.xml"/><Relationship Id="rId2" Type="http://schemas.openxmlformats.org/officeDocument/2006/relationships/notesMaster" Target="../notesMasters/notesMaster1.xml"/>
</Relationships>
</file>

<file path=ppt/notesSlides/_rels/notesSlide265.xml.rels><?xml version="1.0" encoding="UTF-8"?>
<Relationships xmlns="http://schemas.openxmlformats.org/package/2006/relationships"><Relationship Id="rId1" Type="http://schemas.openxmlformats.org/officeDocument/2006/relationships/slide" Target="../slides/slide265.xml"/><Relationship Id="rId2" Type="http://schemas.openxmlformats.org/officeDocument/2006/relationships/notesMaster" Target="../notesMasters/notesMaster1.xml"/>
</Relationships>
</file>

<file path=ppt/notesSlides/notesSlide26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7" name="PlaceHolder 1"/>
          <p:cNvSpPr>
            <a:spLocks noGrp="1"/>
          </p:cNvSpPr>
          <p:nvPr>
            <p:ph type="sldImg"/>
          </p:nvPr>
        </p:nvSpPr>
        <p:spPr>
          <a:xfrm>
            <a:off x="685800" y="1143000"/>
            <a:ext cx="5481720" cy="3081600"/>
          </a:xfrm>
          <a:prstGeom prst="rect">
            <a:avLst/>
          </a:prstGeom>
          <a:ln w="0">
            <a:noFill/>
          </a:ln>
        </p:spPr>
      </p:sp>
      <p:sp>
        <p:nvSpPr>
          <p:cNvPr id="398" name="PlaceHolder 2"/>
          <p:cNvSpPr>
            <a:spLocks noGrp="1"/>
          </p:cNvSpPr>
          <p:nvPr>
            <p:ph type="body"/>
          </p:nvPr>
        </p:nvSpPr>
        <p:spPr>
          <a:xfrm>
            <a:off x="685800" y="4400640"/>
            <a:ext cx="5481720" cy="3595680"/>
          </a:xfrm>
          <a:prstGeom prst="rect">
            <a:avLst/>
          </a:prstGeom>
          <a:noFill/>
          <a:ln w="0">
            <a:noFill/>
          </a:ln>
        </p:spPr>
        <p:txBody>
          <a:bodyPr lIns="91440" rIns="91440" tIns="45720" bIns="45720" anchor="t">
            <a:noAutofit/>
          </a:bodyPr>
          <a:p>
            <a:pPr indent="0">
              <a:buNone/>
            </a:pPr>
            <a:endParaRPr lang="en-AE" sz="1800" b="0" u="none" strike="noStrike">
              <a:solidFill>
                <a:srgbClr val="000000"/>
              </a:solidFill>
              <a:effectLst/>
              <a:uFillTx/>
              <a:latin typeface="Arial"/>
            </a:endParaRPr>
          </a:p>
        </p:txBody>
      </p:sp>
      <p:sp>
        <p:nvSpPr>
          <p:cNvPr id="399" name="PlaceHolder 3"/>
          <p:cNvSpPr>
            <a:spLocks noGrp="1"/>
          </p:cNvSpPr>
          <p:nvPr>
            <p:ph type="sldNum" idx="7"/>
          </p:nvPr>
        </p:nvSpPr>
        <p:spPr>
          <a:xfrm>
            <a:off x="3884760" y="8685360"/>
            <a:ext cx="2967120" cy="453960"/>
          </a:xfrm>
          <a:prstGeom prst="rect">
            <a:avLst/>
          </a:prstGeom>
          <a:noFill/>
          <a:ln w="0">
            <a:noFill/>
          </a:ln>
        </p:spPr>
        <p:txBody>
          <a:bodyPr lIns="91440" rIns="91440" tIns="45720" bIns="45720" anchor="b">
            <a:noAutofit/>
          </a:bodyPr>
          <a:p>
            <a:pPr indent="0">
              <a:buNone/>
            </a:pPr>
            <a:endParaRPr lang="en-AE" sz="1400" b="0" u="none" strike="noStrike">
              <a:solidFill>
                <a:srgbClr val="000000"/>
              </a:solidFill>
              <a:effectLst/>
              <a:uFillTx/>
              <a:latin typeface="Times New Roman"/>
            </a:endParaRPr>
          </a:p>
        </p:txBody>
      </p:sp>
    </p:spTree>
  </p:cSld>
</p:notes>
</file>

<file path=ppt/notesSlides/notesSlide26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0" name="PlaceHolder 1"/>
          <p:cNvSpPr>
            <a:spLocks noGrp="1"/>
          </p:cNvSpPr>
          <p:nvPr>
            <p:ph type="sldImg"/>
          </p:nvPr>
        </p:nvSpPr>
        <p:spPr>
          <a:xfrm>
            <a:off x="685800" y="1143000"/>
            <a:ext cx="5481720" cy="3081600"/>
          </a:xfrm>
          <a:prstGeom prst="rect">
            <a:avLst/>
          </a:prstGeom>
          <a:ln w="0">
            <a:noFill/>
          </a:ln>
        </p:spPr>
      </p:sp>
      <p:sp>
        <p:nvSpPr>
          <p:cNvPr id="401" name="PlaceHolder 2"/>
          <p:cNvSpPr>
            <a:spLocks noGrp="1"/>
          </p:cNvSpPr>
          <p:nvPr>
            <p:ph type="body"/>
          </p:nvPr>
        </p:nvSpPr>
        <p:spPr>
          <a:xfrm>
            <a:off x="685800" y="4400640"/>
            <a:ext cx="5481720" cy="3595680"/>
          </a:xfrm>
          <a:prstGeom prst="rect">
            <a:avLst/>
          </a:prstGeom>
          <a:noFill/>
          <a:ln w="0">
            <a:noFill/>
          </a:ln>
        </p:spPr>
        <p:txBody>
          <a:bodyPr lIns="91440" rIns="91440" tIns="45720" bIns="45720" anchor="t">
            <a:noAutofit/>
          </a:bodyPr>
          <a:p>
            <a:pPr indent="0">
              <a:buNone/>
            </a:pPr>
            <a:endParaRPr lang="en-AE" sz="1800" b="0" u="none" strike="noStrike">
              <a:solidFill>
                <a:srgbClr val="000000"/>
              </a:solidFill>
              <a:effectLst/>
              <a:uFillTx/>
              <a:latin typeface="Arial"/>
            </a:endParaRPr>
          </a:p>
        </p:txBody>
      </p:sp>
      <p:sp>
        <p:nvSpPr>
          <p:cNvPr id="402" name="PlaceHolder 3"/>
          <p:cNvSpPr>
            <a:spLocks noGrp="1"/>
          </p:cNvSpPr>
          <p:nvPr>
            <p:ph type="sldNum" idx="8"/>
          </p:nvPr>
        </p:nvSpPr>
        <p:spPr>
          <a:xfrm>
            <a:off x="3884760" y="8685360"/>
            <a:ext cx="2967120" cy="453960"/>
          </a:xfrm>
          <a:prstGeom prst="rect">
            <a:avLst/>
          </a:prstGeom>
          <a:noFill/>
          <a:ln w="0">
            <a:noFill/>
          </a:ln>
        </p:spPr>
        <p:txBody>
          <a:bodyPr lIns="91440" rIns="91440" tIns="45720" bIns="45720" anchor="b">
            <a:noAutofit/>
          </a:bodyPr>
          <a:p>
            <a:pPr indent="0">
              <a:buNone/>
            </a:pPr>
            <a:endParaRPr lang="en-AE" sz="14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microsoft.com/office/2007/relationships/hdphoto" Target="../media/hdphoto1.wdp"/>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Main Title 02">
    <p:bg>
      <p:bgPr>
        <a:solidFill>
          <a:srgbClr val="f8f8f8"/>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353160" y="1550160"/>
            <a:ext cx="7741800" cy="23828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en-US" sz="2800" b="1" u="none" strike="noStrike">
                <a:solidFill>
                  <a:schemeClr val="lt1"/>
                </a:solidFill>
                <a:effectLst/>
                <a:uFillTx/>
                <a:latin typeface="Arial"/>
              </a:rPr>
              <a:t>Click to edit Master title style</a:t>
            </a:r>
            <a:endParaRPr lang="en-AE" sz="2800" b="0" u="none" strike="noStrike">
              <a:solidFill>
                <a:srgbClr val="000000"/>
              </a:solidFill>
              <a:effectLst/>
              <a:uFillTx/>
              <a:latin typeface="Arial"/>
            </a:endParaRPr>
          </a:p>
        </p:txBody>
      </p:sp>
      <p:pic>
        <p:nvPicPr>
          <p:cNvPr id="3" name="Picture 1" descr="A line drawn on a white background&#10;&#10;Description automatically generated"/>
          <p:cNvPicPr/>
          <p:nvPr/>
        </p:nvPicPr>
        <p:blipFill>
          <a:blip r:embed="rId2">
            <a:extLst>
              <a:ext uri="{BEBA8EAE-BF5A-486C-A8C5-ECC9F3942E4B}">
                <a14:imgProps xmlns:a14="http://schemas.microsoft.com/office/drawing/2010/main">
                  <a14:imgLayer r:embed="rId3">
                    <a14:imgEffect>
                      <a14:sharpenSoften amount="-60000"/>
                    </a14:imgEffect>
                  </a14:imgLayer>
                </a14:imgProps>
              </a:ext>
            </a:extLst>
          </a:blip>
          <a:stretch/>
        </p:blipFill>
        <p:spPr>
          <a:xfrm>
            <a:off x="0" y="-22320"/>
            <a:ext cx="12187440" cy="6898320"/>
          </a:xfrm>
          <a:prstGeom prst="rect">
            <a:avLst/>
          </a:prstGeom>
          <a:noFill/>
          <a:ln w="0">
            <a:noFill/>
          </a:ln>
        </p:spPr>
      </p:pic>
      <p:sp>
        <p:nvSpPr>
          <p:cNvPr id="4" name="Rectangle 2"/>
          <p:cNvSpPr/>
          <p:nvPr/>
        </p:nvSpPr>
        <p:spPr>
          <a:xfrm>
            <a:off x="1604520" y="6017400"/>
            <a:ext cx="8780760" cy="662040"/>
          </a:xfrm>
          <a:prstGeom prst="rect">
            <a:avLst/>
          </a:prstGeom>
          <a:solidFill>
            <a:schemeClr val="bg1"/>
          </a:solidFill>
          <a:ln w="76200">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ndParaRPr>
          </a:p>
        </p:txBody>
      </p:sp>
      <p:sp>
        <p:nvSpPr>
          <p:cNvPr id="5" name="Title 1"/>
          <p:cNvSpPr/>
          <p:nvPr/>
        </p:nvSpPr>
        <p:spPr>
          <a:xfrm>
            <a:off x="801000" y="528480"/>
            <a:ext cx="3618000" cy="176112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endParaRPr lang="en-US" sz="1100" b="1" u="none" strike="noStrike">
              <a:solidFill>
                <a:schemeClr val="accent5">
                  <a:lumMod val="50000"/>
                </a:schemeClr>
              </a:solidFill>
              <a:effectLst/>
              <a:uFillTx/>
              <a:latin typeface="Arial"/>
            </a:endParaRPr>
          </a:p>
        </p:txBody>
      </p:sp>
      <p:sp>
        <p:nvSpPr>
          <p:cNvPr id="6" name="Title 1"/>
          <p:cNvSpPr/>
          <p:nvPr/>
        </p:nvSpPr>
        <p:spPr>
          <a:xfrm>
            <a:off x="266760" y="875160"/>
            <a:ext cx="6058440" cy="6822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r>
              <a:rPr lang="en-US" sz="2800" b="1" u="none" strike="noStrike">
                <a:solidFill>
                  <a:schemeClr val="lt1"/>
                </a:solidFill>
                <a:effectLst/>
                <a:uFillTx/>
                <a:latin typeface="Arial"/>
              </a:rPr>
              <a:t>Click to edit Master title style</a:t>
            </a:r>
            <a:endParaRPr lang="en-AE" sz="2800" b="0" u="none" strike="noStrike">
              <a:solidFill>
                <a:srgbClr val="000000"/>
              </a:solidFill>
              <a:effectLst/>
              <a:uFillTx/>
              <a:latin typeface="Arial"/>
            </a:endParaRPr>
          </a:p>
        </p:txBody>
      </p:sp>
      <p:sp>
        <p:nvSpPr>
          <p:cNvPr id="7" name="Title 1"/>
          <p:cNvSpPr/>
          <p:nvPr/>
        </p:nvSpPr>
        <p:spPr>
          <a:xfrm>
            <a:off x="484920" y="525960"/>
            <a:ext cx="5179680" cy="121248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r>
              <a:rPr lang="en-US" sz="2000" b="1" u="none" strike="noStrike">
                <a:solidFill>
                  <a:srgbClr val="002060"/>
                </a:solidFill>
                <a:effectLst/>
                <a:uFillTx/>
                <a:latin typeface="Century Gothic"/>
              </a:rPr>
              <a:t>[Event Name]</a:t>
            </a:r>
            <a:endParaRPr lang="en-AE" sz="2000" b="0" u="none" strike="noStrike">
              <a:solidFill>
                <a:srgbClr val="000000"/>
              </a:solidFill>
              <a:effectLst/>
              <a:uFillTx/>
              <a:latin typeface="Arial"/>
            </a:endParaRPr>
          </a:p>
        </p:txBody>
      </p:sp>
      <p:sp>
        <p:nvSpPr>
          <p:cNvPr id="8" name="TextBox 8"/>
          <p:cNvSpPr/>
          <p:nvPr/>
        </p:nvSpPr>
        <p:spPr>
          <a:xfrm rot="5400000">
            <a:off x="11018160" y="1241280"/>
            <a:ext cx="2052360" cy="227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900" b="0" u="none" strike="noStrike">
                <a:solidFill>
                  <a:schemeClr val="accent4">
                    <a:lumMod val="75000"/>
                  </a:schemeClr>
                </a:solidFill>
                <a:effectLst/>
                <a:uFillTx/>
                <a:latin typeface="Century Gothic"/>
              </a:rPr>
              <a:t>Quantwater Tech Investments </a:t>
            </a:r>
            <a:endParaRPr lang="en-AE" sz="900" b="0" u="none" strike="noStrike">
              <a:solidFill>
                <a:srgbClr val="000000"/>
              </a:solidFill>
              <a:effectLst/>
              <a:uFillTx/>
              <a:latin typeface="Arial"/>
            </a:endParaRPr>
          </a:p>
        </p:txBody>
      </p:sp>
      <p:sp>
        <p:nvSpPr>
          <p:cNvPr id="9" name="PlaceHolder 2"/>
          <p:cNvSpPr>
            <a:spLocks noGrp="1"/>
          </p:cNvSpPr>
          <p:nvPr>
            <p:ph type="body"/>
          </p:nvPr>
        </p:nvSpPr>
        <p:spPr>
          <a:xfrm>
            <a:off x="609480" y="1604520"/>
            <a:ext cx="10968480" cy="39733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AE" sz="3200" b="0" u="none" strike="noStrike">
                <a:solidFill>
                  <a:srgbClr val="000000"/>
                </a:solidFill>
                <a:effectLst/>
                <a:uFillTx/>
                <a:latin typeface="Arial"/>
              </a:rPr>
              <a:t>Click to edit the outline text format</a:t>
            </a:r>
            <a:endParaRPr lang="en-AE"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AE" sz="2800" b="0" u="none" strike="noStrike">
                <a:solidFill>
                  <a:srgbClr val="000000"/>
                </a:solidFill>
                <a:effectLst/>
                <a:uFillTx/>
                <a:latin typeface="Arial"/>
              </a:rPr>
              <a:t>Second Outline Level</a:t>
            </a:r>
            <a:endParaRPr lang="en-AE"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AE" sz="2400" b="0" u="none" strike="noStrike">
                <a:solidFill>
                  <a:srgbClr val="000000"/>
                </a:solidFill>
                <a:effectLst/>
                <a:uFillTx/>
                <a:latin typeface="Arial"/>
              </a:rPr>
              <a:t>Third Outline Level</a:t>
            </a:r>
            <a:endParaRPr lang="en-AE"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AE" sz="2000" b="0" u="none" strike="noStrike">
                <a:solidFill>
                  <a:srgbClr val="000000"/>
                </a:solidFill>
                <a:effectLst/>
                <a:uFillTx/>
                <a:latin typeface="Arial"/>
              </a:rPr>
              <a:t>Fourth Outline Level</a:t>
            </a:r>
            <a:endParaRPr lang="en-AE"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Fifth Outline Level</a:t>
            </a:r>
            <a:endParaRPr lang="en-AE"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Sixth Outline Level</a:t>
            </a:r>
            <a:endParaRPr lang="en-AE"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Seventh Outline Level</a:t>
            </a:r>
            <a:endParaRPr lang="en-AE" sz="2000" b="0" u="none" strike="noStrike">
              <a:solidFill>
                <a:srgbClr val="000000"/>
              </a:solidFill>
              <a:effectLst/>
              <a:uFillTx/>
              <a:latin typeface="Arial"/>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3_Main Title 02">
    <p:bg>
      <p:bgPr>
        <a:solidFill>
          <a:srgbClr val="f8f8f8"/>
        </a:solidFill>
      </p:bgPr>
    </p:bg>
    <p:spTree>
      <p:nvGrpSpPr>
        <p:cNvPr id="1" name=""/>
        <p:cNvGrpSpPr/>
        <p:nvPr/>
      </p:nvGrpSpPr>
      <p:grpSpPr>
        <a:xfrm>
          <a:off x="0" y="0"/>
          <a:ext cx="0" cy="0"/>
          <a:chOff x="0" y="0"/>
          <a:chExt cx="0" cy="0"/>
        </a:xfrm>
      </p:grpSpPr>
      <p:sp>
        <p:nvSpPr>
          <p:cNvPr id="10" name="Title 1"/>
          <p:cNvSpPr/>
          <p:nvPr/>
        </p:nvSpPr>
        <p:spPr>
          <a:xfrm>
            <a:off x="801000" y="528480"/>
            <a:ext cx="3618000" cy="176112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endParaRPr lang="en-US" sz="1100" b="1" u="none" strike="noStrike">
              <a:solidFill>
                <a:schemeClr val="accent5">
                  <a:lumMod val="50000"/>
                </a:schemeClr>
              </a:solidFill>
              <a:effectLst/>
              <a:uFillTx/>
              <a:latin typeface="Arial"/>
            </a:endParaRPr>
          </a:p>
        </p:txBody>
      </p:sp>
      <p:sp>
        <p:nvSpPr>
          <p:cNvPr id="11" name="Rectangle 7"/>
          <p:cNvSpPr/>
          <p:nvPr/>
        </p:nvSpPr>
        <p:spPr>
          <a:xfrm>
            <a:off x="266760" y="428760"/>
            <a:ext cx="11653920" cy="361440"/>
          </a:xfrm>
          <a:prstGeom prst="rect">
            <a:avLst/>
          </a:prstGeom>
          <a:solidFill>
            <a:schemeClr val="accent2"/>
          </a:solidFill>
          <a:ln>
            <a:solidFill>
              <a:srgbClr val="606060"/>
            </a:solid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lang="en-US" sz="1800" b="1" u="none" strike="noStrike">
                <a:solidFill>
                  <a:srgbClr val="002060"/>
                </a:solidFill>
                <a:effectLst/>
                <a:uFillTx/>
                <a:latin typeface="Century Gothic"/>
              </a:rPr>
              <a:t>[Event Name]</a:t>
            </a:r>
            <a:endParaRPr lang="en-AE" sz="1800" b="0" u="none" strike="noStrike">
              <a:solidFill>
                <a:srgbClr val="000000"/>
              </a:solidFill>
              <a:effectLst/>
              <a:uFillTx/>
              <a:latin typeface="Arial"/>
            </a:endParaRPr>
          </a:p>
        </p:txBody>
      </p:sp>
      <p:graphicFrame>
        <p:nvGraphicFramePr>
          <p:cNvPr id="12" name="Table 8"/>
          <p:cNvGraphicFramePr/>
          <p:nvPr/>
        </p:nvGraphicFramePr>
        <p:xfrm>
          <a:off x="266760" y="889200"/>
          <a:ext cx="11656800" cy="5594400"/>
        </p:xfrm>
        <a:graphic>
          <a:graphicData uri="http://schemas.openxmlformats.org/drawingml/2006/table">
            <a:tbl>
              <a:tblPr/>
              <a:tblGrid>
                <a:gridCol w="1550520"/>
                <a:gridCol w="1765080"/>
                <a:gridCol w="1765080"/>
                <a:gridCol w="1765080"/>
                <a:gridCol w="4811400"/>
              </a:tblGrid>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9d9d9"/>
                    </a:solidFill>
                  </a:tcPr>
                </a:tc>
                <a:tc gridSpan="3">
                  <a:txBody>
                    <a:bodyPr lIns="0" rIns="114120" tIns="0" bIns="0" anchor="ctr">
                      <a:noAutofit/>
                    </a:bodyPr>
                    <a:p>
                      <a:pPr algn="r" defTabSz="914400">
                        <a:lnSpc>
                          <a:spcPct val="100000"/>
                        </a:lnSpc>
                      </a:pPr>
                      <a:r>
                        <a:rPr lang="en-US" sz="1800" b="1" u="none" strike="noStrike">
                          <a:solidFill>
                            <a:srgbClr val="000000"/>
                          </a:solidFill>
                          <a:effectLst/>
                          <a:uFillTx/>
                          <a:latin typeface="Century Gothic"/>
                        </a:rPr>
                        <a:t>[Event Name]</a:t>
                      </a:r>
                      <a:endParaRPr lang="en-AE" sz="1800" b="0" u="none" strike="noStrike">
                        <a:solidFill>
                          <a:srgbClr val="000000"/>
                        </a:solidFill>
                        <a:effectLst/>
                        <a:uFillTx/>
                        <a:latin typeface="Arial"/>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9d9d9"/>
                    </a:solid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a:txBody>
                    <a:bodyPr lIns="0" rIns="0" tIns="0" bIns="0" anchor="ctr">
                      <a:noAutofit/>
                    </a:bodyPr>
                    <a:p>
                      <a:pPr algn="ctr" defTabSz="914400">
                        <a:lnSpc>
                          <a:spcPct val="100000"/>
                        </a:lnSpc>
                      </a:pPr>
                      <a:r>
                        <a:rPr lang="en-US" sz="1800" b="1" u="none" strike="noStrike">
                          <a:solidFill>
                            <a:srgbClr val="000000"/>
                          </a:solidFill>
                          <a:effectLst/>
                          <a:uFillTx/>
                          <a:latin typeface="Century Gothic"/>
                        </a:rPr>
                        <a:t>Description</a:t>
                      </a:r>
                      <a:endParaRPr lang="en-AE" sz="1800" b="0" u="none" strike="noStrike">
                        <a:solidFill>
                          <a:srgbClr val="000000"/>
                        </a:solidFill>
                        <a:effectLst/>
                        <a:uFillTx/>
                        <a:latin typeface="Arial"/>
                      </a:endParaRPr>
                    </a:p>
                  </a:txBody>
                  <a:tcPr anchor="ctr" marL="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9d9d9"/>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Actual:</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3">
                  <a:txBody>
                    <a:bodyPr lIns="0" rIns="114120" tIns="0" bIns="0" anchor="ctr">
                      <a:noAutofit/>
                    </a:bodyPr>
                    <a:p>
                      <a:pPr algn="r" defTabSz="914400">
                        <a:lnSpc>
                          <a:spcPct val="100000"/>
                        </a:lnSpc>
                      </a:pPr>
                      <a:r>
                        <a:rPr lang="en-US" sz="1800" b="1" u="none" strike="noStrike">
                          <a:solidFill>
                            <a:srgbClr val="000000"/>
                          </a:solidFill>
                          <a:effectLst/>
                          <a:uFillTx/>
                          <a:latin typeface="Century Gothic"/>
                        </a:rPr>
                        <a:t> </a:t>
                      </a:r>
                      <a:endParaRPr lang="en-AE" sz="1800" b="0" u="none" strike="noStrike">
                        <a:solidFill>
                          <a:srgbClr val="000000"/>
                        </a:solidFill>
                        <a:effectLst/>
                        <a:uFillTx/>
                        <a:latin typeface="Arial"/>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rowSpan="11">
                  <a:txBody>
                    <a:bodyPr anchor="ctr">
                      <a:noAutofit/>
                    </a:bodyPr>
                    <a:p>
                      <a:pPr algn="ctr" defTabSz="914400">
                        <a:lnSpc>
                          <a:spcPct val="100000"/>
                        </a:lnSpc>
                      </a:pPr>
                      <a:endParaRPr lang="en-US" sz="900" b="0" u="none" strike="noStrike">
                        <a:solidFill>
                          <a:srgbClr val="000000"/>
                        </a:solidFill>
                        <a:effectLst/>
                        <a:uFillTx/>
                        <a:latin typeface="Century Gothic"/>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Forecast:</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3">
                  <a:txBody>
                    <a:bodyPr lIns="0" rIns="114120" tIns="0" bIns="0" anchor="ctr">
                      <a:noAutofit/>
                    </a:bodyPr>
                    <a:p>
                      <a:pPr algn="r" defTabSz="914400">
                        <a:lnSpc>
                          <a:spcPct val="100000"/>
                        </a:lnSpc>
                      </a:pPr>
                      <a:r>
                        <a:rPr lang="en-US" sz="1800" b="1" u="none" strike="noStrike">
                          <a:solidFill>
                            <a:srgbClr val="000000"/>
                          </a:solidFill>
                          <a:effectLst/>
                          <a:uFillTx/>
                          <a:latin typeface="Century Gothic"/>
                        </a:rPr>
                        <a:t> </a:t>
                      </a:r>
                      <a:endParaRPr lang="en-AE" sz="1800" b="0" u="none" strike="noStrike">
                        <a:solidFill>
                          <a:srgbClr val="000000"/>
                        </a:solidFill>
                        <a:effectLst/>
                        <a:uFillTx/>
                        <a:latin typeface="Arial"/>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Previous:</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3">
                  <a:txBody>
                    <a:bodyPr lIns="0" rIns="114120" tIns="0" bIns="0" anchor="ctr">
                      <a:noAutofit/>
                    </a:bodyPr>
                    <a:p>
                      <a:pPr algn="r" defTabSz="914400">
                        <a:lnSpc>
                          <a:spcPct val="100000"/>
                        </a:lnSpc>
                      </a:pPr>
                      <a:endParaRPr lang="en-US" sz="1800" b="1"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Time (GMT):</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gridSpan="3">
                  <a:txBody>
                    <a:bodyPr lIns="0" rIns="114120" tIns="0" bIns="0" anchor="ctr">
                      <a:noAutofit/>
                    </a:bodyPr>
                    <a:p>
                      <a:pPr algn="r" defTabSz="914400">
                        <a:lnSpc>
                          <a:spcPct val="100000"/>
                        </a:lnSpc>
                      </a:pPr>
                      <a:endParaRPr lang="en-US" sz="1800" b="1"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h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Release Date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r>
                        <a:rPr lang="en-US" sz="1800" b="1" u="none" strike="noStrike">
                          <a:solidFill>
                            <a:srgbClr val="000000"/>
                          </a:solidFill>
                          <a:effectLst/>
                          <a:uFillTx/>
                          <a:latin typeface="Century Gothic"/>
                        </a:rPr>
                        <a:t>Actual</a:t>
                      </a:r>
                      <a:endParaRPr lang="en-AE" sz="1800" b="0" u="none" strike="noStrike">
                        <a:solidFill>
                          <a:srgbClr val="000000"/>
                        </a:solidFill>
                        <a:effectLst/>
                        <a:uFillTx/>
                        <a:latin typeface="Arial"/>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r>
                        <a:rPr lang="en-US" sz="1800" b="1" u="none" strike="noStrike">
                          <a:solidFill>
                            <a:srgbClr val="000000"/>
                          </a:solidFill>
                          <a:effectLst/>
                          <a:uFillTx/>
                          <a:latin typeface="Century Gothic"/>
                        </a:rPr>
                        <a:t>Forecast</a:t>
                      </a:r>
                      <a:endParaRPr lang="en-AE" sz="1800" b="0" u="none" strike="noStrike">
                        <a:solidFill>
                          <a:srgbClr val="000000"/>
                        </a:solidFill>
                        <a:effectLst/>
                        <a:uFillTx/>
                        <a:latin typeface="Arial"/>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r>
                        <a:rPr lang="en-US" sz="1800" b="1" u="none" strike="noStrike">
                          <a:solidFill>
                            <a:srgbClr val="000000"/>
                          </a:solidFill>
                          <a:effectLst/>
                          <a:uFillTx/>
                          <a:latin typeface="Century Gothic"/>
                        </a:rPr>
                        <a:t>Previous</a:t>
                      </a:r>
                      <a:endParaRPr lang="en-AE" sz="1800" b="0" u="none" strike="noStrike">
                        <a:solidFill>
                          <a:srgbClr val="000000"/>
                        </a:solidFill>
                        <a:effectLst/>
                        <a:uFillTx/>
                        <a:latin typeface="Arial"/>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[date]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[date]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[date]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[date]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[date]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r h="466200">
                <a:tc>
                  <a:txBody>
                    <a:bodyPr lIns="56880" rIns="0" tIns="0" bIns="0" anchor="ctr">
                      <a:noAutofit/>
                    </a:bodyPr>
                    <a:p>
                      <a:pPr defTabSz="914400">
                        <a:lnSpc>
                          <a:spcPct val="100000"/>
                        </a:lnSpc>
                      </a:pPr>
                      <a:r>
                        <a:rPr lang="en-US" sz="1800" b="1" u="none" strike="noStrike">
                          <a:solidFill>
                            <a:srgbClr val="000000"/>
                          </a:solidFill>
                          <a:effectLst/>
                          <a:uFillTx/>
                          <a:latin typeface="Century Gothic"/>
                        </a:rPr>
                        <a:t>[date]</a:t>
                      </a:r>
                      <a:endParaRPr lang="en-AE" sz="1800" b="0" u="none" strike="noStrike">
                        <a:solidFill>
                          <a:srgbClr val="000000"/>
                        </a:solidFill>
                        <a:effectLst/>
                        <a:uFillTx/>
                        <a:latin typeface="Arial"/>
                      </a:endParaRPr>
                    </a:p>
                  </a:txBody>
                  <a:tcPr anchor="ctr" marL="56880" marR="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lIns="0" rIns="114120" tIns="0" bIns="0" anchor="ctr">
                      <a:noAutofit/>
                    </a:bodyPr>
                    <a:p>
                      <a:pPr algn="r" defTabSz="914400">
                        <a:lnSpc>
                          <a:spcPct val="100000"/>
                        </a:lnSpc>
                      </a:pPr>
                      <a:endParaRPr lang="en-US" sz="1800" b="0" u="none" strike="noStrike">
                        <a:solidFill>
                          <a:srgbClr val="000000"/>
                        </a:solidFill>
                        <a:effectLst/>
                        <a:uFillTx/>
                        <a:latin typeface="Century Gothic"/>
                      </a:endParaRPr>
                    </a:p>
                  </a:txBody>
                  <a:tcPr anchor="ctr" marL="0" marR="114120" marT="0" marB="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vMerge="1">
                  <a:txBody>
                    <a:bodyPr lIns="90000" rIns="90000" tIns="45000" bIns="45000" anchor="t">
                      <a:noAutofit/>
                    </a:bodyPr>
                    <a:p>
                      <a:endParaRPr lang="en-AE" sz="1800" b="0" u="none" strike="noStrike">
                        <a:solidFill>
                          <a:srgbClr val="000000"/>
                        </a:solidFill>
                        <a:effectLst/>
                        <a:uFillTx/>
                        <a:latin typeface="Arial"/>
                      </a:endParaRPr>
                    </a:p>
                  </a:txBody>
                  <a:tcPr anchor="t" marL="90000" marR="90000" marT="45000" marB="45000">
                    <a:lnL>
                      <a:noFill/>
                    </a:lnL>
                    <a:lnR>
                      <a:noFill/>
                    </a:lnR>
                    <a:lnT>
                      <a:noFill/>
                    </a:lnT>
                    <a:lnB>
                      <a:noFill/>
                    </a:lnB>
                    <a:solidFill>
                      <a:srgbClr val="729fcf"/>
                    </a:solidFill>
                  </a:tcPr>
                </a:tc>
              </a:tr>
            </a:tbl>
          </a:graphicData>
        </a:graphic>
      </p:graphicFrame>
      <p:sp>
        <p:nvSpPr>
          <p:cNvPr id="13" name="TextBox 10"/>
          <p:cNvSpPr/>
          <p:nvPr/>
        </p:nvSpPr>
        <p:spPr>
          <a:xfrm rot="5400000">
            <a:off x="11018160" y="1241280"/>
            <a:ext cx="2052360" cy="227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900" b="0" u="none" strike="noStrike">
                <a:solidFill>
                  <a:schemeClr val="accent4">
                    <a:lumMod val="75000"/>
                  </a:schemeClr>
                </a:solidFill>
                <a:effectLst/>
                <a:uFillTx/>
                <a:latin typeface="Century Gothic"/>
              </a:rPr>
              <a:t>Quantwater Tech Investments </a:t>
            </a:r>
            <a:endParaRPr lang="en-AE" sz="900" b="0" u="none" strike="noStrike">
              <a:solidFill>
                <a:srgbClr val="000000"/>
              </a:solidFill>
              <a:effectLst/>
              <a:uFillTx/>
              <a:latin typeface="Arial"/>
            </a:endParaRPr>
          </a:p>
        </p:txBody>
      </p:sp>
      <p:sp>
        <p:nvSpPr>
          <p:cNvPr id="14" name="PlaceHolder 1"/>
          <p:cNvSpPr>
            <a:spLocks noGrp="1"/>
          </p:cNvSpPr>
          <p:nvPr>
            <p:ph type="title"/>
          </p:nvPr>
        </p:nvSpPr>
        <p:spPr>
          <a:xfrm>
            <a:off x="609480" y="273600"/>
            <a:ext cx="10968480" cy="1140840"/>
          </a:xfrm>
          <a:prstGeom prst="rect">
            <a:avLst/>
          </a:prstGeom>
          <a:noFill/>
          <a:ln w="0">
            <a:noFill/>
          </a:ln>
        </p:spPr>
        <p:txBody>
          <a:bodyPr lIns="0" rIns="0" tIns="0" bIns="0" anchor="ctr">
            <a:noAutofit/>
          </a:bodyPr>
          <a:p>
            <a:pPr indent="0" algn="ctr">
              <a:lnSpc>
                <a:spcPct val="100000"/>
              </a:lnSpc>
              <a:buNone/>
              <a:tabLst>
                <a:tab algn="l" pos="0"/>
              </a:tabLst>
            </a:pPr>
            <a:r>
              <a:rPr lang="en-AE" sz="4400" b="0" u="none" strike="noStrike">
                <a:solidFill>
                  <a:srgbClr val="000000"/>
                </a:solidFill>
                <a:effectLst/>
                <a:uFillTx/>
                <a:latin typeface="Arial"/>
              </a:rPr>
              <a:t>Click to edit the title text format</a:t>
            </a:r>
            <a:endParaRPr lang="en-AE" sz="4400" b="0" u="none" strike="noStrike">
              <a:solidFill>
                <a:srgbClr val="000000"/>
              </a:solidFill>
              <a:effectLst/>
              <a:uFillTx/>
              <a:latin typeface="Arial"/>
            </a:endParaRPr>
          </a:p>
        </p:txBody>
      </p:sp>
      <p:sp>
        <p:nvSpPr>
          <p:cNvPr id="15" name="PlaceHolder 2"/>
          <p:cNvSpPr>
            <a:spLocks noGrp="1"/>
          </p:cNvSpPr>
          <p:nvPr>
            <p:ph type="body"/>
          </p:nvPr>
        </p:nvSpPr>
        <p:spPr>
          <a:xfrm>
            <a:off x="609480" y="1604520"/>
            <a:ext cx="10968480" cy="39733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AE" sz="3200" b="0" u="none" strike="noStrike">
                <a:solidFill>
                  <a:srgbClr val="000000"/>
                </a:solidFill>
                <a:effectLst/>
                <a:uFillTx/>
                <a:latin typeface="Arial"/>
              </a:rPr>
              <a:t>Click to edit the outline text format</a:t>
            </a:r>
            <a:endParaRPr lang="en-AE"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AE" sz="2800" b="0" u="none" strike="noStrike">
                <a:solidFill>
                  <a:srgbClr val="000000"/>
                </a:solidFill>
                <a:effectLst/>
                <a:uFillTx/>
                <a:latin typeface="Arial"/>
              </a:rPr>
              <a:t>Second Outline Level</a:t>
            </a:r>
            <a:endParaRPr lang="en-AE"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AE" sz="2400" b="0" u="none" strike="noStrike">
                <a:solidFill>
                  <a:srgbClr val="000000"/>
                </a:solidFill>
                <a:effectLst/>
                <a:uFillTx/>
                <a:latin typeface="Arial"/>
              </a:rPr>
              <a:t>Third Outline Level</a:t>
            </a:r>
            <a:endParaRPr lang="en-AE"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AE" sz="2000" b="0" u="none" strike="noStrike">
                <a:solidFill>
                  <a:srgbClr val="000000"/>
                </a:solidFill>
                <a:effectLst/>
                <a:uFillTx/>
                <a:latin typeface="Arial"/>
              </a:rPr>
              <a:t>Fourth Outline Level</a:t>
            </a:r>
            <a:endParaRPr lang="en-AE"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Fifth Outline Level</a:t>
            </a:r>
            <a:endParaRPr lang="en-AE"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Sixth Outline Level</a:t>
            </a:r>
            <a:endParaRPr lang="en-AE"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Seventh Outline Level</a:t>
            </a:r>
            <a:endParaRPr lang="en-AE" sz="2000" b="0" u="none" strike="noStrike">
              <a:solidFill>
                <a:srgbClr val="000000"/>
              </a:solidFill>
              <a:effectLst/>
              <a:uFillTx/>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16" name="PlaceHolder 1"/>
          <p:cNvSpPr>
            <a:spLocks noGrp="1"/>
          </p:cNvSpPr>
          <p:nvPr>
            <p:ph type="dt" idx="1"/>
          </p:nvPr>
        </p:nvSpPr>
        <p:spPr>
          <a:xfrm>
            <a:off x="609480" y="6356520"/>
            <a:ext cx="2738520" cy="360360"/>
          </a:xfrm>
          <a:prstGeom prst="rect">
            <a:avLst/>
          </a:prstGeom>
          <a:noFill/>
          <a:ln w="0">
            <a:noFill/>
          </a:ln>
        </p:spPr>
        <p:txBody>
          <a:bodyPr lIns="90000" rIns="90000" tIns="45000" bIns="45000" anchor="t">
            <a:noAutofit/>
          </a:bodyPr>
          <a:lstStyle>
            <a:lvl1pPr indent="0">
              <a:lnSpc>
                <a:spcPct val="100000"/>
              </a:lnSpc>
              <a:buNone/>
              <a:tabLst>
                <a:tab algn="l" pos="0"/>
              </a:tabLst>
              <a:defRPr lang="en-AE" sz="1400" b="0" u="none" strike="noStrike">
                <a:solidFill>
                  <a:srgbClr val="000000"/>
                </a:solidFill>
                <a:effectLst/>
                <a:uFillTx/>
                <a:latin typeface="Times New Roman"/>
              </a:defRPr>
            </a:lvl1pPr>
          </a:lstStyle>
          <a:p>
            <a:pPr indent="0">
              <a:lnSpc>
                <a:spcPct val="100000"/>
              </a:lnSpc>
              <a:buNone/>
              <a:tabLst>
                <a:tab algn="l" pos="0"/>
              </a:tabLst>
            </a:pPr>
            <a:r>
              <a:rPr lang="en-AE" sz="1400" b="0" u="none" strike="noStrike">
                <a:solidFill>
                  <a:srgbClr val="000000"/>
                </a:solidFill>
                <a:effectLst/>
                <a:uFillTx/>
                <a:latin typeface="Times New Roman"/>
              </a:rPr>
              <a:t>&lt;date/time&gt;</a:t>
            </a:r>
            <a:endParaRPr lang="en-AE" sz="1400" b="0" u="none" strike="noStrike">
              <a:solidFill>
                <a:srgbClr val="000000"/>
              </a:solidFill>
              <a:effectLst/>
              <a:uFillTx/>
              <a:latin typeface="Times New Roman"/>
            </a:endParaRPr>
          </a:p>
        </p:txBody>
      </p:sp>
      <p:sp>
        <p:nvSpPr>
          <p:cNvPr id="17" name="PlaceHolder 2"/>
          <p:cNvSpPr>
            <a:spLocks noGrp="1"/>
          </p:cNvSpPr>
          <p:nvPr>
            <p:ph type="ftr" idx="2"/>
          </p:nvPr>
        </p:nvSpPr>
        <p:spPr>
          <a:xfrm>
            <a:off x="4038480" y="6356520"/>
            <a:ext cx="4110120" cy="360360"/>
          </a:xfrm>
          <a:prstGeom prst="rect">
            <a:avLst/>
          </a:prstGeom>
          <a:noFill/>
          <a:ln w="0">
            <a:noFill/>
          </a:ln>
        </p:spPr>
        <p:txBody>
          <a:bodyPr lIns="91440" rIns="91440" tIns="45720" bIns="45720" anchor="ctr">
            <a:noAutofit/>
          </a:bodyPr>
          <a:lstStyle>
            <a:lvl1pPr indent="0" algn="ctr">
              <a:lnSpc>
                <a:spcPct val="100000"/>
              </a:lnSpc>
              <a:buNone/>
              <a:tabLst>
                <a:tab algn="l" pos="0"/>
              </a:tabLst>
              <a:defRPr lang="en-AE" sz="1400" b="0" u="none" strike="noStrike">
                <a:solidFill>
                  <a:srgbClr val="000000"/>
                </a:solidFill>
                <a:effectLst/>
                <a:uFillTx/>
                <a:latin typeface="Times New Roman"/>
              </a:defRPr>
            </a:lvl1pPr>
          </a:lstStyle>
          <a:p>
            <a:pPr indent="0" algn="ctr">
              <a:lnSpc>
                <a:spcPct val="100000"/>
              </a:lnSpc>
              <a:buNone/>
              <a:tabLst>
                <a:tab algn="l" pos="0"/>
              </a:tabLst>
            </a:pPr>
            <a:r>
              <a:rPr lang="en-AE" sz="1400" b="0" u="none" strike="noStrike">
                <a:solidFill>
                  <a:srgbClr val="000000"/>
                </a:solidFill>
                <a:effectLst/>
                <a:uFillTx/>
                <a:latin typeface="Times New Roman"/>
              </a:rPr>
              <a:t>&lt;footer&gt;</a:t>
            </a:r>
            <a:endParaRPr lang="en-AE" sz="1400" b="0" u="none" strike="noStrike">
              <a:solidFill>
                <a:srgbClr val="000000"/>
              </a:solidFill>
              <a:effectLst/>
              <a:uFillTx/>
              <a:latin typeface="Times New Roman"/>
            </a:endParaRPr>
          </a:p>
        </p:txBody>
      </p:sp>
      <p:sp>
        <p:nvSpPr>
          <p:cNvPr id="18" name="PlaceHolder 3"/>
          <p:cNvSpPr>
            <a:spLocks noGrp="1"/>
          </p:cNvSpPr>
          <p:nvPr>
            <p:ph type="sldNum" idx="3"/>
          </p:nvPr>
        </p:nvSpPr>
        <p:spPr>
          <a:xfrm>
            <a:off x="8839080" y="6356520"/>
            <a:ext cx="2738520" cy="360360"/>
          </a:xfrm>
          <a:prstGeom prst="rect">
            <a:avLst/>
          </a:prstGeom>
          <a:noFill/>
          <a:ln w="0">
            <a:noFill/>
          </a:ln>
        </p:spPr>
        <p:txBody>
          <a:bodyPr lIns="91440" rIns="91440" tIns="45720" bIns="45720" anchor="ctr">
            <a:noAutofit/>
          </a:bodyPr>
          <a:p>
            <a:pPr indent="0">
              <a:buNone/>
            </a:pPr>
            <a:endParaRPr lang="en-AE" sz="1800" b="0" u="none" strike="noStrike">
              <a:solidFill>
                <a:srgbClr val="000000"/>
              </a:solidFill>
              <a:effectLst/>
              <a:uFillTx/>
              <a:latin typeface="Times New Roman"/>
            </a:endParaRPr>
          </a:p>
        </p:txBody>
      </p:sp>
      <p:sp>
        <p:nvSpPr>
          <p:cNvPr id="19" name="TextBox 5"/>
          <p:cNvSpPr/>
          <p:nvPr/>
        </p:nvSpPr>
        <p:spPr>
          <a:xfrm rot="16200000">
            <a:off x="11014560" y="1598400"/>
            <a:ext cx="2052360" cy="227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900" b="0" u="none" strike="noStrike">
                <a:solidFill>
                  <a:schemeClr val="lt1">
                    <a:lumMod val="50000"/>
                  </a:schemeClr>
                </a:solidFill>
                <a:effectLst/>
                <a:uFillTx/>
                <a:latin typeface="Century Gothic"/>
              </a:rPr>
              <a:t>Quantwater Tech Investments </a:t>
            </a:r>
            <a:endParaRPr lang="en-AE" sz="900" b="0" u="none" strike="noStrike">
              <a:solidFill>
                <a:srgbClr val="000000"/>
              </a:solidFill>
              <a:effectLst/>
              <a:uFillTx/>
              <a:latin typeface="Arial"/>
            </a:endParaRPr>
          </a:p>
        </p:txBody>
      </p:sp>
      <p:sp>
        <p:nvSpPr>
          <p:cNvPr id="20" name="PlaceHolder 4"/>
          <p:cNvSpPr>
            <a:spLocks noGrp="1"/>
          </p:cNvSpPr>
          <p:nvPr>
            <p:ph type="title"/>
          </p:nvPr>
        </p:nvSpPr>
        <p:spPr>
          <a:xfrm>
            <a:off x="609480" y="273600"/>
            <a:ext cx="10968120" cy="1140480"/>
          </a:xfrm>
          <a:prstGeom prst="rect">
            <a:avLst/>
          </a:prstGeom>
          <a:noFill/>
          <a:ln w="0">
            <a:noFill/>
          </a:ln>
        </p:spPr>
        <p:txBody>
          <a:bodyPr lIns="0" rIns="0" tIns="0" bIns="0" anchor="ctr">
            <a:noAutofit/>
          </a:bodyPr>
          <a:p>
            <a:pPr indent="0">
              <a:lnSpc>
                <a:spcPct val="100000"/>
              </a:lnSpc>
              <a:buNone/>
              <a:tabLst>
                <a:tab algn="l" pos="0"/>
              </a:tabLst>
            </a:pPr>
            <a:r>
              <a:rPr lang="en-US" sz="1800" b="0" u="none" strike="noStrike">
                <a:solidFill>
                  <a:schemeClr val="dk1"/>
                </a:solidFill>
                <a:effectLst/>
                <a:uFillTx/>
                <a:latin typeface="Arial"/>
              </a:rPr>
              <a:t>Click to edit the title text format</a:t>
            </a:r>
            <a:endParaRPr lang="en-AE" sz="1800" b="0" u="none" strike="noStrike">
              <a:solidFill>
                <a:srgbClr val="000000"/>
              </a:solidFill>
              <a:effectLst/>
              <a:uFillTx/>
              <a:latin typeface="Arial"/>
            </a:endParaRPr>
          </a:p>
        </p:txBody>
      </p:sp>
      <p:sp>
        <p:nvSpPr>
          <p:cNvPr id="21" name="PlaceHolder 5"/>
          <p:cNvSpPr>
            <a:spLocks noGrp="1"/>
          </p:cNvSpPr>
          <p:nvPr>
            <p:ph type="body"/>
          </p:nvPr>
        </p:nvSpPr>
        <p:spPr>
          <a:xfrm>
            <a:off x="609480" y="1604520"/>
            <a:ext cx="10968120" cy="39729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en-US" sz="2000" b="0" u="none" strike="noStrike">
                <a:solidFill>
                  <a:srgbClr val="0e1120"/>
                </a:solidFill>
                <a:effectLst/>
                <a:uFillTx/>
                <a:latin typeface="Arial"/>
              </a:rPr>
              <a:t>Click to edit the outline text format</a:t>
            </a:r>
            <a:endParaRPr lang="en-AE" sz="20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1600" b="0" u="none" strike="noStrike">
                <a:solidFill>
                  <a:srgbClr val="0e1120"/>
                </a:solidFill>
                <a:effectLst/>
                <a:uFillTx/>
                <a:latin typeface="Arial"/>
              </a:rPr>
              <a:t>Second Outline Level</a:t>
            </a:r>
            <a:endParaRPr lang="en-AE" sz="16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400" b="0" u="none" strike="noStrike">
                <a:solidFill>
                  <a:srgbClr val="0e1120"/>
                </a:solidFill>
                <a:effectLst/>
                <a:uFillTx/>
                <a:latin typeface="Arial"/>
              </a:rPr>
              <a:t>Third Outline Level</a:t>
            </a:r>
            <a:endParaRPr lang="en-AE" sz="14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400" b="0" u="none" strike="noStrike">
                <a:solidFill>
                  <a:srgbClr val="0e1120"/>
                </a:solidFill>
                <a:effectLst/>
                <a:uFillTx/>
                <a:latin typeface="Arial"/>
              </a:rPr>
              <a:t>Fourth Outline Level</a:t>
            </a:r>
            <a:endParaRPr lang="en-AE" sz="14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rgbClr val="0e1120"/>
                </a:solidFill>
                <a:effectLst/>
                <a:uFillTx/>
                <a:latin typeface="Arial"/>
              </a:rPr>
              <a:t>Fifth Outline Level</a:t>
            </a:r>
            <a:endParaRPr lang="en-AE"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rgbClr val="0e1120"/>
                </a:solidFill>
                <a:effectLst/>
                <a:uFillTx/>
                <a:latin typeface="Arial"/>
              </a:rPr>
              <a:t>Sixth Outline Level</a:t>
            </a:r>
            <a:endParaRPr lang="en-AE"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rgbClr val="0e1120"/>
                </a:solidFill>
                <a:effectLst/>
                <a:uFillTx/>
                <a:latin typeface="Arial"/>
              </a:rPr>
              <a:t>Seventh Outline Level</a:t>
            </a:r>
            <a:endParaRPr lang="en-AE" sz="2000" b="0" u="none" strike="noStrike">
              <a:solidFill>
                <a:srgbClr val="000000"/>
              </a:solidFill>
              <a:effectLst/>
              <a:uFillTx/>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0_Main Title 02">
    <p:bg>
      <p:bgPr>
        <a:solidFill>
          <a:srgbClr val="f8f8f8"/>
        </a:solidFill>
      </p:bgPr>
    </p:bg>
    <p:spTree>
      <p:nvGrpSpPr>
        <p:cNvPr id="1" name=""/>
        <p:cNvGrpSpPr/>
        <p:nvPr/>
      </p:nvGrpSpPr>
      <p:grpSpPr>
        <a:xfrm>
          <a:off x="0" y="0"/>
          <a:ext cx="0" cy="0"/>
          <a:chOff x="0" y="0"/>
          <a:chExt cx="0" cy="0"/>
        </a:xfrm>
      </p:grpSpPr>
      <p:sp>
        <p:nvSpPr>
          <p:cNvPr id="22" name="PlaceHolder 1"/>
          <p:cNvSpPr>
            <a:spLocks noGrp="1"/>
          </p:cNvSpPr>
          <p:nvPr>
            <p:ph type="title"/>
          </p:nvPr>
        </p:nvSpPr>
        <p:spPr>
          <a:xfrm>
            <a:off x="353160" y="1550160"/>
            <a:ext cx="7741800" cy="238284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en-US" sz="2800" b="1" u="none" strike="noStrike">
                <a:solidFill>
                  <a:schemeClr val="lt1"/>
                </a:solidFill>
                <a:effectLst/>
                <a:uFillTx/>
                <a:latin typeface="Arial"/>
              </a:rPr>
              <a:t>Click to edit Master title style</a:t>
            </a:r>
            <a:endParaRPr lang="en-AE" sz="2800" b="0" u="none" strike="noStrike">
              <a:solidFill>
                <a:srgbClr val="000000"/>
              </a:solidFill>
              <a:effectLst/>
              <a:uFillTx/>
              <a:latin typeface="Arial"/>
            </a:endParaRPr>
          </a:p>
        </p:txBody>
      </p:sp>
      <p:pic>
        <p:nvPicPr>
          <p:cNvPr id="23" name="Picture 1" descr="A line drawn on a white background&#10;&#10;Description automatically generated"/>
          <p:cNvPicPr/>
          <p:nvPr/>
        </p:nvPicPr>
        <p:blipFill>
          <a:blip r:embed="rId2">
            <a:extLst>
              <a:ext uri="{BEBA8EAE-BF5A-486C-A8C5-ECC9F3942E4B}">
                <a14:imgProps xmlns:a14="http://schemas.microsoft.com/office/drawing/2010/main">
                  <a14:imgLayer r:embed="">
                    <a14:imgEffect>
                      <a14:sharpenSoften amount="-60000"/>
                    </a14:imgEffect>
                  </a14:imgLayer>
                </a14:imgProps>
              </a:ext>
            </a:extLst>
          </a:blip>
          <a:stretch/>
        </p:blipFill>
        <p:spPr>
          <a:xfrm>
            <a:off x="0" y="-22320"/>
            <a:ext cx="12187440" cy="6898320"/>
          </a:xfrm>
          <a:prstGeom prst="rect">
            <a:avLst/>
          </a:prstGeom>
          <a:noFill/>
          <a:ln w="0">
            <a:noFill/>
          </a:ln>
        </p:spPr>
      </p:pic>
      <p:sp>
        <p:nvSpPr>
          <p:cNvPr id="24" name="Rectangle 2"/>
          <p:cNvSpPr/>
          <p:nvPr/>
        </p:nvSpPr>
        <p:spPr>
          <a:xfrm>
            <a:off x="1604520" y="6017400"/>
            <a:ext cx="8780760" cy="662040"/>
          </a:xfrm>
          <a:prstGeom prst="rect">
            <a:avLst/>
          </a:prstGeom>
          <a:solidFill>
            <a:schemeClr val="bg1"/>
          </a:solidFill>
          <a:ln w="76200">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1800" b="0" u="none" strike="noStrike">
              <a:solidFill>
                <a:schemeClr val="lt1"/>
              </a:solidFill>
              <a:effectLst/>
              <a:uFillTx/>
              <a:latin typeface="Arial"/>
            </a:endParaRPr>
          </a:p>
        </p:txBody>
      </p:sp>
      <p:sp>
        <p:nvSpPr>
          <p:cNvPr id="25" name="Title 1"/>
          <p:cNvSpPr/>
          <p:nvPr/>
        </p:nvSpPr>
        <p:spPr>
          <a:xfrm>
            <a:off x="801000" y="528480"/>
            <a:ext cx="3618000" cy="1761120"/>
          </a:xfrm>
          <a:prstGeom prst="rect">
            <a:avLst/>
          </a:prstGeom>
          <a:noFill/>
          <a:ln w="0">
            <a:noFill/>
          </a:ln>
        </p:spPr>
        <p:style>
          <a:lnRef idx="0"/>
          <a:fillRef idx="0"/>
          <a:effectRef idx="0"/>
          <a:fontRef idx="minor"/>
        </p:style>
        <p:txBody>
          <a:bodyPr lIns="90000" rIns="90000" tIns="45000" bIns="45000" anchor="ctr">
            <a:normAutofit/>
          </a:bodyPr>
          <a:p>
            <a:pPr>
              <a:lnSpc>
                <a:spcPct val="100000"/>
              </a:lnSpc>
            </a:pPr>
            <a:endParaRPr lang="en-US" sz="1100" b="1" u="none" strike="noStrike">
              <a:solidFill>
                <a:schemeClr val="accent5">
                  <a:lumMod val="50000"/>
                </a:schemeClr>
              </a:solidFill>
              <a:effectLst/>
              <a:uFillTx/>
              <a:latin typeface="Arial"/>
            </a:endParaRPr>
          </a:p>
        </p:txBody>
      </p:sp>
      <p:sp>
        <p:nvSpPr>
          <p:cNvPr id="26" name="Title 1"/>
          <p:cNvSpPr/>
          <p:nvPr/>
        </p:nvSpPr>
        <p:spPr>
          <a:xfrm>
            <a:off x="266760" y="875160"/>
            <a:ext cx="6058440" cy="6822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r>
              <a:rPr lang="en-US" sz="2800" b="1" u="none" strike="noStrike">
                <a:solidFill>
                  <a:schemeClr val="lt1"/>
                </a:solidFill>
                <a:effectLst/>
                <a:uFillTx/>
                <a:latin typeface="Arial"/>
              </a:rPr>
              <a:t>Click to edit Master title style</a:t>
            </a:r>
            <a:endParaRPr lang="en-AE" sz="2800" b="0" u="none" strike="noStrike">
              <a:solidFill>
                <a:srgbClr val="000000"/>
              </a:solidFill>
              <a:effectLst/>
              <a:uFillTx/>
              <a:latin typeface="Arial"/>
            </a:endParaRPr>
          </a:p>
        </p:txBody>
      </p:sp>
      <p:sp>
        <p:nvSpPr>
          <p:cNvPr id="27" name="Title 1"/>
          <p:cNvSpPr/>
          <p:nvPr/>
        </p:nvSpPr>
        <p:spPr>
          <a:xfrm>
            <a:off x="6059160" y="3502080"/>
            <a:ext cx="5439240" cy="2195640"/>
          </a:xfrm>
          <a:prstGeom prst="rect">
            <a:avLst/>
          </a:prstGeom>
          <a:noFill/>
          <a:ln w="0">
            <a:noFill/>
          </a:ln>
        </p:spPr>
        <p:style>
          <a:lnRef idx="0"/>
          <a:fillRef idx="0"/>
          <a:effectRef idx="0"/>
          <a:fontRef idx="minor"/>
        </p:style>
        <p:txBody>
          <a:bodyPr lIns="90000" rIns="90000" tIns="45000" bIns="45000" anchor="ctr">
            <a:normAutofit lnSpcReduction="9999"/>
          </a:bodyPr>
          <a:p>
            <a:pPr defTabSz="914400">
              <a:lnSpc>
                <a:spcPct val="90000"/>
              </a:lnSpc>
            </a:pPr>
            <a:r>
              <a:rPr lang="en-US" sz="3300" b="1" u="none" strike="noStrike">
                <a:solidFill>
                  <a:schemeClr val="lt1">
                    <a:lumMod val="50000"/>
                  </a:schemeClr>
                </a:solidFill>
                <a:effectLst/>
                <a:uFillTx/>
                <a:latin typeface="Arial"/>
              </a:rPr>
              <a:t>[Date]</a:t>
            </a:r>
            <a:endParaRPr lang="en-AE" sz="3300" b="0" u="none" strike="noStrike">
              <a:solidFill>
                <a:srgbClr val="000000"/>
              </a:solidFill>
              <a:effectLst/>
              <a:uFillTx/>
              <a:latin typeface="Arial"/>
            </a:endParaRPr>
          </a:p>
          <a:p>
            <a:pPr defTabSz="914400">
              <a:lnSpc>
                <a:spcPct val="90000"/>
              </a:lnSpc>
            </a:pPr>
            <a:endParaRPr lang="en-AE" sz="3300" b="0" u="none" strike="noStrike">
              <a:solidFill>
                <a:srgbClr val="000000"/>
              </a:solidFill>
              <a:effectLst/>
              <a:uFillTx/>
              <a:latin typeface="Arial"/>
            </a:endParaRPr>
          </a:p>
          <a:p>
            <a:pPr defTabSz="914400">
              <a:lnSpc>
                <a:spcPct val="90000"/>
              </a:lnSpc>
            </a:pPr>
            <a:r>
              <a:rPr lang="en-US" sz="3300" b="1" u="none" strike="noStrike">
                <a:solidFill>
                  <a:schemeClr val="lt1">
                    <a:lumMod val="50000"/>
                  </a:schemeClr>
                </a:solidFill>
                <a:effectLst/>
                <a:uFillTx/>
                <a:latin typeface="Arial"/>
              </a:rPr>
              <a:t>Economic Data Releases &amp; Their Historical Impact on Assets</a:t>
            </a:r>
            <a:endParaRPr lang="en-AE" sz="3300" b="0" u="none" strike="noStrike">
              <a:solidFill>
                <a:srgbClr val="000000"/>
              </a:solidFill>
              <a:effectLst/>
              <a:uFillTx/>
              <a:latin typeface="Arial"/>
            </a:endParaRPr>
          </a:p>
        </p:txBody>
      </p:sp>
      <p:sp>
        <p:nvSpPr>
          <p:cNvPr id="28" name="TextBox 7"/>
          <p:cNvSpPr/>
          <p:nvPr/>
        </p:nvSpPr>
        <p:spPr>
          <a:xfrm rot="5400000">
            <a:off x="11018160" y="1241280"/>
            <a:ext cx="2052360" cy="227160"/>
          </a:xfrm>
          <a:prstGeom prst="rect">
            <a:avLst/>
          </a:prstGeom>
          <a:noFill/>
          <a:ln w="0">
            <a:noFill/>
          </a:ln>
        </p:spPr>
        <p:style>
          <a:lnRef idx="0"/>
          <a:fillRef idx="0"/>
          <a:effectRef idx="0"/>
          <a:fontRef idx="minor"/>
        </p:style>
        <p:txBody>
          <a:bodyPr lIns="90000" rIns="90000" tIns="45000" bIns="45000" anchor="t">
            <a:spAutoFit/>
          </a:bodyPr>
          <a:p>
            <a:pPr defTabSz="914400">
              <a:lnSpc>
                <a:spcPct val="100000"/>
              </a:lnSpc>
            </a:pPr>
            <a:r>
              <a:rPr lang="en-US" sz="900" b="0" u="none" strike="noStrike">
                <a:solidFill>
                  <a:schemeClr val="accent4">
                    <a:lumMod val="75000"/>
                  </a:schemeClr>
                </a:solidFill>
                <a:effectLst/>
                <a:uFillTx/>
                <a:latin typeface="Century Gothic"/>
              </a:rPr>
              <a:t>Quantwater Tech Investments </a:t>
            </a:r>
            <a:endParaRPr lang="en-AE" sz="900" b="0" u="none" strike="noStrike">
              <a:solidFill>
                <a:srgbClr val="000000"/>
              </a:solidFill>
              <a:effectLst/>
              <a:uFillTx/>
              <a:latin typeface="Arial"/>
            </a:endParaRPr>
          </a:p>
        </p:txBody>
      </p:sp>
      <p:sp>
        <p:nvSpPr>
          <p:cNvPr id="29" name="PlaceHolder 2"/>
          <p:cNvSpPr>
            <a:spLocks noGrp="1"/>
          </p:cNvSpPr>
          <p:nvPr>
            <p:ph type="body"/>
          </p:nvPr>
        </p:nvSpPr>
        <p:spPr>
          <a:xfrm>
            <a:off x="609480" y="1604520"/>
            <a:ext cx="10968120" cy="397296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lang="en-US" sz="2000" b="0" u="none" strike="noStrike">
                <a:solidFill>
                  <a:srgbClr val="0e1120"/>
                </a:solidFill>
                <a:effectLst/>
                <a:uFillTx/>
                <a:latin typeface="Arial"/>
              </a:rPr>
              <a:t>Click to edit the outline text format</a:t>
            </a:r>
            <a:endParaRPr lang="en-AE" sz="2000" b="0" u="none" strike="noStrike">
              <a:solidFill>
                <a:srgbClr val="000000"/>
              </a:solidFill>
              <a:effectLst/>
              <a:uFillTx/>
              <a:latin typeface="Arial"/>
            </a:endParaRPr>
          </a:p>
          <a:p>
            <a:pPr marL="864000" lvl="1" indent="-324000">
              <a:lnSpc>
                <a:spcPct val="90000"/>
              </a:lnSpc>
              <a:spcBef>
                <a:spcPts val="1134"/>
              </a:spcBef>
              <a:buClr>
                <a:srgbClr val="000000"/>
              </a:buClr>
              <a:buSzPct val="75000"/>
              <a:buFont typeface="Symbol" charset="2"/>
              <a:buChar char=""/>
            </a:pPr>
            <a:r>
              <a:rPr lang="en-US" sz="1600" b="0" u="none" strike="noStrike">
                <a:solidFill>
                  <a:srgbClr val="0e1120"/>
                </a:solidFill>
                <a:effectLst/>
                <a:uFillTx/>
                <a:latin typeface="Arial"/>
              </a:rPr>
              <a:t>Second Outline Level</a:t>
            </a:r>
            <a:endParaRPr lang="en-AE" sz="1600" b="0" u="none" strike="noStrike">
              <a:solidFill>
                <a:srgbClr val="000000"/>
              </a:solidFill>
              <a:effectLst/>
              <a:uFillTx/>
              <a:latin typeface="Arial"/>
            </a:endParaRPr>
          </a:p>
          <a:p>
            <a:pPr marL="1296000" lvl="2" indent="-288000">
              <a:lnSpc>
                <a:spcPct val="90000"/>
              </a:lnSpc>
              <a:spcBef>
                <a:spcPts val="850"/>
              </a:spcBef>
              <a:buClr>
                <a:srgbClr val="000000"/>
              </a:buClr>
              <a:buSzPct val="45000"/>
              <a:buFont typeface="Wingdings" charset="2"/>
              <a:buChar char=""/>
            </a:pPr>
            <a:r>
              <a:rPr lang="en-US" sz="1400" b="0" u="none" strike="noStrike">
                <a:solidFill>
                  <a:srgbClr val="0e1120"/>
                </a:solidFill>
                <a:effectLst/>
                <a:uFillTx/>
                <a:latin typeface="Arial"/>
              </a:rPr>
              <a:t>Third Outline Level</a:t>
            </a:r>
            <a:endParaRPr lang="en-AE" sz="1400" b="0" u="none" strike="noStrike">
              <a:solidFill>
                <a:srgbClr val="000000"/>
              </a:solidFill>
              <a:effectLst/>
              <a:uFillTx/>
              <a:latin typeface="Arial"/>
            </a:endParaRPr>
          </a:p>
          <a:p>
            <a:pPr marL="1728000" lvl="3" indent="-216000">
              <a:lnSpc>
                <a:spcPct val="90000"/>
              </a:lnSpc>
              <a:spcBef>
                <a:spcPts val="567"/>
              </a:spcBef>
              <a:buClr>
                <a:srgbClr val="000000"/>
              </a:buClr>
              <a:buSzPct val="75000"/>
              <a:buFont typeface="Symbol" charset="2"/>
              <a:buChar char=""/>
            </a:pPr>
            <a:r>
              <a:rPr lang="en-US" sz="1400" b="0" u="none" strike="noStrike">
                <a:solidFill>
                  <a:srgbClr val="0e1120"/>
                </a:solidFill>
                <a:effectLst/>
                <a:uFillTx/>
                <a:latin typeface="Arial"/>
              </a:rPr>
              <a:t>Fourth Outline Level</a:t>
            </a:r>
            <a:endParaRPr lang="en-AE" sz="1400" b="0" u="none" strike="noStrike">
              <a:solidFill>
                <a:srgbClr val="000000"/>
              </a:solidFill>
              <a:effectLst/>
              <a:uFillTx/>
              <a:latin typeface="Arial"/>
            </a:endParaRPr>
          </a:p>
          <a:p>
            <a:pPr marL="2160000" lvl="4" indent="-216000">
              <a:lnSpc>
                <a:spcPct val="90000"/>
              </a:lnSpc>
              <a:spcBef>
                <a:spcPts val="283"/>
              </a:spcBef>
              <a:buClr>
                <a:srgbClr val="000000"/>
              </a:buClr>
              <a:buSzPct val="45000"/>
              <a:buFont typeface="Wingdings" charset="2"/>
              <a:buChar char=""/>
            </a:pPr>
            <a:r>
              <a:rPr lang="en-US" sz="2000" b="0" u="none" strike="noStrike">
                <a:solidFill>
                  <a:srgbClr val="0e1120"/>
                </a:solidFill>
                <a:effectLst/>
                <a:uFillTx/>
                <a:latin typeface="Arial"/>
              </a:rPr>
              <a:t>Fifth Outline Level</a:t>
            </a:r>
            <a:endParaRPr lang="en-AE" sz="2000" b="0" u="none" strike="noStrike">
              <a:solidFill>
                <a:srgbClr val="000000"/>
              </a:solidFill>
              <a:effectLst/>
              <a:uFillTx/>
              <a:latin typeface="Arial"/>
            </a:endParaRPr>
          </a:p>
          <a:p>
            <a:pPr marL="2592000" lvl="5" indent="-216000">
              <a:lnSpc>
                <a:spcPct val="90000"/>
              </a:lnSpc>
              <a:spcBef>
                <a:spcPts val="283"/>
              </a:spcBef>
              <a:buClr>
                <a:srgbClr val="000000"/>
              </a:buClr>
              <a:buSzPct val="45000"/>
              <a:buFont typeface="Wingdings" charset="2"/>
              <a:buChar char=""/>
            </a:pPr>
            <a:r>
              <a:rPr lang="en-US" sz="2000" b="0" u="none" strike="noStrike">
                <a:solidFill>
                  <a:srgbClr val="0e1120"/>
                </a:solidFill>
                <a:effectLst/>
                <a:uFillTx/>
                <a:latin typeface="Arial"/>
              </a:rPr>
              <a:t>Sixth Outline Level</a:t>
            </a:r>
            <a:endParaRPr lang="en-AE" sz="2000" b="0" u="none" strike="noStrike">
              <a:solidFill>
                <a:srgbClr val="000000"/>
              </a:solidFill>
              <a:effectLst/>
              <a:uFillTx/>
              <a:latin typeface="Arial"/>
            </a:endParaRPr>
          </a:p>
          <a:p>
            <a:pPr marL="3024000" lvl="6" indent="-216000">
              <a:lnSpc>
                <a:spcPct val="90000"/>
              </a:lnSpc>
              <a:spcBef>
                <a:spcPts val="283"/>
              </a:spcBef>
              <a:buClr>
                <a:srgbClr val="000000"/>
              </a:buClr>
              <a:buSzPct val="45000"/>
              <a:buFont typeface="Wingdings" charset="2"/>
              <a:buChar char=""/>
            </a:pPr>
            <a:r>
              <a:rPr lang="en-US" sz="2000" b="0" u="none" strike="noStrike">
                <a:solidFill>
                  <a:srgbClr val="0e1120"/>
                </a:solidFill>
                <a:effectLst/>
                <a:uFillTx/>
                <a:latin typeface="Arial"/>
              </a:rPr>
              <a:t>Seventh Outline Level</a:t>
            </a:r>
            <a:endParaRPr lang="en-AE" sz="2000" b="0" u="none" strike="noStrike">
              <a:solidFill>
                <a:srgbClr val="000000"/>
              </a:solidFill>
              <a:effectLst/>
              <a:uFillTx/>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in Title 02">
    <p:bg>
      <p:bgPr>
        <a:solidFill>
          <a:srgbClr val="f8f8f8"/>
        </a:solidFill>
      </p:bgPr>
    </p:bg>
    <p:spTree>
      <p:nvGrpSpPr>
        <p:cNvPr id="1" name=""/>
        <p:cNvGrpSpPr/>
        <p:nvPr/>
      </p:nvGrpSpPr>
      <p:grpSpPr>
        <a:xfrm>
          <a:off x="0" y="0"/>
          <a:ext cx="0" cy="0"/>
          <a:chOff x="0" y="0"/>
          <a:chExt cx="0" cy="0"/>
        </a:xfrm>
      </p:grpSpPr>
      <p:sp>
        <p:nvSpPr>
          <p:cNvPr id="30" name=""/>
          <p:cNvSpPr/>
          <p:nvPr/>
        </p:nvSpPr>
        <p:spPr>
          <a:xfrm>
            <a:off x="0" y="0"/>
            <a:ext cx="12190320" cy="6856200"/>
          </a:xfrm>
          <a:prstGeom prst="rect">
            <a:avLst/>
          </a:prstGeom>
          <a:solidFill>
            <a:srgbClr val="ffffff"/>
          </a:solidFill>
          <a:ln w="0">
            <a:solidFill>
              <a:srgbClr val="ffffff"/>
            </a:solidFill>
          </a:ln>
        </p:spPr>
        <p:style>
          <a:lnRef idx="0"/>
          <a:fillRef idx="0"/>
          <a:effectRef idx="0"/>
          <a:fontRef idx="minor"/>
        </p:style>
        <p:txBody>
          <a:bodyPr wrap="none" lIns="0" rIns="0" tIns="0" bIns="0" anchor="ctr">
            <a:noAutofit/>
          </a:bodyPr>
          <a:p>
            <a:pPr>
              <a:lnSpc>
                <a:spcPct val="100000"/>
              </a:lnSpc>
            </a:pPr>
            <a:endParaRPr lang="en-AE" sz="2400" b="0" u="none" strike="noStrike">
              <a:solidFill>
                <a:srgbClr val="000000"/>
              </a:solidFill>
              <a:effectLst/>
              <a:uFillTx/>
              <a:latin typeface="Times New Roman"/>
            </a:endParaRPr>
          </a:p>
        </p:txBody>
      </p:sp>
      <p:pic>
        <p:nvPicPr>
          <p:cNvPr id="31" name="Picture 1" descr="A line drawn on a white background&#10;&#10;Description automatically generated"/>
          <p:cNvPicPr/>
          <p:nvPr/>
        </p:nvPicPr>
        <p:blipFill>
          <a:blip r:embed="rId2">
            <a:extLst>
              <a:ext uri="{BEBA8EAE-BF5A-486C-A8C5-ECC9F3942E4B}">
                <a14:imgProps xmlns:a14="http://schemas.microsoft.com/office/drawing/2010/main">
                  <a14:imgLayer r:embed="">
                    <a14:imgEffect>
                      <a14:sharpenSoften amount="-60000"/>
                    </a14:imgEffect>
                  </a14:imgLayer>
                </a14:imgProps>
              </a:ext>
            </a:extLst>
          </a:blip>
          <a:srcRect l="0" t="0" r="0" b="16864"/>
          <a:stretch/>
        </p:blipFill>
        <p:spPr>
          <a:xfrm>
            <a:off x="9831960" y="48600"/>
            <a:ext cx="2357640" cy="1108080"/>
          </a:xfrm>
          <a:prstGeom prst="rect">
            <a:avLst/>
          </a:prstGeom>
          <a:noFill/>
          <a:ln w="0">
            <a:noFill/>
          </a:ln>
        </p:spPr>
      </p:pic>
      <p:sp>
        <p:nvSpPr>
          <p:cNvPr id="32" name="Title 1"/>
          <p:cNvSpPr/>
          <p:nvPr/>
        </p:nvSpPr>
        <p:spPr>
          <a:xfrm>
            <a:off x="801000" y="528480"/>
            <a:ext cx="3618000" cy="176112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endParaRPr lang="en-US" sz="1100" b="1" u="none" strike="noStrike">
              <a:solidFill>
                <a:schemeClr val="accent5">
                  <a:lumMod val="50000"/>
                </a:schemeClr>
              </a:solidFill>
              <a:effectLst/>
              <a:uFillTx/>
              <a:latin typeface="Arial"/>
            </a:endParaRPr>
          </a:p>
        </p:txBody>
      </p:sp>
      <p:sp>
        <p:nvSpPr>
          <p:cNvPr id="33" name="Title 1"/>
          <p:cNvSpPr/>
          <p:nvPr/>
        </p:nvSpPr>
        <p:spPr>
          <a:xfrm>
            <a:off x="266760" y="875160"/>
            <a:ext cx="6058440" cy="68220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endParaRPr lang="en-AE" sz="1800" b="0" u="none" strike="noStrike">
              <a:solidFill>
                <a:srgbClr val="000000"/>
              </a:solidFill>
              <a:effectLst/>
              <a:uFillTx/>
              <a:latin typeface="Arial"/>
            </a:endParaRPr>
          </a:p>
        </p:txBody>
      </p:sp>
      <p:sp>
        <p:nvSpPr>
          <p:cNvPr id="34" name="TextBox 7"/>
          <p:cNvSpPr/>
          <p:nvPr/>
        </p:nvSpPr>
        <p:spPr>
          <a:xfrm rot="16200000">
            <a:off x="10972080" y="2744280"/>
            <a:ext cx="2052360" cy="227160"/>
          </a:xfrm>
          <a:prstGeom prst="rect">
            <a:avLst/>
          </a:prstGeom>
          <a:noFill/>
          <a:ln w="0">
            <a:noFill/>
          </a:ln>
        </p:spPr>
        <p:style>
          <a:lnRef idx="0"/>
          <a:fillRef idx="0"/>
          <a:effectRef idx="0"/>
          <a:fontRef idx="minor"/>
        </p:style>
        <p:txBody>
          <a:bodyPr lIns="90000" rIns="90000" tIns="45000" bIns="45000" anchor="b">
            <a:spAutoFit/>
          </a:bodyPr>
          <a:p>
            <a:pPr defTabSz="914400">
              <a:lnSpc>
                <a:spcPct val="100000"/>
              </a:lnSpc>
            </a:pPr>
            <a:r>
              <a:rPr lang="en-US" sz="900" b="0" u="none" strike="noStrike">
                <a:solidFill>
                  <a:schemeClr val="accent4">
                    <a:lumMod val="75000"/>
                  </a:schemeClr>
                </a:solidFill>
                <a:effectLst/>
                <a:uFillTx/>
                <a:latin typeface="Century Gothic"/>
              </a:rPr>
              <a:t>Quantwater Tech Investments </a:t>
            </a:r>
            <a:endParaRPr lang="en-AE" sz="900" b="0" u="none" strike="noStrike">
              <a:solidFill>
                <a:srgbClr val="000000"/>
              </a:solidFill>
              <a:effectLst/>
              <a:uFillTx/>
              <a:latin typeface="Arial"/>
            </a:endParaRPr>
          </a:p>
        </p:txBody>
      </p:sp>
      <p:sp>
        <p:nvSpPr>
          <p:cNvPr id="35" name=""/>
          <p:cNvSpPr/>
          <p:nvPr/>
        </p:nvSpPr>
        <p:spPr>
          <a:xfrm>
            <a:off x="1143000" y="2514600"/>
            <a:ext cx="3885120" cy="1599120"/>
          </a:xfrm>
          <a:prstGeom prst="rect">
            <a:avLst/>
          </a:prstGeom>
          <a:solidFill>
            <a:srgbClr val="ffffff"/>
          </a:solidFill>
          <a:ln w="0">
            <a:solidFill>
              <a:srgbClr val="ffffff"/>
            </a:solidFill>
          </a:ln>
        </p:spPr>
        <p:style>
          <a:lnRef idx="0"/>
          <a:fillRef idx="0"/>
          <a:effectRef idx="0"/>
          <a:fontRef idx="minor"/>
        </p:style>
        <p:txBody>
          <a:bodyPr wrap="none" lIns="0" rIns="0" tIns="0" bIns="0" anchor="ctr">
            <a:noAutofit/>
          </a:bodyPr>
          <a:p>
            <a:pPr>
              <a:lnSpc>
                <a:spcPct val="100000"/>
              </a:lnSpc>
            </a:pPr>
            <a:endParaRPr lang="en-AE" sz="2400" b="0" u="none" strike="noStrike">
              <a:solidFill>
                <a:srgbClr val="000000"/>
              </a:solidFill>
              <a:effectLst/>
              <a:uFillTx/>
              <a:latin typeface="Times New Roman"/>
            </a:endParaRPr>
          </a:p>
        </p:txBody>
      </p:sp>
      <p:sp>
        <p:nvSpPr>
          <p:cNvPr id="36" name="PlaceHolder 1"/>
          <p:cNvSpPr>
            <a:spLocks noGrp="1"/>
          </p:cNvSpPr>
          <p:nvPr>
            <p:ph type="title"/>
          </p:nvPr>
        </p:nvSpPr>
        <p:spPr>
          <a:xfrm>
            <a:off x="609480" y="273600"/>
            <a:ext cx="10972080" cy="1144440"/>
          </a:xfrm>
          <a:prstGeom prst="rect">
            <a:avLst/>
          </a:prstGeom>
          <a:noFill/>
          <a:ln w="0">
            <a:noFill/>
          </a:ln>
        </p:spPr>
        <p:txBody>
          <a:bodyPr lIns="0" rIns="0" tIns="0" bIns="0" anchor="ctr">
            <a:noAutofit/>
          </a:bodyPr>
          <a:p>
            <a:pPr indent="0" algn="ctr">
              <a:lnSpc>
                <a:spcPct val="100000"/>
              </a:lnSpc>
              <a:buNone/>
              <a:tabLst>
                <a:tab algn="l" pos="0"/>
              </a:tabLst>
            </a:pPr>
            <a:r>
              <a:rPr lang="en-AE" sz="4400" b="0" u="none" strike="noStrike">
                <a:solidFill>
                  <a:srgbClr val="000000"/>
                </a:solidFill>
                <a:effectLst/>
                <a:uFillTx/>
                <a:latin typeface="Arial"/>
              </a:rPr>
              <a:t>Click to edit the title text format</a:t>
            </a:r>
            <a:endParaRPr lang="en-AE" sz="4400" b="0" u="none" strike="noStrike">
              <a:solidFill>
                <a:srgbClr val="000000"/>
              </a:solidFill>
              <a:effectLst/>
              <a:uFillTx/>
              <a:latin typeface="Arial"/>
            </a:endParaRPr>
          </a:p>
        </p:txBody>
      </p:sp>
      <p:sp>
        <p:nvSpPr>
          <p:cNvPr id="37" name="PlaceHolder 2"/>
          <p:cNvSpPr>
            <a:spLocks noGrp="1"/>
          </p:cNvSpPr>
          <p:nvPr>
            <p:ph type="body"/>
          </p:nvPr>
        </p:nvSpPr>
        <p:spPr>
          <a:xfrm>
            <a:off x="609480" y="1604520"/>
            <a:ext cx="10972080" cy="3976920"/>
          </a:xfrm>
          <a:prstGeom prst="rect">
            <a:avLst/>
          </a:prstGeom>
          <a:noFill/>
          <a:ln w="0">
            <a:noFill/>
          </a:ln>
        </p:spPr>
        <p:txBody>
          <a:bodyPr lIns="0" rIns="0" tIns="0" bIns="0" anchor="t">
            <a:normAutofit/>
          </a:bodyPr>
          <a:p>
            <a:pPr marL="432000" indent="-324000">
              <a:lnSpc>
                <a:spcPct val="100000"/>
              </a:lnSpc>
              <a:spcBef>
                <a:spcPts val="1417"/>
              </a:spcBef>
              <a:buClr>
                <a:srgbClr val="000000"/>
              </a:buClr>
              <a:buSzPct val="45000"/>
              <a:buFont typeface="Wingdings" charset="2"/>
              <a:buChar char=""/>
            </a:pPr>
            <a:r>
              <a:rPr lang="en-AE" sz="3200" b="0" u="none" strike="noStrike">
                <a:solidFill>
                  <a:srgbClr val="000000"/>
                </a:solidFill>
                <a:effectLst/>
                <a:uFillTx/>
                <a:latin typeface="Arial"/>
              </a:rPr>
              <a:t>Click to edit the outline text format</a:t>
            </a:r>
            <a:endParaRPr lang="en-AE" sz="3200" b="0" u="none" strike="noStrike">
              <a:solidFill>
                <a:srgbClr val="000000"/>
              </a:solidFill>
              <a:effectLst/>
              <a:uFillTx/>
              <a:latin typeface="Arial"/>
            </a:endParaRPr>
          </a:p>
          <a:p>
            <a:pPr marL="864000" lvl="1" indent="-324000">
              <a:lnSpc>
                <a:spcPct val="100000"/>
              </a:lnSpc>
              <a:spcBef>
                <a:spcPts val="1134"/>
              </a:spcBef>
              <a:buClr>
                <a:srgbClr val="000000"/>
              </a:buClr>
              <a:buSzPct val="75000"/>
              <a:buFont typeface="Symbol" charset="2"/>
              <a:buChar char=""/>
            </a:pPr>
            <a:r>
              <a:rPr lang="en-AE" sz="2800" b="0" u="none" strike="noStrike">
                <a:solidFill>
                  <a:srgbClr val="000000"/>
                </a:solidFill>
                <a:effectLst/>
                <a:uFillTx/>
                <a:latin typeface="Arial"/>
              </a:rPr>
              <a:t>Second Outline Level</a:t>
            </a:r>
            <a:endParaRPr lang="en-AE" sz="2800" b="0" u="none" strike="noStrike">
              <a:solidFill>
                <a:srgbClr val="000000"/>
              </a:solidFill>
              <a:effectLst/>
              <a:uFillTx/>
              <a:latin typeface="Arial"/>
            </a:endParaRPr>
          </a:p>
          <a:p>
            <a:pPr marL="1296000" lvl="2" indent="-288000">
              <a:lnSpc>
                <a:spcPct val="100000"/>
              </a:lnSpc>
              <a:spcBef>
                <a:spcPts val="850"/>
              </a:spcBef>
              <a:buClr>
                <a:srgbClr val="000000"/>
              </a:buClr>
              <a:buSzPct val="45000"/>
              <a:buFont typeface="Wingdings" charset="2"/>
              <a:buChar char=""/>
            </a:pPr>
            <a:r>
              <a:rPr lang="en-AE" sz="2400" b="0" u="none" strike="noStrike">
                <a:solidFill>
                  <a:srgbClr val="000000"/>
                </a:solidFill>
                <a:effectLst/>
                <a:uFillTx/>
                <a:latin typeface="Arial"/>
              </a:rPr>
              <a:t>Third Outline Level</a:t>
            </a:r>
            <a:endParaRPr lang="en-AE" sz="2400" b="0" u="none" strike="noStrike">
              <a:solidFill>
                <a:srgbClr val="000000"/>
              </a:solidFill>
              <a:effectLst/>
              <a:uFillTx/>
              <a:latin typeface="Arial"/>
            </a:endParaRPr>
          </a:p>
          <a:p>
            <a:pPr marL="1728000" lvl="3" indent="-216000">
              <a:lnSpc>
                <a:spcPct val="100000"/>
              </a:lnSpc>
              <a:spcBef>
                <a:spcPts val="567"/>
              </a:spcBef>
              <a:buClr>
                <a:srgbClr val="000000"/>
              </a:buClr>
              <a:buSzPct val="75000"/>
              <a:buFont typeface="Symbol" charset="2"/>
              <a:buChar char=""/>
            </a:pPr>
            <a:r>
              <a:rPr lang="en-AE" sz="2000" b="0" u="none" strike="noStrike">
                <a:solidFill>
                  <a:srgbClr val="000000"/>
                </a:solidFill>
                <a:effectLst/>
                <a:uFillTx/>
                <a:latin typeface="Arial"/>
              </a:rPr>
              <a:t>Fourth Outline Level</a:t>
            </a:r>
            <a:endParaRPr lang="en-AE" sz="2000" b="0" u="none" strike="noStrike">
              <a:solidFill>
                <a:srgbClr val="000000"/>
              </a:solidFill>
              <a:effectLst/>
              <a:uFillTx/>
              <a:latin typeface="Arial"/>
            </a:endParaRPr>
          </a:p>
          <a:p>
            <a:pPr marL="2160000" lvl="4"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Fifth Outline Level</a:t>
            </a:r>
            <a:endParaRPr lang="en-AE" sz="2000" b="0" u="none" strike="noStrike">
              <a:solidFill>
                <a:srgbClr val="000000"/>
              </a:solidFill>
              <a:effectLst/>
              <a:uFillTx/>
              <a:latin typeface="Arial"/>
            </a:endParaRPr>
          </a:p>
          <a:p>
            <a:pPr marL="2592000" lvl="5"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Sixth Outline Level</a:t>
            </a:r>
            <a:endParaRPr lang="en-AE" sz="2000" b="0" u="none" strike="noStrike">
              <a:solidFill>
                <a:srgbClr val="000000"/>
              </a:solidFill>
              <a:effectLst/>
              <a:uFillTx/>
              <a:latin typeface="Arial"/>
            </a:endParaRPr>
          </a:p>
          <a:p>
            <a:pPr marL="3024000" lvl="6" indent="-216000">
              <a:lnSpc>
                <a:spcPct val="100000"/>
              </a:lnSpc>
              <a:spcBef>
                <a:spcPts val="283"/>
              </a:spcBef>
              <a:buClr>
                <a:srgbClr val="000000"/>
              </a:buClr>
              <a:buSzPct val="45000"/>
              <a:buFont typeface="Wingdings" charset="2"/>
              <a:buChar char=""/>
            </a:pPr>
            <a:r>
              <a:rPr lang="en-AE" sz="2000" b="0" u="none" strike="noStrike">
                <a:solidFill>
                  <a:srgbClr val="000000"/>
                </a:solidFill>
                <a:effectLst/>
                <a:uFillTx/>
                <a:latin typeface="Arial"/>
              </a:rPr>
              <a:t>Seventh Outline Level</a:t>
            </a:r>
            <a:endParaRPr lang="en-AE" sz="2000" b="0" u="none" strike="noStrike">
              <a:solidFill>
                <a:srgbClr val="000000"/>
              </a:solidFill>
              <a:effectLst/>
              <a:uFillTx/>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microsoft.com/office/2007/relationships/hdphoto" Target="../media/hdphoto2.wdp"/><Relationship Id="rId3" Type="http://schemas.openxmlformats.org/officeDocument/2006/relationships/slideLayout" Target="../slideLayouts/slideLayout5.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5.xml"/>
</Relationships>
</file>

<file path=ppt/slides/_rels/slide6.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5.xml"/>
</Relationships>
</file>

<file path=ppt/slides/_rels/slide7.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5.xml"/>
</Relationships>
</file>

<file path=ppt/slides/_rels/slide8.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5.xml"/>
</Relationships>
</file>

<file path=ppt/slides/_rels/slide9.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5.xml"/>
</Relationships>
</file>

<file path=ppt/slides/_rels/slide10.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5.xml"/>
</Relationships>
</file>

<file path=ppt/slides/_rels/slide22.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5.xml"/>
</Relationships>
</file>

<file path=ppt/slides/_rels/slide23.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slideLayout" Target="../slideLayouts/slideLayout5.xml"/>
</Relationships>
</file>

<file path=ppt/slides/_rels/slide24.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5.xml"/>
</Relationships>
</file>

<file path=ppt/slides/_rels/slide25.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7.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image" Target="../media/image23.png"/><Relationship Id="rId2"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35.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1.xml"/>
</Relationships>
</file>

<file path=ppt/slides/_rels/slide36.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slideLayout" Target="../slideLayouts/slideLayout1.xml"/>
</Relationships>
</file>

<file path=ppt/slides/_rels/slide37.xml.rels><?xml version="1.0" encoding="UTF-8"?>
<Relationships xmlns="http://schemas.openxmlformats.org/package/2006/relationships"><Relationship Id="rId1" Type="http://schemas.openxmlformats.org/officeDocument/2006/relationships/image" Target="../media/image26.png"/><Relationship Id="rId2" Type="http://schemas.openxmlformats.org/officeDocument/2006/relationships/slideLayout" Target="../slideLayouts/slideLayout1.xml"/>
</Relationships>
</file>

<file path=ppt/slides/_rels/slide38.xml.rels><?xml version="1.0" encoding="UTF-8"?>
<Relationships xmlns="http://schemas.openxmlformats.org/package/2006/relationships"><Relationship Id="rId1" Type="http://schemas.openxmlformats.org/officeDocument/2006/relationships/image" Target="../media/image27.png"/><Relationship Id="rId2" Type="http://schemas.openxmlformats.org/officeDocument/2006/relationships/slideLayout" Target="../slideLayouts/slideLayout1.xml"/>
</Relationships>
</file>

<file path=ppt/slides/_rels/slide3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2.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5.xml"/>
</Relationships>
</file>

<file path=ppt/slides/_rels/slide43.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5.xml"/>
</Relationships>
</file>

<file path=ppt/slides/_rels/slide44.xml.rels><?xml version="1.0" encoding="UTF-8"?>
<Relationships xmlns="http://schemas.openxmlformats.org/package/2006/relationships"><Relationship Id="rId1" Type="http://schemas.openxmlformats.org/officeDocument/2006/relationships/image" Target="../media/image30.png"/><Relationship Id="rId2" Type="http://schemas.openxmlformats.org/officeDocument/2006/relationships/slideLayout" Target="../slideLayouts/slideLayout5.xml"/>
</Relationships>
</file>

<file path=ppt/slides/_rels/slide45.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5.xml"/>
</Relationships>
</file>

<file path=ppt/slides/_rels/slide46.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5.xml"/>
</Relationships>
</file>

<file path=ppt/slides/_rels/slide47.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5.xml"/>
</Relationships>
</file>

<file path=ppt/slides/_rels/slide4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49.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1.xml"/>
</Relationships>
</file>

<file path=ppt/slides/_rels/slide50.xml.rels><?xml version="1.0" encoding="UTF-8"?>
<Relationships xmlns="http://schemas.openxmlformats.org/package/2006/relationships"><Relationship Id="rId1" Type="http://schemas.openxmlformats.org/officeDocument/2006/relationships/image" Target="../media/image35.png"/><Relationship Id="rId2" Type="http://schemas.openxmlformats.org/officeDocument/2006/relationships/slideLayout" Target="../slideLayouts/slideLayout1.xml"/>
</Relationships>
</file>

<file path=ppt/slides/_rels/slide51.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1.xml"/>
</Relationships>
</file>

<file path=ppt/slides/_rels/slide52.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1.xml"/>
</Relationships>
</file>

<file path=ppt/slides/_rels/slide53.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1.xml"/>
</Relationships>
</file>

<file path=ppt/slides/_rels/slide54.xml.rels><?xml version="1.0" encoding="UTF-8"?>
<Relationships xmlns="http://schemas.openxmlformats.org/package/2006/relationships"><Relationship Id="rId1" Type="http://schemas.openxmlformats.org/officeDocument/2006/relationships/image" Target="../media/image39.png"/><Relationship Id="rId2" Type="http://schemas.openxmlformats.org/officeDocument/2006/relationships/slideLayout" Target="../slideLayouts/slideLayout1.xml"/>
</Relationships>
</file>

<file path=ppt/slides/_rels/slide5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58.xml.rels><?xml version="1.0" encoding="UTF-8"?>
<Relationships xmlns="http://schemas.openxmlformats.org/package/2006/relationships"><Relationship Id="rId1" Type="http://schemas.openxmlformats.org/officeDocument/2006/relationships/image" Target="../media/image40.png"/><Relationship Id="rId2" Type="http://schemas.openxmlformats.org/officeDocument/2006/relationships/slideLayout" Target="../slideLayouts/slideLayout5.xml"/>
</Relationships>
</file>

<file path=ppt/slides/_rels/slide59.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
</Relationships>
</file>

<file path=ppt/slides/_rels/slide60.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5.xml"/>
</Relationships>
</file>

<file path=ppt/slides/_rels/slide61.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5.xml"/>
</Relationships>
</file>

<file path=ppt/slides/_rels/slide62.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5.xml"/>
</Relationships>
</file>

<file path=ppt/slides/_rels/slide63.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5.xml"/>
</Relationships>
</file>

<file path=ppt/slides/_rels/slide6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65.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1.xml"/>
</Relationships>
</file>

<file path=ppt/slides/_rels/slide66.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1.xml"/>
</Relationships>
</file>

<file path=ppt/slides/_rels/slide67.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1.xml"/>
</Relationships>
</file>

<file path=ppt/slides/_rels/slide68.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1.xml"/>
</Relationships>
</file>

<file path=ppt/slides/_rels/slide69.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1.xml"/>
</Relationships>
</file>

<file path=ppt/slides/_rels/slide70.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
</Relationships>
</file>

<file path=ppt/slides/_rels/slide7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74.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5.xml"/>
</Relationships>
</file>

<file path=ppt/slides/_rels/slide75.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5.xml"/>
</Relationships>
</file>

<file path=ppt/slides/_rels/slide76.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5.xml"/>
</Relationships>
</file>

<file path=ppt/slides/_rels/slide77.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5.xml"/>
</Relationships>
</file>

<file path=ppt/slides/_rels/slide78.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5.xml"/>
</Relationships>
</file>

<file path=ppt/slides/_rels/slide79.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5.xml"/>
</Relationships>
</file>

<file path=ppt/slides/_rels/slide8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1.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1.xml"/>
</Relationships>
</file>

<file path=ppt/slides/_rels/slide82.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1.xml"/>
</Relationships>
</file>

<file path=ppt/slides/_rels/slide83.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1.xml"/>
</Relationships>
</file>

<file path=ppt/slides/_rels/slide84.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
</Relationships>
</file>

<file path=ppt/slides/_rels/slide85.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1.xml"/>
</Relationships>
</file>

<file path=ppt/slides/_rels/slide86.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1.xml"/>
</Relationships>
</file>

<file path=ppt/slides/_rels/slide8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8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0.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5.xml"/>
</Relationships>
</file>

<file path=ppt/slides/_rels/slide91.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5.xml"/>
</Relationships>
</file>

<file path=ppt/slides/_rels/slide92.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5.xml"/>
</Relationships>
</file>

<file path=ppt/slides/_rels/slide93.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5.xml"/>
</Relationships>
</file>

<file path=ppt/slides/_rels/slide94.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5.xml"/>
</Relationships>
</file>

<file path=ppt/slides/_rels/slide95.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5.xml"/>
</Relationships>
</file>

<file path=ppt/slides/_rels/slide9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97.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1.xml"/>
</Relationships>
</file>

<file path=ppt/slides/_rels/slide98.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
</Relationships>
</file>

<file path=ppt/slides/_rels/slide99.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slideLayout" Target="../slideLayouts/slideLayout1.xml"/>
</Relationships>
</file>

<file path=ppt/slides/_rels/slide100.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1.xml"/>
</Relationships>
</file>

<file path=ppt/slides/_rels/slide101.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1.xml"/>
</Relationships>
</file>

<file path=ppt/slides/_rels/slide102.xml.rels><?xml version="1.0" encoding="UTF-8"?>
<Relationships xmlns="http://schemas.openxmlformats.org/package/2006/relationships"><Relationship Id="rId1" Type="http://schemas.openxmlformats.org/officeDocument/2006/relationships/image" Target="../media/image75.png"/><Relationship Id="rId2" Type="http://schemas.openxmlformats.org/officeDocument/2006/relationships/slideLayout" Target="../slideLayouts/slideLayout1.xml"/>
</Relationships>
</file>

<file path=ppt/slides/_rels/slide10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06.xml.rels><?xml version="1.0" encoding="UTF-8"?>
<Relationships xmlns="http://schemas.openxmlformats.org/package/2006/relationships"><Relationship Id="rId1" Type="http://schemas.openxmlformats.org/officeDocument/2006/relationships/image" Target="../media/image76.png"/><Relationship Id="rId2" Type="http://schemas.openxmlformats.org/officeDocument/2006/relationships/slideLayout" Target="../slideLayouts/slideLayout5.xml"/>
</Relationships>
</file>

<file path=ppt/slides/_rels/slide107.xml.rels><?xml version="1.0" encoding="UTF-8"?>
<Relationships xmlns="http://schemas.openxmlformats.org/package/2006/relationships"><Relationship Id="rId1" Type="http://schemas.openxmlformats.org/officeDocument/2006/relationships/image" Target="../media/image77.png"/><Relationship Id="rId2" Type="http://schemas.openxmlformats.org/officeDocument/2006/relationships/slideLayout" Target="../slideLayouts/slideLayout5.xml"/>
</Relationships>
</file>

<file path=ppt/slides/_rels/slide108.xml.rels><?xml version="1.0" encoding="UTF-8"?>
<Relationships xmlns="http://schemas.openxmlformats.org/package/2006/relationships"><Relationship Id="rId1" Type="http://schemas.openxmlformats.org/officeDocument/2006/relationships/image" Target="../media/image78.png"/><Relationship Id="rId2" Type="http://schemas.openxmlformats.org/officeDocument/2006/relationships/slideLayout" Target="../slideLayouts/slideLayout5.xml"/>
</Relationships>
</file>

<file path=ppt/slides/_rels/slide109.xml.rels><?xml version="1.0" encoding="UTF-8"?>
<Relationships xmlns="http://schemas.openxmlformats.org/package/2006/relationships"><Relationship Id="rId1" Type="http://schemas.openxmlformats.org/officeDocument/2006/relationships/image" Target="../media/image79.png"/><Relationship Id="rId2" Type="http://schemas.openxmlformats.org/officeDocument/2006/relationships/slideLayout" Target="../slideLayouts/slideLayout5.xml"/>
</Relationships>
</file>

<file path=ppt/slides/_rels/slide110.xml.rels><?xml version="1.0" encoding="UTF-8"?>
<Relationships xmlns="http://schemas.openxmlformats.org/package/2006/relationships"><Relationship Id="rId1" Type="http://schemas.openxmlformats.org/officeDocument/2006/relationships/image" Target="../media/image80.png"/><Relationship Id="rId2" Type="http://schemas.openxmlformats.org/officeDocument/2006/relationships/slideLayout" Target="../slideLayouts/slideLayout5.xml"/>
</Relationships>
</file>

<file path=ppt/slides/_rels/slide111.xml.rels><?xml version="1.0" encoding="UTF-8"?>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
</Relationships>
</file>

<file path=ppt/slides/_rels/slide11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13.xml.rels><?xml version="1.0" encoding="UTF-8"?>
<Relationships xmlns="http://schemas.openxmlformats.org/package/2006/relationships"><Relationship Id="rId1" Type="http://schemas.openxmlformats.org/officeDocument/2006/relationships/image" Target="../media/image82.png"/><Relationship Id="rId2" Type="http://schemas.openxmlformats.org/officeDocument/2006/relationships/slideLayout" Target="../slideLayouts/slideLayout1.xml"/>
</Relationships>
</file>

<file path=ppt/slides/_rels/slide114.xml.rels><?xml version="1.0" encoding="UTF-8"?>
<Relationships xmlns="http://schemas.openxmlformats.org/package/2006/relationships"><Relationship Id="rId1" Type="http://schemas.openxmlformats.org/officeDocument/2006/relationships/image" Target="../media/image83.png"/><Relationship Id="rId2" Type="http://schemas.openxmlformats.org/officeDocument/2006/relationships/slideLayout" Target="../slideLayouts/slideLayout1.xml"/>
</Relationships>
</file>

<file path=ppt/slides/_rels/slide115.xml.rels><?xml version="1.0" encoding="UTF-8"?>
<Relationships xmlns="http://schemas.openxmlformats.org/package/2006/relationships"><Relationship Id="rId1" Type="http://schemas.openxmlformats.org/officeDocument/2006/relationships/image" Target="../media/image84.png"/><Relationship Id="rId2" Type="http://schemas.openxmlformats.org/officeDocument/2006/relationships/slideLayout" Target="../slideLayouts/slideLayout1.xml"/>
</Relationships>
</file>

<file path=ppt/slides/_rels/slide116.xml.rels><?xml version="1.0" encoding="UTF-8"?>
<Relationships xmlns="http://schemas.openxmlformats.org/package/2006/relationships"><Relationship Id="rId1" Type="http://schemas.openxmlformats.org/officeDocument/2006/relationships/image" Target="../media/image85.png"/><Relationship Id="rId2" Type="http://schemas.openxmlformats.org/officeDocument/2006/relationships/slideLayout" Target="../slideLayouts/slideLayout1.xml"/>
</Relationships>
</file>

<file path=ppt/slides/_rels/slide117.xml.rels><?xml version="1.0" encoding="UTF-8"?>
<Relationships xmlns="http://schemas.openxmlformats.org/package/2006/relationships"><Relationship Id="rId1" Type="http://schemas.openxmlformats.org/officeDocument/2006/relationships/image" Target="../media/image86.png"/><Relationship Id="rId2" Type="http://schemas.openxmlformats.org/officeDocument/2006/relationships/slideLayout" Target="../slideLayouts/slideLayout1.xml"/>
</Relationships>
</file>

<file path=ppt/slides/_rels/slide118.xml.rels><?xml version="1.0" encoding="UTF-8"?>
<Relationships xmlns="http://schemas.openxmlformats.org/package/2006/relationships"><Relationship Id="rId1" Type="http://schemas.openxmlformats.org/officeDocument/2006/relationships/image" Target="../media/image87.png"/><Relationship Id="rId2" Type="http://schemas.openxmlformats.org/officeDocument/2006/relationships/slideLayout" Target="../slideLayouts/slideLayout1.xml"/>
</Relationships>
</file>

<file path=ppt/slides/_rels/slide11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2.xml.rels><?xml version="1.0" encoding="UTF-8"?>
<Relationships xmlns="http://schemas.openxmlformats.org/package/2006/relationships"><Relationship Id="rId1" Type="http://schemas.openxmlformats.org/officeDocument/2006/relationships/image" Target="../media/image88.png"/><Relationship Id="rId2" Type="http://schemas.openxmlformats.org/officeDocument/2006/relationships/slideLayout" Target="../slideLayouts/slideLayout5.xml"/>
</Relationships>
</file>

<file path=ppt/slides/_rels/slide123.xml.rels><?xml version="1.0" encoding="UTF-8"?>
<Relationships xmlns="http://schemas.openxmlformats.org/package/2006/relationships"><Relationship Id="rId1" Type="http://schemas.openxmlformats.org/officeDocument/2006/relationships/image" Target="../media/image89.png"/><Relationship Id="rId2" Type="http://schemas.openxmlformats.org/officeDocument/2006/relationships/slideLayout" Target="../slideLayouts/slideLayout5.xml"/>
</Relationships>
</file>

<file path=ppt/slides/_rels/slide124.xml.rels><?xml version="1.0" encoding="UTF-8"?>
<Relationships xmlns="http://schemas.openxmlformats.org/package/2006/relationships"><Relationship Id="rId1" Type="http://schemas.openxmlformats.org/officeDocument/2006/relationships/image" Target="../media/image90.png"/><Relationship Id="rId2" Type="http://schemas.openxmlformats.org/officeDocument/2006/relationships/slideLayout" Target="../slideLayouts/slideLayout5.xml"/>
</Relationships>
</file>

<file path=ppt/slides/_rels/slide125.xml.rels><?xml version="1.0" encoding="UTF-8"?>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
</Relationships>
</file>

<file path=ppt/slides/_rels/slide126.xml.rels><?xml version="1.0" encoding="UTF-8"?>
<Relationships xmlns="http://schemas.openxmlformats.org/package/2006/relationships"><Relationship Id="rId1" Type="http://schemas.openxmlformats.org/officeDocument/2006/relationships/image" Target="../media/image92.png"/><Relationship Id="rId2" Type="http://schemas.openxmlformats.org/officeDocument/2006/relationships/slideLayout" Target="../slideLayouts/slideLayout5.xml"/>
</Relationships>
</file>

<file path=ppt/slides/_rels/slide12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28.xml.rels><?xml version="1.0" encoding="UTF-8"?>
<Relationships xmlns="http://schemas.openxmlformats.org/package/2006/relationships"><Relationship Id="rId1" Type="http://schemas.openxmlformats.org/officeDocument/2006/relationships/image" Target="../media/image93.png"/><Relationship Id="rId2" Type="http://schemas.openxmlformats.org/officeDocument/2006/relationships/slideLayout" Target="../slideLayouts/slideLayout1.xml"/>
</Relationships>
</file>

<file path=ppt/slides/_rels/slide129.xml.rels><?xml version="1.0" encoding="UTF-8"?>
<Relationships xmlns="http://schemas.openxmlformats.org/package/2006/relationships"><Relationship Id="rId1" Type="http://schemas.openxmlformats.org/officeDocument/2006/relationships/image" Target="../media/image94.png"/><Relationship Id="rId2" Type="http://schemas.openxmlformats.org/officeDocument/2006/relationships/slideLayout" Target="../slideLayouts/slideLayout1.xml"/>
</Relationships>
</file>

<file path=ppt/slides/_rels/slide130.xml.rels><?xml version="1.0" encoding="UTF-8"?>
<Relationships xmlns="http://schemas.openxmlformats.org/package/2006/relationships"><Relationship Id="rId1" Type="http://schemas.openxmlformats.org/officeDocument/2006/relationships/image" Target="../media/image95.png"/><Relationship Id="rId2" Type="http://schemas.openxmlformats.org/officeDocument/2006/relationships/slideLayout" Target="../slideLayouts/slideLayout1.xml"/>
</Relationships>
</file>

<file path=ppt/slides/_rels/slide131.xml.rels><?xml version="1.0" encoding="UTF-8"?>
<Relationships xmlns="http://schemas.openxmlformats.org/package/2006/relationships"><Relationship Id="rId1" Type="http://schemas.openxmlformats.org/officeDocument/2006/relationships/image" Target="../media/image96.png"/><Relationship Id="rId2" Type="http://schemas.openxmlformats.org/officeDocument/2006/relationships/slideLayout" Target="../slideLayouts/slideLayout1.xml"/>
</Relationships>
</file>

<file path=ppt/slides/_rels/slide132.xml.rels><?xml version="1.0" encoding="UTF-8"?>
<Relationships xmlns="http://schemas.openxmlformats.org/package/2006/relationships"><Relationship Id="rId1" Type="http://schemas.openxmlformats.org/officeDocument/2006/relationships/image" Target="../media/image97.png"/><Relationship Id="rId2" Type="http://schemas.openxmlformats.org/officeDocument/2006/relationships/slideLayout" Target="../slideLayouts/slideLayout1.xml"/>
</Relationships>
</file>

<file path=ppt/slides/_rels/slide13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36.xml.rels><?xml version="1.0" encoding="UTF-8"?>
<Relationships xmlns="http://schemas.openxmlformats.org/package/2006/relationships"><Relationship Id="rId1" Type="http://schemas.openxmlformats.org/officeDocument/2006/relationships/image" Target="../media/image98.png"/><Relationship Id="rId2" Type="http://schemas.openxmlformats.org/officeDocument/2006/relationships/slideLayout" Target="../slideLayouts/slideLayout5.xml"/>
</Relationships>
</file>

<file path=ppt/slides/_rels/slide137.xml.rels><?xml version="1.0" encoding="UTF-8"?>
<Relationships xmlns="http://schemas.openxmlformats.org/package/2006/relationships"><Relationship Id="rId1" Type="http://schemas.openxmlformats.org/officeDocument/2006/relationships/image" Target="../media/image99.png"/><Relationship Id="rId2" Type="http://schemas.openxmlformats.org/officeDocument/2006/relationships/slideLayout" Target="../slideLayouts/slideLayout5.xml"/>
</Relationships>
</file>

<file path=ppt/slides/_rels/slide138.xml.rels><?xml version="1.0" encoding="UTF-8"?>
<Relationships xmlns="http://schemas.openxmlformats.org/package/2006/relationships"><Relationship Id="rId1" Type="http://schemas.openxmlformats.org/officeDocument/2006/relationships/image" Target="../media/image100.png"/><Relationship Id="rId2" Type="http://schemas.openxmlformats.org/officeDocument/2006/relationships/slideLayout" Target="../slideLayouts/slideLayout5.xml"/>
</Relationships>
</file>

<file path=ppt/slides/_rels/slide139.xml.rels><?xml version="1.0" encoding="UTF-8"?>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
</Relationships>
</file>

<file path=ppt/slides/_rels/slide140.xml.rels><?xml version="1.0" encoding="UTF-8"?>
<Relationships xmlns="http://schemas.openxmlformats.org/package/2006/relationships"><Relationship Id="rId1" Type="http://schemas.openxmlformats.org/officeDocument/2006/relationships/image" Target="../media/image102.png"/><Relationship Id="rId2" Type="http://schemas.openxmlformats.org/officeDocument/2006/relationships/slideLayout" Target="../slideLayouts/slideLayout5.xml"/>
</Relationships>
</file>

<file path=ppt/slides/_rels/slide141.xml.rels><?xml version="1.0" encoding="UTF-8"?>
<Relationships xmlns="http://schemas.openxmlformats.org/package/2006/relationships"><Relationship Id="rId1" Type="http://schemas.openxmlformats.org/officeDocument/2006/relationships/image" Target="../media/image103.png"/><Relationship Id="rId2" Type="http://schemas.openxmlformats.org/officeDocument/2006/relationships/slideLayout" Target="../slideLayouts/slideLayout5.xml"/>
</Relationships>
</file>

<file path=ppt/slides/_rels/slide14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43.xml.rels><?xml version="1.0" encoding="UTF-8"?>
<Relationships xmlns="http://schemas.openxmlformats.org/package/2006/relationships"><Relationship Id="rId1" Type="http://schemas.openxmlformats.org/officeDocument/2006/relationships/image" Target="../media/image104.png"/><Relationship Id="rId2" Type="http://schemas.openxmlformats.org/officeDocument/2006/relationships/slideLayout" Target="../slideLayouts/slideLayout1.xml"/>
</Relationships>
</file>

<file path=ppt/slides/_rels/slide144.xml.rels><?xml version="1.0" encoding="UTF-8"?>
<Relationships xmlns="http://schemas.openxmlformats.org/package/2006/relationships"><Relationship Id="rId1" Type="http://schemas.openxmlformats.org/officeDocument/2006/relationships/image" Target="../media/image105.png"/><Relationship Id="rId2" Type="http://schemas.openxmlformats.org/officeDocument/2006/relationships/slideLayout" Target="../slideLayouts/slideLayout1.xml"/>
</Relationships>
</file>

<file path=ppt/slides/_rels/slide145.xml.rels><?xml version="1.0" encoding="UTF-8"?>
<Relationships xmlns="http://schemas.openxmlformats.org/package/2006/relationships"><Relationship Id="rId1" Type="http://schemas.openxmlformats.org/officeDocument/2006/relationships/image" Target="../media/image106.png"/><Relationship Id="rId2" Type="http://schemas.openxmlformats.org/officeDocument/2006/relationships/slideLayout" Target="../slideLayouts/slideLayout1.xml"/>
</Relationships>
</file>

<file path=ppt/slides/_rels/slide146.xml.rels><?xml version="1.0" encoding="UTF-8"?>
<Relationships xmlns="http://schemas.openxmlformats.org/package/2006/relationships"><Relationship Id="rId1" Type="http://schemas.openxmlformats.org/officeDocument/2006/relationships/image" Target="../media/image107.png"/><Relationship Id="rId2" Type="http://schemas.openxmlformats.org/officeDocument/2006/relationships/slideLayout" Target="../slideLayouts/slideLayout1.xml"/>
</Relationships>
</file>

<file path=ppt/slides/_rels/slide147.xml.rels><?xml version="1.0" encoding="UTF-8"?>
<Relationships xmlns="http://schemas.openxmlformats.org/package/2006/relationships"><Relationship Id="rId1" Type="http://schemas.openxmlformats.org/officeDocument/2006/relationships/image" Target="../media/image108.png"/><Relationship Id="rId2" Type="http://schemas.openxmlformats.org/officeDocument/2006/relationships/slideLayout" Target="../slideLayouts/slideLayout1.xml"/>
</Relationships>
</file>

<file path=ppt/slides/_rels/slide148.xml.rels><?xml version="1.0" encoding="UTF-8"?>
<Relationships xmlns="http://schemas.openxmlformats.org/package/2006/relationships"><Relationship Id="rId1" Type="http://schemas.openxmlformats.org/officeDocument/2006/relationships/image" Target="../media/image109.png"/><Relationship Id="rId2" Type="http://schemas.openxmlformats.org/officeDocument/2006/relationships/slideLayout" Target="../slideLayouts/slideLayout1.xml"/>
</Relationships>
</file>

<file path=ppt/slides/_rels/slide14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2.xml.rels><?xml version="1.0" encoding="UTF-8"?>
<Relationships xmlns="http://schemas.openxmlformats.org/package/2006/relationships"><Relationship Id="rId1" Type="http://schemas.openxmlformats.org/officeDocument/2006/relationships/image" Target="../media/image110.png"/><Relationship Id="rId2" Type="http://schemas.openxmlformats.org/officeDocument/2006/relationships/slideLayout" Target="../slideLayouts/slideLayout5.xml"/>
</Relationships>
</file>

<file path=ppt/slides/_rels/slide153.xml.rels><?xml version="1.0" encoding="UTF-8"?>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5.xml"/>
</Relationships>
</file>

<file path=ppt/slides/_rels/slide154.xml.rels><?xml version="1.0" encoding="UTF-8"?>
<Relationships xmlns="http://schemas.openxmlformats.org/package/2006/relationships"><Relationship Id="rId1" Type="http://schemas.openxmlformats.org/officeDocument/2006/relationships/image" Target="../media/image112.png"/><Relationship Id="rId2" Type="http://schemas.openxmlformats.org/officeDocument/2006/relationships/slideLayout" Target="../slideLayouts/slideLayout5.xml"/>
</Relationships>
</file>

<file path=ppt/slides/_rels/slide155.xml.rels><?xml version="1.0" encoding="UTF-8"?>
<Relationships xmlns="http://schemas.openxmlformats.org/package/2006/relationships"><Relationship Id="rId1" Type="http://schemas.openxmlformats.org/officeDocument/2006/relationships/image" Target="../media/image113.png"/><Relationship Id="rId2" Type="http://schemas.openxmlformats.org/officeDocument/2006/relationships/slideLayout" Target="../slideLayouts/slideLayout5.xml"/>
</Relationships>
</file>

<file path=ppt/slides/_rels/slide156.xml.rels><?xml version="1.0" encoding="UTF-8"?>
<Relationships xmlns="http://schemas.openxmlformats.org/package/2006/relationships"><Relationship Id="rId1" Type="http://schemas.openxmlformats.org/officeDocument/2006/relationships/image" Target="../media/image114.png"/><Relationship Id="rId2" Type="http://schemas.openxmlformats.org/officeDocument/2006/relationships/slideLayout" Target="../slideLayouts/slideLayout5.xml"/>
</Relationships>
</file>

<file path=ppt/slides/_rels/slide157.xml.rels><?xml version="1.0" encoding="UTF-8"?>
<Relationships xmlns="http://schemas.openxmlformats.org/package/2006/relationships"><Relationship Id="rId1" Type="http://schemas.openxmlformats.org/officeDocument/2006/relationships/image" Target="../media/image115.png"/><Relationship Id="rId2" Type="http://schemas.openxmlformats.org/officeDocument/2006/relationships/slideLayout" Target="../slideLayouts/slideLayout5.xml"/>
</Relationships>
</file>

<file path=ppt/slides/_rels/slide15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59.xml.rels><?xml version="1.0" encoding="UTF-8"?>
<Relationships xmlns="http://schemas.openxmlformats.org/package/2006/relationships"><Relationship Id="rId1" Type="http://schemas.openxmlformats.org/officeDocument/2006/relationships/image" Target="../media/image116.png"/><Relationship Id="rId2" Type="http://schemas.openxmlformats.org/officeDocument/2006/relationships/slideLayout" Target="../slideLayouts/slideLayout1.xml"/>
</Relationships>
</file>

<file path=ppt/slides/_rels/slide160.xml.rels><?xml version="1.0" encoding="UTF-8"?>
<Relationships xmlns="http://schemas.openxmlformats.org/package/2006/relationships"><Relationship Id="rId1" Type="http://schemas.openxmlformats.org/officeDocument/2006/relationships/image" Target="../media/image117.png"/><Relationship Id="rId2" Type="http://schemas.openxmlformats.org/officeDocument/2006/relationships/slideLayout" Target="../slideLayouts/slideLayout1.xml"/>
</Relationships>
</file>

<file path=ppt/slides/_rels/slide161.xml.rels><?xml version="1.0" encoding="UTF-8"?>
<Relationships xmlns="http://schemas.openxmlformats.org/package/2006/relationships"><Relationship Id="rId1" Type="http://schemas.openxmlformats.org/officeDocument/2006/relationships/image" Target="../media/image118.png"/><Relationship Id="rId2" Type="http://schemas.openxmlformats.org/officeDocument/2006/relationships/slideLayout" Target="../slideLayouts/slideLayout1.xml"/>
</Relationships>
</file>

<file path=ppt/slides/_rels/slide162.xml.rels><?xml version="1.0" encoding="UTF-8"?>
<Relationships xmlns="http://schemas.openxmlformats.org/package/2006/relationships"><Relationship Id="rId1" Type="http://schemas.openxmlformats.org/officeDocument/2006/relationships/image" Target="../media/image119.png"/><Relationship Id="rId2" Type="http://schemas.openxmlformats.org/officeDocument/2006/relationships/slideLayout" Target="../slideLayouts/slideLayout1.xml"/>
</Relationships>
</file>

<file path=ppt/slides/_rels/slide163.xml.rels><?xml version="1.0" encoding="UTF-8"?>
<Relationships xmlns="http://schemas.openxmlformats.org/package/2006/relationships"><Relationship Id="rId1" Type="http://schemas.openxmlformats.org/officeDocument/2006/relationships/image" Target="../media/image120.png"/><Relationship Id="rId2" Type="http://schemas.openxmlformats.org/officeDocument/2006/relationships/slideLayout" Target="../slideLayouts/slideLayout1.xml"/>
</Relationships>
</file>

<file path=ppt/slides/_rels/slide164.xml.rels><?xml version="1.0" encoding="UTF-8"?>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
</Relationships>
</file>

<file path=ppt/slides/_rels/slide16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68.xml.rels><?xml version="1.0" encoding="UTF-8"?>
<Relationships xmlns="http://schemas.openxmlformats.org/package/2006/relationships"><Relationship Id="rId1" Type="http://schemas.openxmlformats.org/officeDocument/2006/relationships/image" Target="../media/image122.png"/><Relationship Id="rId2" Type="http://schemas.openxmlformats.org/officeDocument/2006/relationships/slideLayout" Target="../slideLayouts/slideLayout5.xml"/>
</Relationships>
</file>

<file path=ppt/slides/_rels/slide169.xml.rels><?xml version="1.0" encoding="UTF-8"?>
<Relationships xmlns="http://schemas.openxmlformats.org/package/2006/relationships"><Relationship Id="rId1" Type="http://schemas.openxmlformats.org/officeDocument/2006/relationships/image" Target="../media/image123.png"/><Relationship Id="rId2" Type="http://schemas.openxmlformats.org/officeDocument/2006/relationships/slideLayout" Target="../slideLayouts/slideLayout5.xml"/>
</Relationships>
</file>

<file path=ppt/slides/_rels/slide170.xml.rels><?xml version="1.0" encoding="UTF-8"?>
<Relationships xmlns="http://schemas.openxmlformats.org/package/2006/relationships"><Relationship Id="rId1" Type="http://schemas.openxmlformats.org/officeDocument/2006/relationships/image" Target="../media/image124.png"/><Relationship Id="rId2" Type="http://schemas.openxmlformats.org/officeDocument/2006/relationships/slideLayout" Target="../slideLayouts/slideLayout5.xml"/>
</Relationships>
</file>

<file path=ppt/slides/_rels/slide17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2.xml.rels><?xml version="1.0" encoding="UTF-8"?>
<Relationships xmlns="http://schemas.openxmlformats.org/package/2006/relationships"><Relationship Id="rId1" Type="http://schemas.openxmlformats.org/officeDocument/2006/relationships/image" Target="../media/image125.png"/><Relationship Id="rId2" Type="http://schemas.openxmlformats.org/officeDocument/2006/relationships/slideLayout" Target="../slideLayouts/slideLayout1.xml"/>
</Relationships>
</file>

<file path=ppt/slides/_rels/slide173.xml.rels><?xml version="1.0" encoding="UTF-8"?>
<Relationships xmlns="http://schemas.openxmlformats.org/package/2006/relationships"><Relationship Id="rId1" Type="http://schemas.openxmlformats.org/officeDocument/2006/relationships/image" Target="../media/image126.png"/><Relationship Id="rId2" Type="http://schemas.openxmlformats.org/officeDocument/2006/relationships/slideLayout" Target="../slideLayouts/slideLayout1.xml"/>
</Relationships>
</file>

<file path=ppt/slides/_rels/slide174.xml.rels><?xml version="1.0" encoding="UTF-8"?>
<Relationships xmlns="http://schemas.openxmlformats.org/package/2006/relationships"><Relationship Id="rId1" Type="http://schemas.openxmlformats.org/officeDocument/2006/relationships/image" Target="../media/image127.png"/><Relationship Id="rId2" Type="http://schemas.openxmlformats.org/officeDocument/2006/relationships/slideLayout" Target="../slideLayouts/slideLayout1.xml"/>
</Relationships>
</file>

<file path=ppt/slides/_rels/slide17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6.xml.rels><?xml version="1.0" encoding="UTF-8"?>
<Relationships xmlns="http://schemas.openxmlformats.org/package/2006/relationships"><Relationship Id="rId1" Type="http://schemas.openxmlformats.org/officeDocument/2006/relationships/image" Target="../media/image128.png"/><Relationship Id="rId2" Type="http://schemas.openxmlformats.org/officeDocument/2006/relationships/slideLayout" Target="../slideLayouts/slideLayout1.xml"/>
</Relationships>
</file>

<file path=ppt/slides/_rels/slide177.xml.rels><?xml version="1.0" encoding="UTF-8"?>
<Relationships xmlns="http://schemas.openxmlformats.org/package/2006/relationships"><Relationship Id="rId1" Type="http://schemas.openxmlformats.org/officeDocument/2006/relationships/image" Target="../media/image129.png"/><Relationship Id="rId2" Type="http://schemas.openxmlformats.org/officeDocument/2006/relationships/slideLayout" Target="../slideLayouts/slideLayout1.xml"/>
</Relationships>
</file>

<file path=ppt/slides/_rels/slide17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79.xml.rels><?xml version="1.0" encoding="UTF-8"?>
<Relationships xmlns="http://schemas.openxmlformats.org/package/2006/relationships"><Relationship Id="rId1" Type="http://schemas.openxmlformats.org/officeDocument/2006/relationships/image" Target="../media/image130.png"/><Relationship Id="rId2" Type="http://schemas.openxmlformats.org/officeDocument/2006/relationships/slideLayout" Target="../slideLayouts/slideLayout5.xml"/>
</Relationships>
</file>

<file path=ppt/slides/_rels/slide180.xml.rels><?xml version="1.0" encoding="UTF-8"?>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5.xml"/>
</Relationships>
</file>

<file path=ppt/slides/_rels/slide18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84.xml.rels><?xml version="1.0" encoding="UTF-8"?>
<Relationships xmlns="http://schemas.openxmlformats.org/package/2006/relationships"><Relationship Id="rId1" Type="http://schemas.openxmlformats.org/officeDocument/2006/relationships/image" Target="../media/image132.png"/><Relationship Id="rId2" Type="http://schemas.openxmlformats.org/officeDocument/2006/relationships/slideLayout" Target="../slideLayouts/slideLayout5.xml"/>
</Relationships>
</file>

<file path=ppt/slides/_rels/slide185.xml.rels><?xml version="1.0" encoding="UTF-8"?>
<Relationships xmlns="http://schemas.openxmlformats.org/package/2006/relationships"><Relationship Id="rId1" Type="http://schemas.openxmlformats.org/officeDocument/2006/relationships/image" Target="../media/image133.png"/><Relationship Id="rId2" Type="http://schemas.openxmlformats.org/officeDocument/2006/relationships/slideLayout" Target="../slideLayouts/slideLayout5.xml"/>
</Relationships>
</file>

<file path=ppt/slides/_rels/slide186.xml.rels><?xml version="1.0" encoding="UTF-8"?>
<Relationships xmlns="http://schemas.openxmlformats.org/package/2006/relationships"><Relationship Id="rId1" Type="http://schemas.openxmlformats.org/officeDocument/2006/relationships/image" Target="../media/image134.png"/><Relationship Id="rId2" Type="http://schemas.openxmlformats.org/officeDocument/2006/relationships/slideLayout" Target="../slideLayouts/slideLayout5.xml"/>
</Relationships>
</file>

<file path=ppt/slides/_rels/slide187.xml.rels><?xml version="1.0" encoding="UTF-8"?>
<Relationships xmlns="http://schemas.openxmlformats.org/package/2006/relationships"><Relationship Id="rId1" Type="http://schemas.openxmlformats.org/officeDocument/2006/relationships/image" Target="../media/image135.png"/><Relationship Id="rId2" Type="http://schemas.openxmlformats.org/officeDocument/2006/relationships/slideLayout" Target="../slideLayouts/slideLayout5.xml"/>
</Relationships>
</file>

<file path=ppt/slides/_rels/slide188.xml.rels><?xml version="1.0" encoding="UTF-8"?>
<Relationships xmlns="http://schemas.openxmlformats.org/package/2006/relationships"><Relationship Id="rId1" Type="http://schemas.openxmlformats.org/officeDocument/2006/relationships/image" Target="../media/image136.png"/><Relationship Id="rId2" Type="http://schemas.openxmlformats.org/officeDocument/2006/relationships/slideLayout" Target="../slideLayouts/slideLayout5.xml"/>
</Relationships>
</file>

<file path=ppt/slides/_rels/slide189.xml.rels><?xml version="1.0" encoding="UTF-8"?>
<Relationships xmlns="http://schemas.openxmlformats.org/package/2006/relationships"><Relationship Id="rId1" Type="http://schemas.openxmlformats.org/officeDocument/2006/relationships/image" Target="../media/image137.png"/><Relationship Id="rId2" Type="http://schemas.openxmlformats.org/officeDocument/2006/relationships/slideLayout" Target="../slideLayouts/slideLayout5.xml"/>
</Relationships>
</file>

<file path=ppt/slides/_rels/slide19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1.xml.rels><?xml version="1.0" encoding="UTF-8"?>
<Relationships xmlns="http://schemas.openxmlformats.org/package/2006/relationships"><Relationship Id="rId1" Type="http://schemas.openxmlformats.org/officeDocument/2006/relationships/image" Target="../media/image138.png"/><Relationship Id="rId2" Type="http://schemas.openxmlformats.org/officeDocument/2006/relationships/slideLayout" Target="../slideLayouts/slideLayout1.xml"/>
</Relationships>
</file>

<file path=ppt/slides/_rels/slide192.xml.rels><?xml version="1.0" encoding="UTF-8"?>
<Relationships xmlns="http://schemas.openxmlformats.org/package/2006/relationships"><Relationship Id="rId1" Type="http://schemas.openxmlformats.org/officeDocument/2006/relationships/image" Target="../media/image139.png"/><Relationship Id="rId2" Type="http://schemas.openxmlformats.org/officeDocument/2006/relationships/slideLayout" Target="../slideLayouts/slideLayout1.xml"/>
</Relationships>
</file>

<file path=ppt/slides/_rels/slide193.xml.rels><?xml version="1.0" encoding="UTF-8"?>
<Relationships xmlns="http://schemas.openxmlformats.org/package/2006/relationships"><Relationship Id="rId1" Type="http://schemas.openxmlformats.org/officeDocument/2006/relationships/image" Target="../media/image140.png"/><Relationship Id="rId2" Type="http://schemas.openxmlformats.org/officeDocument/2006/relationships/slideLayout" Target="../slideLayouts/slideLayout1.xml"/>
</Relationships>
</file>

<file path=ppt/slides/_rels/slide194.xml.rels><?xml version="1.0" encoding="UTF-8"?>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
</Relationships>
</file>

<file path=ppt/slides/_rels/slide195.xml.rels><?xml version="1.0" encoding="UTF-8"?>
<Relationships xmlns="http://schemas.openxmlformats.org/package/2006/relationships"><Relationship Id="rId1" Type="http://schemas.openxmlformats.org/officeDocument/2006/relationships/image" Target="../media/image142.png"/><Relationship Id="rId2" Type="http://schemas.openxmlformats.org/officeDocument/2006/relationships/slideLayout" Target="../slideLayouts/slideLayout1.xml"/>
</Relationships>
</file>

<file path=ppt/slides/_rels/slide196.xml.rels><?xml version="1.0" encoding="UTF-8"?>
<Relationships xmlns="http://schemas.openxmlformats.org/package/2006/relationships"><Relationship Id="rId1" Type="http://schemas.openxmlformats.org/officeDocument/2006/relationships/image" Target="../media/image143.png"/><Relationship Id="rId2" Type="http://schemas.openxmlformats.org/officeDocument/2006/relationships/slideLayout" Target="../slideLayouts/slideLayout1.xml"/>
</Relationships>
</file>

<file path=ppt/slides/_rels/slide19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19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0.xml.rels><?xml version="1.0" encoding="UTF-8"?>
<Relationships xmlns="http://schemas.openxmlformats.org/package/2006/relationships"><Relationship Id="rId1" Type="http://schemas.openxmlformats.org/officeDocument/2006/relationships/image" Target="../media/image144.png"/><Relationship Id="rId2" Type="http://schemas.openxmlformats.org/officeDocument/2006/relationships/slideLayout" Target="../slideLayouts/slideLayout5.xml"/>
</Relationships>
</file>

<file path=ppt/slides/_rels/slide201.xml.rels><?xml version="1.0" encoding="UTF-8"?>
<Relationships xmlns="http://schemas.openxmlformats.org/package/2006/relationships"><Relationship Id="rId1" Type="http://schemas.openxmlformats.org/officeDocument/2006/relationships/image" Target="../media/image145.png"/><Relationship Id="rId2" Type="http://schemas.openxmlformats.org/officeDocument/2006/relationships/slideLayout" Target="../slideLayouts/slideLayout5.xml"/>
</Relationships>
</file>

<file path=ppt/slides/_rels/slide202.xml.rels><?xml version="1.0" encoding="UTF-8"?>
<Relationships xmlns="http://schemas.openxmlformats.org/package/2006/relationships"><Relationship Id="rId1" Type="http://schemas.openxmlformats.org/officeDocument/2006/relationships/image" Target="../media/image146.png"/><Relationship Id="rId2" Type="http://schemas.openxmlformats.org/officeDocument/2006/relationships/slideLayout" Target="../slideLayouts/slideLayout5.xml"/>
</Relationships>
</file>

<file path=ppt/slides/_rels/slide203.xml.rels><?xml version="1.0" encoding="UTF-8"?>
<Relationships xmlns="http://schemas.openxmlformats.org/package/2006/relationships"><Relationship Id="rId1" Type="http://schemas.openxmlformats.org/officeDocument/2006/relationships/image" Target="../media/image147.png"/><Relationship Id="rId2" Type="http://schemas.openxmlformats.org/officeDocument/2006/relationships/slideLayout" Target="../slideLayouts/slideLayout5.xml"/>
</Relationships>
</file>

<file path=ppt/slides/_rels/slide204.xml.rels><?xml version="1.0" encoding="UTF-8"?>
<Relationships xmlns="http://schemas.openxmlformats.org/package/2006/relationships"><Relationship Id="rId1" Type="http://schemas.openxmlformats.org/officeDocument/2006/relationships/image" Target="../media/image148.png"/><Relationship Id="rId2" Type="http://schemas.openxmlformats.org/officeDocument/2006/relationships/slideLayout" Target="../slideLayouts/slideLayout5.xml"/>
</Relationships>
</file>

<file path=ppt/slides/_rels/slide205.xml.rels><?xml version="1.0" encoding="UTF-8"?>
<Relationships xmlns="http://schemas.openxmlformats.org/package/2006/relationships"><Relationship Id="rId1" Type="http://schemas.openxmlformats.org/officeDocument/2006/relationships/image" Target="../media/image149.png"/><Relationship Id="rId2" Type="http://schemas.openxmlformats.org/officeDocument/2006/relationships/slideLayout" Target="../slideLayouts/slideLayout5.xml"/>
</Relationships>
</file>

<file path=ppt/slides/_rels/slide20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07.xml.rels><?xml version="1.0" encoding="UTF-8"?>
<Relationships xmlns="http://schemas.openxmlformats.org/package/2006/relationships"><Relationship Id="rId1" Type="http://schemas.openxmlformats.org/officeDocument/2006/relationships/image" Target="../media/image150.png"/><Relationship Id="rId2" Type="http://schemas.openxmlformats.org/officeDocument/2006/relationships/slideLayout" Target="../slideLayouts/slideLayout1.xml"/>
</Relationships>
</file>

<file path=ppt/slides/_rels/slide208.xml.rels><?xml version="1.0" encoding="UTF-8"?>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
</Relationships>
</file>

<file path=ppt/slides/_rels/slide209.xml.rels><?xml version="1.0" encoding="UTF-8"?>
<Relationships xmlns="http://schemas.openxmlformats.org/package/2006/relationships"><Relationship Id="rId1" Type="http://schemas.openxmlformats.org/officeDocument/2006/relationships/image" Target="../media/image152.png"/><Relationship Id="rId2" Type="http://schemas.openxmlformats.org/officeDocument/2006/relationships/slideLayout" Target="../slideLayouts/slideLayout1.xml"/>
</Relationships>
</file>

<file path=ppt/slides/_rels/slide210.xml.rels><?xml version="1.0" encoding="UTF-8"?>
<Relationships xmlns="http://schemas.openxmlformats.org/package/2006/relationships"><Relationship Id="rId1" Type="http://schemas.openxmlformats.org/officeDocument/2006/relationships/image" Target="../media/image153.png"/><Relationship Id="rId2" Type="http://schemas.openxmlformats.org/officeDocument/2006/relationships/slideLayout" Target="../slideLayouts/slideLayout1.xml"/>
</Relationships>
</file>

<file path=ppt/slides/_rels/slide211.xml.rels><?xml version="1.0" encoding="UTF-8"?>
<Relationships xmlns="http://schemas.openxmlformats.org/package/2006/relationships"><Relationship Id="rId1" Type="http://schemas.openxmlformats.org/officeDocument/2006/relationships/image" Target="../media/image154.png"/><Relationship Id="rId2" Type="http://schemas.openxmlformats.org/officeDocument/2006/relationships/slideLayout" Target="../slideLayouts/slideLayout1.xml"/>
</Relationships>
</file>

<file path=ppt/slides/_rels/slide212.xml.rels><?xml version="1.0" encoding="UTF-8"?>
<Relationships xmlns="http://schemas.openxmlformats.org/package/2006/relationships"><Relationship Id="rId1" Type="http://schemas.openxmlformats.org/officeDocument/2006/relationships/image" Target="../media/image155.png"/><Relationship Id="rId2" Type="http://schemas.openxmlformats.org/officeDocument/2006/relationships/slideLayout" Target="../slideLayouts/slideLayout1.xml"/>
</Relationships>
</file>

<file path=ppt/slides/_rels/slide21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4.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16.xml.rels><?xml version="1.0" encoding="UTF-8"?>
<Relationships xmlns="http://schemas.openxmlformats.org/package/2006/relationships"><Relationship Id="rId1" Type="http://schemas.openxmlformats.org/officeDocument/2006/relationships/image" Target="../media/image156.png"/><Relationship Id="rId2" Type="http://schemas.openxmlformats.org/officeDocument/2006/relationships/slideLayout" Target="../slideLayouts/slideLayout5.xml"/>
</Relationships>
</file>

<file path=ppt/slides/_rels/slide217.xml.rels><?xml version="1.0" encoding="UTF-8"?>
<Relationships xmlns="http://schemas.openxmlformats.org/package/2006/relationships"><Relationship Id="rId1" Type="http://schemas.openxmlformats.org/officeDocument/2006/relationships/image" Target="../media/image157.png"/><Relationship Id="rId2" Type="http://schemas.openxmlformats.org/officeDocument/2006/relationships/slideLayout" Target="../slideLayouts/slideLayout5.xml"/>
</Relationships>
</file>

<file path=ppt/slides/_rels/slide218.xml.rels><?xml version="1.0" encoding="UTF-8"?>
<Relationships xmlns="http://schemas.openxmlformats.org/package/2006/relationships"><Relationship Id="rId1" Type="http://schemas.openxmlformats.org/officeDocument/2006/relationships/image" Target="../media/image158.png"/><Relationship Id="rId2" Type="http://schemas.openxmlformats.org/officeDocument/2006/relationships/slideLayout" Target="../slideLayouts/slideLayout5.xml"/>
</Relationships>
</file>

<file path=ppt/slides/_rels/slide219.xml.rels><?xml version="1.0" encoding="UTF-8"?>
<Relationships xmlns="http://schemas.openxmlformats.org/package/2006/relationships"><Relationship Id="rId1" Type="http://schemas.openxmlformats.org/officeDocument/2006/relationships/image" Target="../media/image159.png"/><Relationship Id="rId2" Type="http://schemas.openxmlformats.org/officeDocument/2006/relationships/slideLayout" Target="../slideLayouts/slideLayout5.xml"/>
</Relationships>
</file>

<file path=ppt/slides/_rels/slide220.xml.rels><?xml version="1.0" encoding="UTF-8"?>
<Relationships xmlns="http://schemas.openxmlformats.org/package/2006/relationships"><Relationship Id="rId1" Type="http://schemas.openxmlformats.org/officeDocument/2006/relationships/image" Target="../media/image160.png"/><Relationship Id="rId2" Type="http://schemas.openxmlformats.org/officeDocument/2006/relationships/slideLayout" Target="../slideLayouts/slideLayout5.xml"/>
</Relationships>
</file>

<file path=ppt/slides/_rels/slide22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2.xml.rels><?xml version="1.0" encoding="UTF-8"?>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
</Relationships>
</file>

<file path=ppt/slides/_rels/slide223.xml.rels><?xml version="1.0" encoding="UTF-8"?>
<Relationships xmlns="http://schemas.openxmlformats.org/package/2006/relationships"><Relationship Id="rId1" Type="http://schemas.openxmlformats.org/officeDocument/2006/relationships/image" Target="../media/image162.png"/><Relationship Id="rId2" Type="http://schemas.openxmlformats.org/officeDocument/2006/relationships/slideLayout" Target="../slideLayouts/slideLayout1.xml"/>
</Relationships>
</file>

<file path=ppt/slides/_rels/slide224.xml.rels><?xml version="1.0" encoding="UTF-8"?>
<Relationships xmlns="http://schemas.openxmlformats.org/package/2006/relationships"><Relationship Id="rId1" Type="http://schemas.openxmlformats.org/officeDocument/2006/relationships/image" Target="../media/image163.png"/><Relationship Id="rId2" Type="http://schemas.openxmlformats.org/officeDocument/2006/relationships/slideLayout" Target="../slideLayouts/slideLayout1.xml"/>
</Relationships>
</file>

<file path=ppt/slides/_rels/slide225.xml.rels><?xml version="1.0" encoding="UTF-8"?>
<Relationships xmlns="http://schemas.openxmlformats.org/package/2006/relationships"><Relationship Id="rId1" Type="http://schemas.openxmlformats.org/officeDocument/2006/relationships/image" Target="../media/image164.png"/><Relationship Id="rId2" Type="http://schemas.openxmlformats.org/officeDocument/2006/relationships/slideLayout" Target="../slideLayouts/slideLayout1.xml"/>
</Relationships>
</file>

<file path=ppt/slides/_rels/slide226.xml.rels><?xml version="1.0" encoding="UTF-8"?>
<Relationships xmlns="http://schemas.openxmlformats.org/package/2006/relationships"><Relationship Id="rId1" Type="http://schemas.openxmlformats.org/officeDocument/2006/relationships/image" Target="../media/image165.png"/><Relationship Id="rId2" Type="http://schemas.openxmlformats.org/officeDocument/2006/relationships/slideLayout" Target="../slideLayouts/slideLayout1.xml"/>
</Relationships>
</file>

<file path=ppt/slides/_rels/slide22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8.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2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0.xml.rels><?xml version="1.0" encoding="UTF-8"?>
<Relationships xmlns="http://schemas.openxmlformats.org/package/2006/relationships"><Relationship Id="rId1" Type="http://schemas.openxmlformats.org/officeDocument/2006/relationships/image" Target="../media/image166.png"/><Relationship Id="rId2" Type="http://schemas.openxmlformats.org/officeDocument/2006/relationships/slideLayout" Target="../slideLayouts/slideLayout5.xml"/>
</Relationships>
</file>

<file path=ppt/slides/_rels/slide231.xml.rels><?xml version="1.0" encoding="UTF-8"?>
<Relationships xmlns="http://schemas.openxmlformats.org/package/2006/relationships"><Relationship Id="rId1" Type="http://schemas.openxmlformats.org/officeDocument/2006/relationships/image" Target="../media/image167.png"/><Relationship Id="rId2" Type="http://schemas.openxmlformats.org/officeDocument/2006/relationships/slideLayout" Target="../slideLayouts/slideLayout5.xml"/>
</Relationships>
</file>

<file path=ppt/slides/_rels/slide232.xml.rels><?xml version="1.0" encoding="UTF-8"?>
<Relationships xmlns="http://schemas.openxmlformats.org/package/2006/relationships"><Relationship Id="rId1" Type="http://schemas.openxmlformats.org/officeDocument/2006/relationships/image" Target="../media/image168.png"/><Relationship Id="rId2" Type="http://schemas.openxmlformats.org/officeDocument/2006/relationships/slideLayout" Target="../slideLayouts/slideLayout5.xml"/>
</Relationships>
</file>

<file path=ppt/slides/_rels/slide233.xml.rels><?xml version="1.0" encoding="UTF-8"?>
<Relationships xmlns="http://schemas.openxmlformats.org/package/2006/relationships"><Relationship Id="rId1" Type="http://schemas.openxmlformats.org/officeDocument/2006/relationships/image" Target="../media/image169.png"/><Relationship Id="rId2" Type="http://schemas.openxmlformats.org/officeDocument/2006/relationships/slideLayout" Target="../slideLayouts/slideLayout5.xml"/>
</Relationships>
</file>

<file path=ppt/slides/_rels/slide234.xml.rels><?xml version="1.0" encoding="UTF-8"?>
<Relationships xmlns="http://schemas.openxmlformats.org/package/2006/relationships"><Relationship Id="rId1" Type="http://schemas.openxmlformats.org/officeDocument/2006/relationships/image" Target="../media/image170.png"/><Relationship Id="rId2" Type="http://schemas.openxmlformats.org/officeDocument/2006/relationships/slideLayout" Target="../slideLayouts/slideLayout5.xml"/>
</Relationships>
</file>

<file path=ppt/slides/_rels/slide23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36.xml.rels><?xml version="1.0" encoding="UTF-8"?>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
</Relationships>
</file>

<file path=ppt/slides/_rels/slide237.xml.rels><?xml version="1.0" encoding="UTF-8"?>
<Relationships xmlns="http://schemas.openxmlformats.org/package/2006/relationships"><Relationship Id="rId1" Type="http://schemas.openxmlformats.org/officeDocument/2006/relationships/image" Target="../media/image172.png"/><Relationship Id="rId2" Type="http://schemas.openxmlformats.org/officeDocument/2006/relationships/slideLayout" Target="../slideLayouts/slideLayout1.xml"/>
</Relationships>
</file>

<file path=ppt/slides/_rels/slide238.xml.rels><?xml version="1.0" encoding="UTF-8"?>
<Relationships xmlns="http://schemas.openxmlformats.org/package/2006/relationships"><Relationship Id="rId1" Type="http://schemas.openxmlformats.org/officeDocument/2006/relationships/image" Target="../media/image173.png"/><Relationship Id="rId2" Type="http://schemas.openxmlformats.org/officeDocument/2006/relationships/slideLayout" Target="../slideLayouts/slideLayout1.xml"/>
</Relationships>
</file>

<file path=ppt/slides/_rels/slide239.xml.rels><?xml version="1.0" encoding="UTF-8"?>
<Relationships xmlns="http://schemas.openxmlformats.org/package/2006/relationships"><Relationship Id="rId1" Type="http://schemas.openxmlformats.org/officeDocument/2006/relationships/image" Target="../media/image174.png"/><Relationship Id="rId2" Type="http://schemas.openxmlformats.org/officeDocument/2006/relationships/slideLayout" Target="../slideLayouts/slideLayout1.xml"/>
</Relationships>
</file>

<file path=ppt/slides/_rels/slide240.xml.rels><?xml version="1.0" encoding="UTF-8"?>
<Relationships xmlns="http://schemas.openxmlformats.org/package/2006/relationships"><Relationship Id="rId1" Type="http://schemas.openxmlformats.org/officeDocument/2006/relationships/image" Target="../media/image175.png"/><Relationship Id="rId2" Type="http://schemas.openxmlformats.org/officeDocument/2006/relationships/slideLayout" Target="../slideLayouts/slideLayout1.xml"/>
</Relationships>
</file>

<file path=ppt/slides/_rels/slide241.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2.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3.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44.xml.rels><?xml version="1.0" encoding="UTF-8"?>
<Relationships xmlns="http://schemas.openxmlformats.org/package/2006/relationships"><Relationship Id="rId1" Type="http://schemas.openxmlformats.org/officeDocument/2006/relationships/image" Target="../media/image176.png"/><Relationship Id="rId2" Type="http://schemas.openxmlformats.org/officeDocument/2006/relationships/slideLayout" Target="../slideLayouts/slideLayout5.xml"/>
</Relationships>
</file>

<file path=ppt/slides/_rels/slide245.xml.rels><?xml version="1.0" encoding="UTF-8"?>
<Relationships xmlns="http://schemas.openxmlformats.org/package/2006/relationships"><Relationship Id="rId1" Type="http://schemas.openxmlformats.org/officeDocument/2006/relationships/image" Target="../media/image177.png"/><Relationship Id="rId2" Type="http://schemas.openxmlformats.org/officeDocument/2006/relationships/slideLayout" Target="../slideLayouts/slideLayout5.xml"/>
</Relationships>
</file>

<file path=ppt/slides/_rels/slide246.xml.rels><?xml version="1.0" encoding="UTF-8"?>
<Relationships xmlns="http://schemas.openxmlformats.org/package/2006/relationships"><Relationship Id="rId1" Type="http://schemas.openxmlformats.org/officeDocument/2006/relationships/image" Target="../media/image178.png"/><Relationship Id="rId2" Type="http://schemas.openxmlformats.org/officeDocument/2006/relationships/slideLayout" Target="../slideLayouts/slideLayout5.xml"/>
</Relationships>
</file>

<file path=ppt/slides/_rels/slide247.xml.rels><?xml version="1.0" encoding="UTF-8"?>
<Relationships xmlns="http://schemas.openxmlformats.org/package/2006/relationships"><Relationship Id="rId1" Type="http://schemas.openxmlformats.org/officeDocument/2006/relationships/image" Target="../media/image179.png"/><Relationship Id="rId2" Type="http://schemas.openxmlformats.org/officeDocument/2006/relationships/slideLayout" Target="../slideLayouts/slideLayout5.xml"/>
</Relationships>
</file>

<file path=ppt/slides/_rels/slide248.xml.rels><?xml version="1.0" encoding="UTF-8"?>
<Relationships xmlns="http://schemas.openxmlformats.org/package/2006/relationships"><Relationship Id="rId1" Type="http://schemas.openxmlformats.org/officeDocument/2006/relationships/image" Target="../media/image180.png"/><Relationship Id="rId2" Type="http://schemas.openxmlformats.org/officeDocument/2006/relationships/slideLayout" Target="../slideLayouts/slideLayout5.xml"/>
</Relationships>
</file>

<file path=ppt/slides/_rels/slide249.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50.xml.rels><?xml version="1.0" encoding="UTF-8"?>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
</Relationships>
</file>

<file path=ppt/slides/_rels/slide251.xml.rels><?xml version="1.0" encoding="UTF-8"?>
<Relationships xmlns="http://schemas.openxmlformats.org/package/2006/relationships"><Relationship Id="rId1" Type="http://schemas.openxmlformats.org/officeDocument/2006/relationships/image" Target="../media/image182.png"/><Relationship Id="rId2" Type="http://schemas.openxmlformats.org/officeDocument/2006/relationships/slideLayout" Target="../slideLayouts/slideLayout1.xml"/>
</Relationships>
</file>

<file path=ppt/slides/_rels/slide252.xml.rels><?xml version="1.0" encoding="UTF-8"?>
<Relationships xmlns="http://schemas.openxmlformats.org/package/2006/relationships"><Relationship Id="rId1" Type="http://schemas.openxmlformats.org/officeDocument/2006/relationships/image" Target="../media/image183.png"/><Relationship Id="rId2" Type="http://schemas.openxmlformats.org/officeDocument/2006/relationships/slideLayout" Target="../slideLayouts/slideLayout1.xml"/>
</Relationships>
</file>

<file path=ppt/slides/_rels/slide253.xml.rels><?xml version="1.0" encoding="UTF-8"?>
<Relationships xmlns="http://schemas.openxmlformats.org/package/2006/relationships"><Relationship Id="rId1" Type="http://schemas.openxmlformats.org/officeDocument/2006/relationships/image" Target="../media/image184.png"/><Relationship Id="rId2" Type="http://schemas.openxmlformats.org/officeDocument/2006/relationships/slideLayout" Target="../slideLayouts/slideLayout1.xml"/>
</Relationships>
</file>

<file path=ppt/slides/_rels/slide254.xml.rels><?xml version="1.0" encoding="UTF-8"?>
<Relationships xmlns="http://schemas.openxmlformats.org/package/2006/relationships"><Relationship Id="rId1" Type="http://schemas.openxmlformats.org/officeDocument/2006/relationships/image" Target="../media/image185.png"/><Relationship Id="rId2" Type="http://schemas.openxmlformats.org/officeDocument/2006/relationships/slideLayout" Target="../slideLayouts/slideLayout1.xml"/>
</Relationships>
</file>

<file path=ppt/slides/_rels/slide255.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56.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57.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58.xml.rels><?xml version="1.0" encoding="UTF-8"?>
<Relationships xmlns="http://schemas.openxmlformats.org/package/2006/relationships"><Relationship Id="rId1" Type="http://schemas.openxmlformats.org/officeDocument/2006/relationships/image" Target="../media/image186.png"/><Relationship Id="rId2" Type="http://schemas.openxmlformats.org/officeDocument/2006/relationships/slideLayout" Target="../slideLayouts/slideLayout5.xml"/>
</Relationships>
</file>

<file path=ppt/slides/_rels/slide259.xml.rels><?xml version="1.0" encoding="UTF-8"?>
<Relationships xmlns="http://schemas.openxmlformats.org/package/2006/relationships"><Relationship Id="rId1" Type="http://schemas.openxmlformats.org/officeDocument/2006/relationships/image" Target="../media/image187.png"/><Relationship Id="rId2" Type="http://schemas.openxmlformats.org/officeDocument/2006/relationships/slideLayout" Target="../slideLayouts/slideLayout5.xml"/>
</Relationships>
</file>

<file path=ppt/slides/_rels/slide260.xml.rels><?xml version="1.0" encoding="UTF-8"?>
<Relationships xmlns="http://schemas.openxmlformats.org/package/2006/relationships"><Relationship Id="rId1" Type="http://schemas.openxmlformats.org/officeDocument/2006/relationships/slideLayout" Target="../slideLayouts/slideLayout5.xml"/>
</Relationships>
</file>

<file path=ppt/slides/_rels/slide261.xml.rels><?xml version="1.0" encoding="UTF-8"?>
<Relationships xmlns="http://schemas.openxmlformats.org/package/2006/relationships"><Relationship Id="rId1" Type="http://schemas.openxmlformats.org/officeDocument/2006/relationships/image" Target="../media/image188.png"/><Relationship Id="rId2" Type="http://schemas.openxmlformats.org/officeDocument/2006/relationships/slideLayout" Target="../slideLayouts/slideLayout1.xml"/>
</Relationships>
</file>

<file path=ppt/slides/_rels/slide262.xml.rels><?xml version="1.0" encoding="UTF-8"?>
<Relationships xmlns="http://schemas.openxmlformats.org/package/2006/relationships"><Relationship Id="rId1" Type="http://schemas.openxmlformats.org/officeDocument/2006/relationships/image" Target="../media/image189.png"/><Relationship Id="rId2" Type="http://schemas.openxmlformats.org/officeDocument/2006/relationships/slideLayout" Target="../slideLayouts/slideLayout1.xml"/>
</Relationships>
</file>

<file path=ppt/slides/_rels/slide263.xml.rels><?xml version="1.0" encoding="UTF-8"?>
<Relationships xmlns="http://schemas.openxmlformats.org/package/2006/relationships"><Relationship Id="rId1" Type="http://schemas.openxmlformats.org/officeDocument/2006/relationships/image" Target="../media/image1.png"/><Relationship Id="rId2" Type="http://schemas.microsoft.com/office/2007/relationships/hdphoto" Target="../media/hdphoto3.wdp"/><Relationship Id="rId3" Type="http://schemas.openxmlformats.org/officeDocument/2006/relationships/slideLayout" Target="../slideLayouts/slideLayout1.xml"/>
</Relationships>
</file>

<file path=ppt/slides/_rels/slide264.xml.rels><?xml version="1.0" encoding="UTF-8"?>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4.xml"/>
</Relationships>
</file>

<file path=ppt/slides/_rels/slide265.xml.rels><?xml version="1.0" encoding="UTF-8"?>
<Relationships xmlns="http://schemas.openxmlformats.org/package/2006/relationships"><Relationship Id="rId1" Type="http://schemas.openxmlformats.org/officeDocument/2006/relationships/hyperlink" Target="https://portal.my-equiti.com/sc/register/?clickid=1154892&amp;affid=C02232911" TargetMode="External"/><Relationship Id="rId2" Type="http://schemas.openxmlformats.org/officeDocument/2006/relationships/hyperlink" Target="https://www.investing.com/brokers/firms-prop-trading/" TargetMode="External"/><Relationship Id="rId3" Type="http://schemas.openxmlformats.org/officeDocument/2006/relationships/hyperlink" Target="https://github.com/pawan-pro/quantwater-tech-investments/blob/main/QuantPulse" TargetMode="External"/><Relationship Id="rId4" Type="http://schemas.openxmlformats.org/officeDocument/2006/relationships/hyperlink" Target="https://quantwatertech.netlify.app/research" TargetMode="External"/><Relationship Id="rId5" Type="http://schemas.openxmlformats.org/officeDocument/2006/relationships/hyperlink" Target="https://quantwatertech.netlify.app/blog" TargetMode="External"/><Relationship Id="rId6" Type="http://schemas.openxmlformats.org/officeDocument/2006/relationships/slideLayout" Target="../slideLayouts/slideLayout3.xml"/><Relationship Id="rId7" Type="http://schemas.openxmlformats.org/officeDocument/2006/relationships/notesSlide" Target="../notesSlides/notesSlide265.xml"/>
</Relationships>
</file>

<file path=ppt/slides/_rels/slide266.xml.rels><?xml version="1.0" encoding="UTF-8"?>
<Relationships xmlns="http://schemas.openxmlformats.org/package/2006/relationships"><Relationship Id="rId1" Type="http://schemas.openxmlformats.org/officeDocument/2006/relationships/image" Target="../media/image190.png"/><Relationship Id="rId2" Type="http://schemas.microsoft.com/office/2007/relationships/hdphoto" Target="../media/hdphoto4.wdp"/><Relationship Id="rId3"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8000280" y="3097800"/>
            <a:ext cx="4187160" cy="2382840"/>
          </a:xfrm>
          <a:prstGeom prst="rect">
            <a:avLst/>
          </a:prstGeom>
          <a:noFill/>
          <a:ln w="0">
            <a:noFill/>
          </a:ln>
        </p:spPr>
        <p:txBody>
          <a:bodyPr lIns="91440" rIns="91440" tIns="45720" bIns="45720" anchor="ctr">
            <a:normAutofit lnSpcReduction="9999"/>
          </a:bodyPr>
          <a:p>
            <a:pPr indent="0" defTabSz="914400">
              <a:lnSpc>
                <a:spcPct val="90000"/>
              </a:lnSpc>
              <a:buNone/>
              <a:tabLst>
                <a:tab algn="l" pos="0"/>
              </a:tabLst>
            </a:pPr>
            <a:br>
              <a:rPr sz="3300"/>
            </a:br>
            <a:r>
              <a:rPr lang="en-US" sz="3300" b="1" u="none" strike="noStrike">
                <a:solidFill>
                  <a:schemeClr val="lt1">
                    <a:lumMod val="50000"/>
                  </a:schemeClr>
                </a:solidFill>
                <a:effectLst/>
                <a:uFillTx/>
                <a:latin typeface="Arial"/>
              </a:rPr>
              <a:t>Project Spider</a:t>
            </a:r>
            <a:br>
              <a:rPr sz="2800"/>
            </a:br>
            <a:br>
              <a:rPr sz="2800"/>
            </a:br>
            <a:r>
              <a:rPr lang="en-US" sz="1200" b="0" u="none" strike="noStrike">
                <a:solidFill>
                  <a:schemeClr val="lt1">
                    <a:lumMod val="50000"/>
                  </a:schemeClr>
                </a:solidFill>
                <a:effectLst/>
                <a:uFillTx/>
                <a:latin typeface="Arial"/>
              </a:rPr>
              <a:t>Accelerating the Energy Transition</a:t>
            </a:r>
            <a:br>
              <a:rPr sz="1200"/>
            </a:br>
            <a:br>
              <a:rPr sz="1200"/>
            </a:br>
            <a:r>
              <a:rPr lang="en-US" sz="1200" b="0" u="none" strike="noStrike">
                <a:solidFill>
                  <a:schemeClr val="lt1">
                    <a:lumMod val="50000"/>
                  </a:schemeClr>
                </a:solidFill>
                <a:effectLst/>
                <a:uFillTx/>
                <a:latin typeface="Arial"/>
              </a:rPr>
              <a:t>4</a:t>
            </a:r>
            <a:r>
              <a:rPr lang="en-US" sz="1200" b="0" u="none" strike="noStrike" baseline="30000">
                <a:solidFill>
                  <a:schemeClr val="lt1">
                    <a:lumMod val="50000"/>
                  </a:schemeClr>
                </a:solidFill>
                <a:effectLst/>
                <a:uFillTx/>
                <a:latin typeface="Arial"/>
              </a:rPr>
              <a:t>th</a:t>
            </a:r>
            <a:r>
              <a:rPr lang="en-US" sz="1200" b="0" u="none" strike="noStrike">
                <a:solidFill>
                  <a:schemeClr val="lt1">
                    <a:lumMod val="50000"/>
                  </a:schemeClr>
                </a:solidFill>
                <a:effectLst/>
                <a:uFillTx/>
                <a:latin typeface="Arial"/>
              </a:rPr>
              <a:t>Mar 2024</a:t>
            </a:r>
            <a:br>
              <a:rPr sz="1200"/>
            </a:br>
            <a:br>
              <a:rPr sz="1200"/>
            </a:br>
            <a:r>
              <a:rPr lang="en-US" sz="1200" b="0" u="none" strike="noStrike">
                <a:solidFill>
                  <a:schemeClr val="lt1">
                    <a:lumMod val="50000"/>
                  </a:schemeClr>
                </a:solidFill>
                <a:effectLst/>
                <a:uFillTx/>
                <a:latin typeface="Arial"/>
              </a:rPr>
              <a:t>Pawan</a:t>
            </a:r>
            <a:br>
              <a:rPr sz="1200"/>
            </a:br>
            <a:r>
              <a:rPr lang="en-US" sz="1200" b="0" u="none" strike="noStrike">
                <a:solidFill>
                  <a:schemeClr val="lt1">
                    <a:lumMod val="50000"/>
                  </a:schemeClr>
                </a:solidFill>
                <a:effectLst/>
                <a:uFillTx/>
                <a:latin typeface="Arial"/>
              </a:rPr>
              <a:t>Quantwater Tech Investments </a:t>
            </a:r>
            <a:br>
              <a:rPr sz="1200"/>
            </a:br>
            <a:endParaRPr lang="en-AE" sz="1200" b="0" u="none" strike="noStrike">
              <a:solidFill>
                <a:srgbClr val="000000"/>
              </a:solidFill>
              <a:effectLst/>
              <a:uFillTx/>
              <a:latin typeface="Arial"/>
            </a:endParaRPr>
          </a:p>
        </p:txBody>
      </p:sp>
      <p:sp>
        <p:nvSpPr>
          <p:cNvPr id="45" name="Subtitle 2"/>
          <p:cNvSpPr/>
          <p:nvPr/>
        </p:nvSpPr>
        <p:spPr>
          <a:xfrm>
            <a:off x="7820640" y="5001480"/>
            <a:ext cx="7741800" cy="962640"/>
          </a:xfrm>
          <a:prstGeom prst="rect">
            <a:avLst/>
          </a:prstGeom>
          <a:noFill/>
          <a:ln w="0">
            <a:noFill/>
          </a:ln>
        </p:spPr>
        <p:style>
          <a:lnRef idx="0"/>
          <a:fillRef idx="0"/>
          <a:effectRef idx="0"/>
          <a:fontRef idx="minor"/>
        </p:style>
        <p:txBody>
          <a:bodyPr lIns="90000" rIns="90000" tIns="45000" bIns="45000" anchor="t">
            <a:normAutofit/>
          </a:bodyPr>
          <a:p>
            <a:pPr defTabSz="914400">
              <a:lnSpc>
                <a:spcPct val="90000"/>
              </a:lnSpc>
              <a:spcBef>
                <a:spcPts val="1001"/>
              </a:spcBef>
              <a:tabLst>
                <a:tab algn="l" pos="0"/>
              </a:tabLst>
            </a:pPr>
            <a:endParaRPr lang="en-US" sz="1800" b="1" u="none" strike="noStrike">
              <a:solidFill>
                <a:schemeClr val="lt2"/>
              </a:solidFill>
              <a:effectLst/>
              <a:uFillTx/>
              <a:latin typeface="Arial"/>
            </a:endParaRPr>
          </a:p>
        </p:txBody>
      </p:sp>
      <p:sp>
        <p:nvSpPr>
          <p:cNvPr id="46" name="Rectangle 8"/>
          <p:cNvSpPr/>
          <p:nvPr/>
        </p:nvSpPr>
        <p:spPr>
          <a:xfrm>
            <a:off x="1452240" y="6003000"/>
            <a:ext cx="8780760" cy="662040"/>
          </a:xfrm>
          <a:prstGeom prst="rect">
            <a:avLst/>
          </a:prstGeom>
          <a:solidFill>
            <a:schemeClr val="bg1"/>
          </a:solidFill>
          <a:ln w="76200">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pPr>
            <a:endParaRPr lang="en-US" sz="1800" b="0" u="none" strike="noStrike">
              <a:solidFill>
                <a:schemeClr val="lt1"/>
              </a:solidFill>
              <a:effectLst/>
              <a:uFillTx/>
              <a:latin typeface="Arial"/>
            </a:endParaRPr>
          </a:p>
        </p:txBody>
      </p:sp>
      <p:pic>
        <p:nvPicPr>
          <p:cNvPr id="47" name="Picture 15" descr="A line drawn on a white background&#10;&#10;Description automatically generated"/>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tretch/>
        </p:blipFill>
        <p:spPr>
          <a:xfrm>
            <a:off x="0" y="-27720"/>
            <a:ext cx="12187440" cy="6898320"/>
          </a:xfrm>
          <a:prstGeom prst="rect">
            <a:avLst/>
          </a:prstGeom>
          <a:noFill/>
          <a:ln w="0">
            <a:noFill/>
          </a:ln>
        </p:spPr>
      </p:pic>
      <p:sp>
        <p:nvSpPr>
          <p:cNvPr id="48" name="Title 1"/>
          <p:cNvSpPr/>
          <p:nvPr/>
        </p:nvSpPr>
        <p:spPr>
          <a:xfrm>
            <a:off x="6274440" y="3502080"/>
            <a:ext cx="5620680" cy="2195640"/>
          </a:xfrm>
          <a:prstGeom prst="rect">
            <a:avLst/>
          </a:prstGeom>
          <a:noFill/>
          <a:ln w="0">
            <a:noFill/>
          </a:ln>
        </p:spPr>
        <p:style>
          <a:lnRef idx="0"/>
          <a:fillRef idx="0"/>
          <a:effectRef idx="0"/>
          <a:fontRef idx="minor"/>
        </p:style>
        <p:txBody>
          <a:bodyPr lIns="90000" rIns="90000" tIns="45000" bIns="45000" anchor="ctr">
            <a:normAutofit lnSpcReduction="9999"/>
          </a:bodyPr>
          <a:p>
            <a:pPr defTabSz="914400">
              <a:lnSpc>
                <a:spcPct val="90000"/>
              </a:lnSpc>
            </a:pPr>
            <a:r>
              <a:rPr lang="en-US" sz="3300" b="0" u="none" strike="noStrike">
                <a:solidFill>
                  <a:schemeClr val="lt1">
                    <a:lumMod val="65000"/>
                  </a:schemeClr>
                </a:solidFill>
                <a:effectLst/>
                <a:uFillTx/>
                <a:latin typeface="Century Gothic"/>
              </a:rPr>
              <a:t>30</a:t>
            </a:r>
            <a:r>
              <a:rPr lang="en-US" sz="3300" b="0" u="none" strike="noStrike" baseline="30000">
                <a:solidFill>
                  <a:schemeClr val="lt1">
                    <a:lumMod val="65000"/>
                  </a:schemeClr>
                </a:solidFill>
                <a:effectLst/>
                <a:uFillTx/>
                <a:latin typeface="Century Gothic"/>
              </a:rPr>
              <a:t>th</a:t>
            </a:r>
            <a:r>
              <a:rPr lang="en-US" sz="3300" b="0" u="none" strike="noStrike">
                <a:solidFill>
                  <a:schemeClr val="lt1">
                    <a:lumMod val="65000"/>
                  </a:schemeClr>
                </a:solidFill>
                <a:effectLst/>
                <a:uFillTx/>
                <a:latin typeface="Century Gothic"/>
              </a:rPr>
              <a:t> March 2026</a:t>
            </a:r>
            <a:endParaRPr lang="en-AE" sz="3300" b="0" u="none" strike="noStrike">
              <a:solidFill>
                <a:srgbClr val="000000"/>
              </a:solidFill>
              <a:effectLst/>
              <a:uFillTx/>
              <a:latin typeface="Arial"/>
            </a:endParaRPr>
          </a:p>
          <a:p>
            <a:pPr defTabSz="914400">
              <a:lnSpc>
                <a:spcPct val="90000"/>
              </a:lnSpc>
            </a:pPr>
            <a:endParaRPr lang="en-AE" sz="3300" b="0" u="none" strike="noStrike">
              <a:solidFill>
                <a:srgbClr val="000000"/>
              </a:solidFill>
              <a:effectLst/>
              <a:uFillTx/>
              <a:latin typeface="Arial"/>
            </a:endParaRPr>
          </a:p>
          <a:p>
            <a:pPr defTabSz="914400">
              <a:lnSpc>
                <a:spcPct val="90000"/>
              </a:lnSpc>
            </a:pPr>
            <a:r>
              <a:rPr lang="en-US" sz="3300" b="0" u="none" strike="noStrike">
                <a:solidFill>
                  <a:schemeClr val="lt1">
                    <a:lumMod val="65000"/>
                  </a:schemeClr>
                </a:solidFill>
                <a:effectLst/>
                <a:uFillTx/>
                <a:latin typeface="Century Gothic"/>
              </a:rPr>
              <a:t>Economic Data Releases &amp; Their Historical Impact on Assets</a:t>
            </a:r>
            <a:endParaRPr lang="en-AE" sz="3300" b="0" u="none" strike="noStrike">
              <a:solidFill>
                <a:srgbClr val="000000"/>
              </a:solidFill>
              <a:effectLst/>
              <a:uFillTx/>
              <a:latin typeface="Arial"/>
            </a:endParaRPr>
          </a:p>
        </p:txBody>
      </p:sp>
      <p:sp>
        <p:nvSpPr>
          <p:cNvPr id="49" name="Rectangle 17"/>
          <p:cNvSpPr/>
          <p:nvPr/>
        </p:nvSpPr>
        <p:spPr>
          <a:xfrm>
            <a:off x="1606320" y="5820840"/>
            <a:ext cx="8780760" cy="962640"/>
          </a:xfrm>
          <a:prstGeom prst="rect">
            <a:avLst/>
          </a:prstGeom>
          <a:solidFill>
            <a:schemeClr val="bg1"/>
          </a:solidFill>
          <a:ln w="76200">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gn="ctr" defTabSz="914400">
              <a:lnSpc>
                <a:spcPct val="100000"/>
              </a:lnSpc>
              <a:tabLst>
                <a:tab algn="l" pos="0"/>
              </a:tabLst>
            </a:pP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German CPI (MoM)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German CPI (MoM) (Mar)</a:t>
            </a:r>
            <a:endParaRPr lang="en-AE" sz="3200" b="0" u="none" strike="noStrike">
              <a:solidFill>
                <a:srgbClr val="000000"/>
              </a:solidFill>
              <a:effectLst/>
              <a:uFillTx/>
              <a:latin typeface="Arial"/>
            </a:endParaRPr>
          </a:p>
        </p:txBody>
      </p:sp>
      <p:graphicFrame>
        <p:nvGraphicFramePr>
          <p:cNvPr id="52"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2026-02-27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2026-03-11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German CPI (MoM) (Mar)</a:t>
            </a:r>
            <a:endParaRPr lang="en-AE" sz="3200" b="0" u="none" strike="noStrike">
              <a:solidFill>
                <a:srgbClr val="000000"/>
              </a:solidFill>
              <a:effectLst/>
              <a:uFillTx/>
              <a:latin typeface="Arial"/>
            </a:endParaRPr>
          </a:p>
        </p:txBody>
      </p:sp>
      <p:sp>
        <p:nvSpPr>
          <p:cNvPr id="54"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C:EURJPY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 name="Picture 1" descr="EURJPY_20260106_13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 name="Picture 1" descr="EURJPY_20260116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 name="Picture 1" descr="EURJPY_20260130_13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8" name="Picture 1" descr="EURJPY_20260217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9" name="Picture 1" descr="EURJPY_20260227_13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0" name="Picture 1" descr="EURJPY_20260311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TextBox 3"/>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German CPI (MoM) (Mar)</a:t>
            </a:r>
            <a:endParaRPr lang="en-AE" sz="3200" b="0" u="none" strike="noStrike">
              <a:solidFill>
                <a:srgbClr val="000000"/>
              </a:solidFill>
              <a:effectLst/>
              <a:uFillTx/>
              <a:latin typeface="Arial"/>
            </a:endParaRPr>
          </a:p>
        </p:txBody>
      </p:sp>
      <p:sp>
        <p:nvSpPr>
          <p:cNvPr id="62" name="TextBox 4"/>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3" name="Picture 4" descr="EURUSD_20260106_13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4" name="Picture 5" descr="EURUSD_20260116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5" name="Picture 6" descr="EURUSD_20260130_13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6" name="Picture 7" descr="EURUSD_20260217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7" name="Picture 8" descr="EURUSD_20260227_13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68" name="Picture 9" descr="EURUSD_20260311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Fed Chair Powell Speaks</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Fed Chair Powell Speaks</a:t>
            </a:r>
            <a:endParaRPr lang="en-AE" sz="3200" b="0" u="none" strike="noStrike">
              <a:solidFill>
                <a:srgbClr val="000000"/>
              </a:solidFill>
              <a:effectLst/>
              <a:uFillTx/>
              <a:latin typeface="Arial"/>
            </a:endParaRPr>
          </a:p>
        </p:txBody>
      </p:sp>
      <p:graphicFrame>
        <p:nvGraphicFramePr>
          <p:cNvPr id="71"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2025-08-22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endParaRPr lang="en-AE" sz="1100" b="0" u="none" strike="noStrike">
                        <a:solidFill>
                          <a:srgbClr val="646464"/>
                        </a:solidFill>
                        <a:effectLst/>
                        <a:uFillTx/>
                        <a:latin typeface="Century Gothic"/>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2025-09-23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endParaRPr lang="en-AE" sz="1100" b="0" u="none" strike="noStrike">
                        <a:solidFill>
                          <a:srgbClr val="646464"/>
                        </a:solidFill>
                        <a:effectLst/>
                        <a:uFillTx/>
                        <a:latin typeface="Century Gothic"/>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2025-10-09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endParaRPr lang="en-AE" sz="1100" b="0" u="none" strike="noStrike">
                        <a:solidFill>
                          <a:srgbClr val="646464"/>
                        </a:solidFill>
                        <a:effectLst/>
                        <a:uFillTx/>
                        <a:latin typeface="Century Gothic"/>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2025-10-14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endParaRPr lang="en-AE" sz="1100" b="0" u="none" strike="noStrike">
                        <a:solidFill>
                          <a:srgbClr val="646464"/>
                        </a:solidFill>
                        <a:effectLst/>
                        <a:uFillTx/>
                        <a:latin typeface="Century Gothic"/>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2025-12-02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endParaRPr lang="en-AE" sz="1100" b="0" u="none" strike="noStrike">
                        <a:solidFill>
                          <a:srgbClr val="646464"/>
                        </a:solidFill>
                        <a:effectLst/>
                        <a:uFillTx/>
                        <a:latin typeface="Century Gothic"/>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2026-03-21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endParaRPr lang="en-AE" sz="1100" b="0" u="none" strike="noStrike">
                        <a:solidFill>
                          <a:srgbClr val="646464"/>
                        </a:solidFill>
                        <a:effectLst/>
                        <a:uFillTx/>
                        <a:latin typeface="Century Gothic"/>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Fed Chair Powell Speaks</a:t>
            </a:r>
            <a:endParaRPr lang="en-AE" sz="3200" b="0" u="none" strike="noStrike">
              <a:solidFill>
                <a:srgbClr val="000000"/>
              </a:solidFill>
              <a:effectLst/>
              <a:uFillTx/>
              <a:latin typeface="Arial"/>
            </a:endParaRPr>
          </a:p>
        </p:txBody>
      </p:sp>
      <p:sp>
        <p:nvSpPr>
          <p:cNvPr id="73"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4" name="Picture 1" descr="USDJPY_20250822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5" name="Picture 1" descr="USDJPY_20250923_163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6" name="Picture 1" descr="USDJPY_20251009_12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7" name="Picture 1" descr="USDJPY_20251014_162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78" name="Picture 1" descr="USDJPY_20251202_01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TextBox 5"/>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Fed Chair Powell Speaks</a:t>
            </a:r>
            <a:endParaRPr lang="en-AE" sz="3200" b="0" u="none" strike="noStrike">
              <a:solidFill>
                <a:srgbClr val="000000"/>
              </a:solidFill>
              <a:effectLst/>
              <a:uFillTx/>
              <a:latin typeface="Arial"/>
            </a:endParaRPr>
          </a:p>
        </p:txBody>
      </p:sp>
      <p:sp>
        <p:nvSpPr>
          <p:cNvPr id="80" name="TextBox 6"/>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1" name="Picture 10" descr="EURUSD_20250822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2" name="Picture 11" descr="EURUSD_20250923_163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3" name="Picture 12" descr="EURUSD_20251009_12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4" name="Picture 13" descr="EURUSD_20251014_162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85" name="Picture 14" descr="EURUSD_20251202_01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Manufacturing PMI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7"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Manufacturing PMI (Mar)</a:t>
            </a:r>
            <a:endParaRPr lang="en-AE" sz="3200" b="0" u="none" strike="noStrike">
              <a:solidFill>
                <a:srgbClr val="000000"/>
              </a:solidFill>
              <a:effectLst/>
              <a:uFillTx/>
              <a:latin typeface="Arial"/>
            </a:endParaRPr>
          </a:p>
        </p:txBody>
      </p:sp>
      <p:graphicFrame>
        <p:nvGraphicFramePr>
          <p:cNvPr id="88"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2025-10-31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2025-12-31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2026-01-31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extBox 7"/>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Manufacturing PMI (Mar)</a:t>
            </a:r>
            <a:endParaRPr lang="en-AE" sz="3200" b="0" u="none" strike="noStrike">
              <a:solidFill>
                <a:srgbClr val="000000"/>
              </a:solidFill>
              <a:effectLst/>
              <a:uFillTx/>
              <a:latin typeface="Arial"/>
            </a:endParaRPr>
          </a:p>
        </p:txBody>
      </p:sp>
      <p:sp>
        <p:nvSpPr>
          <p:cNvPr id="90" name="TextBox 8"/>
          <p:cNvSpPr/>
          <p:nvPr/>
        </p:nvSpPr>
        <p:spPr>
          <a:xfrm>
            <a:off x="3049560" y="2819160"/>
            <a:ext cx="304452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C:USDCNH</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1" name="Picture 16" descr="USDCNH_20250930_01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2" name="Picture 17" descr="USDCNH_20251031_01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3" name="Picture 18" descr="USDCNH_20251231_01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94" name="Picture 19" descr="USDCNH_20260304_01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GDP (QoQ) (Q4)</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GDP (QoQ) (Q4)</a:t>
            </a:r>
            <a:endParaRPr lang="en-AE" sz="3200" b="0" u="none" strike="noStrike">
              <a:solidFill>
                <a:srgbClr val="000000"/>
              </a:solidFill>
              <a:effectLst/>
              <a:uFillTx/>
              <a:latin typeface="Arial"/>
            </a:endParaRPr>
          </a:p>
        </p:txBody>
      </p:sp>
      <p:graphicFrame>
        <p:nvGraphicFramePr>
          <p:cNvPr id="97"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2025-06-30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2025-08-14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2025-11-13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2025-12-22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GDP (QoQ) (Q4)</a:t>
            </a:r>
            <a:endParaRPr lang="en-AE" sz="3200" b="0" u="none" strike="noStrike">
              <a:solidFill>
                <a:srgbClr val="000000"/>
              </a:solidFill>
              <a:effectLst/>
              <a:uFillTx/>
              <a:latin typeface="Arial"/>
            </a:endParaRPr>
          </a:p>
        </p:txBody>
      </p:sp>
      <p:sp>
        <p:nvSpPr>
          <p:cNvPr id="99"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C:GBPJPY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0" name="Picture 1" descr="GBPJPY_202506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1" name="Picture 1" descr="GBPJPY_20250814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2" name="Picture 1" descr="GBPJPY_202509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3" name="Picture 1" descr="GBPJPY_20251113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4" name="Picture 1" descr="GBPJPY_2025122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5" name="Picture 1" descr="GBPJPY_2026021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Box 9"/>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GDP (QoQ) (Q4)</a:t>
            </a:r>
            <a:endParaRPr lang="en-AE" sz="3200" b="0" u="none" strike="noStrike">
              <a:solidFill>
                <a:srgbClr val="000000"/>
              </a:solidFill>
              <a:effectLst/>
              <a:uFillTx/>
              <a:latin typeface="Arial"/>
            </a:endParaRPr>
          </a:p>
        </p:txBody>
      </p:sp>
      <p:sp>
        <p:nvSpPr>
          <p:cNvPr id="107" name="TextBox 10"/>
          <p:cNvSpPr/>
          <p:nvPr/>
        </p:nvSpPr>
        <p:spPr>
          <a:xfrm>
            <a:off x="3110760" y="2819160"/>
            <a:ext cx="292176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C:GBPUSD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8" name="Picture 20" descr="GBPUSD_202506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09" name="Picture 21" descr="GBPUSD_20250814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0" name="Picture 22" descr="GBPUSD_202509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1" name="Picture 23" descr="GBPUSD_20251113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2" name="Picture 24" descr="GBPUSD_2025122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3" name="Picture 25" descr="GBPUSD_2026021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4"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GDP (YoY) (Q4)</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5"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GDP (YoY) (Q4)</a:t>
            </a:r>
            <a:endParaRPr lang="en-AE" sz="3200" b="0" u="none" strike="noStrike">
              <a:solidFill>
                <a:srgbClr val="000000"/>
              </a:solidFill>
              <a:effectLst/>
              <a:uFillTx/>
              <a:latin typeface="Arial"/>
            </a:endParaRPr>
          </a:p>
        </p:txBody>
      </p:sp>
      <p:graphicFrame>
        <p:nvGraphicFramePr>
          <p:cNvPr id="116"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2025-06-30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2025-08-14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2025-11-13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2025-12-22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7"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GDP (YoY) (Q4)</a:t>
            </a:r>
            <a:endParaRPr lang="en-AE" sz="3200" b="0" u="none" strike="noStrike">
              <a:solidFill>
                <a:srgbClr val="000000"/>
              </a:solidFill>
              <a:effectLst/>
              <a:uFillTx/>
              <a:latin typeface="Arial"/>
            </a:endParaRPr>
          </a:p>
        </p:txBody>
      </p:sp>
      <p:sp>
        <p:nvSpPr>
          <p:cNvPr id="118"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C:GBPJPY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19" name="Picture 1" descr="GBPJPY_202506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0" name="Picture 1" descr="GBPJPY_20250814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1" name="Picture 1" descr="GBPJPY_202509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2" name="Picture 1" descr="GBPJPY_20251113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3" name="Picture 1" descr="GBPJPY_2025122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4" name="Picture 1" descr="GBPJPY_2026021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5" name="TextBox 11"/>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GDP (YoY) (Q4)</a:t>
            </a:r>
            <a:endParaRPr lang="en-AE" sz="3200" b="0" u="none" strike="noStrike">
              <a:solidFill>
                <a:srgbClr val="000000"/>
              </a:solidFill>
              <a:effectLst/>
              <a:uFillTx/>
              <a:latin typeface="Arial"/>
            </a:endParaRPr>
          </a:p>
        </p:txBody>
      </p:sp>
      <p:sp>
        <p:nvSpPr>
          <p:cNvPr id="126" name="TextBox 12"/>
          <p:cNvSpPr/>
          <p:nvPr/>
        </p:nvSpPr>
        <p:spPr>
          <a:xfrm>
            <a:off x="3110760" y="2819160"/>
            <a:ext cx="292176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C:GBPUSD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7" name="Picture 26" descr="GBPUSD_202506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8" name="Picture 27" descr="GBPUSD_20250814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Picture 28" descr="GBPUSD_20250930_06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0" name="Picture 29" descr="GBPUSD_20251113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1" name="Picture 30" descr="GBPUSD_2025122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2" name="Picture 31" descr="GBPUSD_20260212_07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3"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CPI (YoY)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4"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CPI (YoY) (Mar)</a:t>
            </a:r>
            <a:endParaRPr lang="en-AE" sz="3200" b="0" u="none" strike="noStrike">
              <a:solidFill>
                <a:srgbClr val="000000"/>
              </a:solidFill>
              <a:effectLst/>
              <a:uFillTx/>
              <a:latin typeface="Arial"/>
            </a:endParaRPr>
          </a:p>
        </p:txBody>
      </p:sp>
      <p:graphicFrame>
        <p:nvGraphicFramePr>
          <p:cNvPr id="135"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2.10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2026-01-19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2.10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2026-02-04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2026-02-25</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2026-03-18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CPI (YoY) (Mar)</a:t>
            </a:r>
            <a:endParaRPr lang="en-AE" sz="3200" b="0" u="none" strike="noStrike">
              <a:solidFill>
                <a:srgbClr val="000000"/>
              </a:solidFill>
              <a:effectLst/>
              <a:uFillTx/>
              <a:latin typeface="Arial"/>
            </a:endParaRPr>
          </a:p>
        </p:txBody>
      </p:sp>
      <p:sp>
        <p:nvSpPr>
          <p:cNvPr id="137"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C:EURJPY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8" name="Picture 1" descr="EURJPY_20260107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39" name="Picture 1" descr="EURJPY_20260119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0" name="Picture 1" descr="EURJPY_20260204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1" name="Picture 1" descr="EURJPY_20260225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2" name="Picture 1" descr="EURJPY_20260303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3" name="Picture 1" descr="EURJPY_20260318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4" name="TextBox 13"/>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CPI (YoY) (Mar)</a:t>
            </a:r>
            <a:endParaRPr lang="en-AE" sz="3200" b="0" u="none" strike="noStrike">
              <a:solidFill>
                <a:srgbClr val="000000"/>
              </a:solidFill>
              <a:effectLst/>
              <a:uFillTx/>
              <a:latin typeface="Arial"/>
            </a:endParaRPr>
          </a:p>
        </p:txBody>
      </p:sp>
      <p:sp>
        <p:nvSpPr>
          <p:cNvPr id="145" name="TextBox 14"/>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6" name="Picture 32" descr="EURUSD_20260107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7" name="Picture 33" descr="EURUSD_20260119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8" name="Picture 34" descr="EURUSD_20260204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49" name="Picture 35" descr="EURUSD_20260225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0" name="Picture 36" descr="EURUSD_20260303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1" name="Picture 37" descr="EURUSD_20260318_10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2"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Chicago PMI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3"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Chicago PMI (Mar)</a:t>
            </a:r>
            <a:endParaRPr lang="en-AE" sz="3200" b="0" u="none" strike="noStrike">
              <a:solidFill>
                <a:srgbClr val="000000"/>
              </a:solidFill>
              <a:effectLst/>
              <a:uFillTx/>
              <a:latin typeface="Arial"/>
            </a:endParaRPr>
          </a:p>
        </p:txBody>
      </p:sp>
      <p:graphicFrame>
        <p:nvGraphicFramePr>
          <p:cNvPr id="154"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41.50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2025-10-31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43.80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42.30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2025-11-26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36.30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43.80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43.50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39.80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36.30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54.00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42.70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2026-02-27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57.70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54.00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5"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Chicago PMI (Mar)</a:t>
            </a:r>
            <a:endParaRPr lang="en-AE" sz="3200" b="0" u="none" strike="noStrike">
              <a:solidFill>
                <a:srgbClr val="000000"/>
              </a:solidFill>
              <a:effectLst/>
              <a:uFillTx/>
              <a:latin typeface="Arial"/>
            </a:endParaRPr>
          </a:p>
        </p:txBody>
      </p:sp>
      <p:sp>
        <p:nvSpPr>
          <p:cNvPr id="156"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7" name="Picture 1" descr="USDJPY_20250930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8" name="Picture 1" descr="USDJPY_20251031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59" name="Picture 1" descr="USDJPY_20251126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0" name="Picture 1" descr="USDJPY_20251230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1" name="Picture 1" descr="USDJPY_20260130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2" name="Picture 1" descr="USDJPY_20260227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63" name="TextBox 15"/>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Chicago PMI (Mar)</a:t>
            </a:r>
            <a:endParaRPr lang="en-AE" sz="3200" b="0" u="none" strike="noStrike">
              <a:solidFill>
                <a:srgbClr val="000000"/>
              </a:solidFill>
              <a:effectLst/>
              <a:uFillTx/>
              <a:latin typeface="Arial"/>
            </a:endParaRPr>
          </a:p>
        </p:txBody>
      </p:sp>
      <p:sp>
        <p:nvSpPr>
          <p:cNvPr id="164" name="TextBox 16"/>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5" name="Picture 38" descr="EURUSD_20250930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6" name="Picture 39" descr="EURUSD_20251031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7" name="Picture 40" descr="EURUSD_20251126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8" name="Picture 41" descr="EURUSD_20251230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69" name="Picture 42" descr="EURUSD_20260130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0" name="Picture 43" descr="EURUSD_20260227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1"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CB Consumer Confidence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2"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CB Consumer Confidence (Mar)</a:t>
            </a:r>
            <a:endParaRPr lang="en-AE" sz="3200" b="0" u="none" strike="noStrike">
              <a:solidFill>
                <a:srgbClr val="000000"/>
              </a:solidFill>
              <a:effectLst/>
              <a:uFillTx/>
              <a:latin typeface="Arial"/>
            </a:endParaRPr>
          </a:p>
        </p:txBody>
      </p:sp>
      <p:graphicFrame>
        <p:nvGraphicFramePr>
          <p:cNvPr id="173"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94.20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96.00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97.80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2025-10-28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94.60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93.40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95.60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2025-11-25</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88.70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93.50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95.50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2025-12-23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89.10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91.70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92.90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2026-01-27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84.50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90.60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94.20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2026-02-24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91.20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87.40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89.00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1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CB Consumer Confidence (Mar)</a:t>
            </a:r>
            <a:endParaRPr lang="en-AE" sz="3200" b="0" u="none" strike="noStrike">
              <a:solidFill>
                <a:srgbClr val="000000"/>
              </a:solidFill>
              <a:effectLst/>
              <a:uFillTx/>
              <a:latin typeface="Arial"/>
            </a:endParaRPr>
          </a:p>
        </p:txBody>
      </p:sp>
      <p:sp>
        <p:nvSpPr>
          <p:cNvPr id="175"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6" name="Picture 1" descr="USDJPY_20250930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7" name="Picture 1" descr="USDJPY_20251028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8" name="Picture 1" descr="USDJPY_2025112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79" name="Picture 1" descr="USDJPY_20251223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0" name="Picture 1" descr="USDJPY_20260127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1" name="Picture 1" descr="USDJPY_20260224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2" name="TextBox 17"/>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CB Consumer Confidence (Mar)</a:t>
            </a:r>
            <a:endParaRPr lang="en-AE" sz="3200" b="0" u="none" strike="noStrike">
              <a:solidFill>
                <a:srgbClr val="000000"/>
              </a:solidFill>
              <a:effectLst/>
              <a:uFillTx/>
              <a:latin typeface="Arial"/>
            </a:endParaRPr>
          </a:p>
        </p:txBody>
      </p:sp>
      <p:sp>
        <p:nvSpPr>
          <p:cNvPr id="183" name="TextBox 18"/>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4" name="Picture 44" descr="EURUSD_20250930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5" name="Picture 45" descr="EURUSD_20251028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6" name="Picture 46" descr="EURUSD_2025112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7" name="Picture 47" descr="EURUSD_20251223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8" name="Picture 48" descr="EURUSD_20260127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89" name="Picture 49" descr="EURUSD_20260224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0"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JOLTS Job Openings (Feb)</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1"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JOLTS Job Openings (Feb)</a:t>
            </a:r>
            <a:endParaRPr lang="en-AE" sz="3200" b="0" u="none" strike="noStrike">
              <a:solidFill>
                <a:srgbClr val="000000"/>
              </a:solidFill>
              <a:effectLst/>
              <a:uFillTx/>
              <a:latin typeface="Arial"/>
            </a:endParaRPr>
          </a:p>
        </p:txBody>
      </p:sp>
      <p:graphicFrame>
        <p:nvGraphicFramePr>
          <p:cNvPr id="192"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7.227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7.190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7.208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2025-12-09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7.670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7.658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2025-12-09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7.658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7.200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7.227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7.146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7.610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7.449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2026-02-05</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6.542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7.200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6.928</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2026-03-13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6.946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6.760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6.550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1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JOLTS Job Openings (Feb)</a:t>
            </a:r>
            <a:endParaRPr lang="en-AE" sz="3200" b="0" u="none" strike="noStrike">
              <a:solidFill>
                <a:srgbClr val="000000"/>
              </a:solidFill>
              <a:effectLst/>
              <a:uFillTx/>
              <a:latin typeface="Arial"/>
            </a:endParaRPr>
          </a:p>
        </p:txBody>
      </p:sp>
      <p:sp>
        <p:nvSpPr>
          <p:cNvPr id="194"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5" name="Picture 1" descr="USDJPY_20250930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6" name="Picture 1" descr="USDJPY_20251209_1501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7" name="Picture 1" descr="USDJPY_20260107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8" name="Picture 1" descr="USDJPY_2026020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99" name="Picture 1" descr="USDJPY_20260313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0" name="TextBox 19"/>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JOLTS Job Openings (Feb)</a:t>
            </a:r>
            <a:endParaRPr lang="en-AE" sz="3200" b="0" u="none" strike="noStrike">
              <a:solidFill>
                <a:srgbClr val="000000"/>
              </a:solidFill>
              <a:effectLst/>
              <a:uFillTx/>
              <a:latin typeface="Arial"/>
            </a:endParaRPr>
          </a:p>
        </p:txBody>
      </p:sp>
      <p:sp>
        <p:nvSpPr>
          <p:cNvPr id="201" name="TextBox 20"/>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2" name="Picture 50" descr="EURUSD_20250930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3" name="Picture 51" descr="EURUSD_20251209_1501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4" name="Picture 52" descr="EURUSD_20260107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5" name="Picture 53" descr="EURUSD_2026020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06" name="Picture 54" descr="EURUSD_20260313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ADP Nonfarm Employment Change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8" name="TextBox 1"/>
          <p:cNvSpPr/>
          <p:nvPr/>
        </p:nvSpPr>
        <p:spPr>
          <a:xfrm>
            <a:off x="457200" y="274320"/>
            <a:ext cx="8293680" cy="57744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ADP Nonfarm Employment Change (Mar)</a:t>
            </a:r>
            <a:endParaRPr lang="en-AE" sz="3200" b="0" u="none" strike="noStrike">
              <a:solidFill>
                <a:srgbClr val="000000"/>
              </a:solidFill>
              <a:effectLst/>
              <a:uFillTx/>
              <a:latin typeface="Arial"/>
            </a:endParaRPr>
          </a:p>
        </p:txBody>
      </p:sp>
      <p:graphicFrame>
        <p:nvGraphicFramePr>
          <p:cNvPr id="209"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-32.0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-3.00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2025-11-05</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32.00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-29.0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2025-12-03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-32.0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5.00K</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47.00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2026-01-07</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41.00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-29.0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2026-02-04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22.00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46.00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37.00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63.00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11.00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1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0" name="TextBox 1"/>
          <p:cNvSpPr/>
          <p:nvPr/>
        </p:nvSpPr>
        <p:spPr>
          <a:xfrm>
            <a:off x="457200" y="2256120"/>
            <a:ext cx="8228880" cy="51624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2800" b="1" u="none" strike="noStrike">
                <a:solidFill>
                  <a:srgbClr val="505050"/>
                </a:solidFill>
                <a:effectLst/>
                <a:uFillTx/>
                <a:latin typeface="Century Gothic"/>
              </a:rPr>
              <a:t>ADP Nonfarm Employment Change (Mar)</a:t>
            </a:r>
            <a:endParaRPr lang="en-AE" sz="2800" b="0" u="none" strike="noStrike">
              <a:solidFill>
                <a:srgbClr val="000000"/>
              </a:solidFill>
              <a:effectLst/>
              <a:uFillTx/>
              <a:latin typeface="Arial"/>
            </a:endParaRPr>
          </a:p>
        </p:txBody>
      </p:sp>
      <p:sp>
        <p:nvSpPr>
          <p:cNvPr id="211"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2" name="Picture 1" descr="USDJPY_20251001_12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3" name="Picture 1" descr="USDJPY_20251105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4" name="Picture 1" descr="USDJPY_20251203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5" name="Picture 1" descr="USDJPY_20260107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6" name="Picture 1" descr="USDJPY_20260204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17" name="Picture 1" descr="USDJPY_20260304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8" name="TextBox 21"/>
          <p:cNvSpPr/>
          <p:nvPr/>
        </p:nvSpPr>
        <p:spPr>
          <a:xfrm>
            <a:off x="457200" y="2256120"/>
            <a:ext cx="8228880" cy="51624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2800" b="1" u="none" strike="noStrike">
                <a:solidFill>
                  <a:srgbClr val="505050"/>
                </a:solidFill>
                <a:effectLst/>
                <a:uFillTx/>
                <a:latin typeface="Century Gothic"/>
              </a:rPr>
              <a:t>ADP Nonfarm Employment Change (Mar)</a:t>
            </a:r>
            <a:endParaRPr lang="en-AE" sz="2800" b="0" u="none" strike="noStrike">
              <a:solidFill>
                <a:srgbClr val="000000"/>
              </a:solidFill>
              <a:effectLst/>
              <a:uFillTx/>
              <a:latin typeface="Arial"/>
            </a:endParaRPr>
          </a:p>
        </p:txBody>
      </p:sp>
      <p:sp>
        <p:nvSpPr>
          <p:cNvPr id="219" name="TextBox 22"/>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0" name="Picture 55" descr="EURUSD_20251001_12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1" name="Picture 56" descr="EURUSD_20251105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2" name="Picture 57" descr="EURUSD_20251203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3" name="Picture 58" descr="EURUSD_20260107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4" name="Picture 59" descr="EURUSD_20260204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25" name="Picture 60" descr="EURUSD_20260304_131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6"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Retail Sales (MoM) (Feb)</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7"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Retail Sales (MoM) (Feb)</a:t>
            </a:r>
            <a:endParaRPr lang="en-AE" sz="3200" b="0" u="none" strike="noStrike">
              <a:solidFill>
                <a:srgbClr val="000000"/>
              </a:solidFill>
              <a:effectLst/>
              <a:uFillTx/>
              <a:latin typeface="Arial"/>
            </a:endParaRPr>
          </a:p>
        </p:txBody>
      </p:sp>
      <p:graphicFrame>
        <p:nvGraphicFramePr>
          <p:cNvPr id="228"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2025-09-16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2025-11-25</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2026-01-14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1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29"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Retail Sales (MoM) (Feb)</a:t>
            </a:r>
            <a:endParaRPr lang="en-AE" sz="3200" b="0" u="none" strike="noStrike">
              <a:solidFill>
                <a:srgbClr val="000000"/>
              </a:solidFill>
              <a:effectLst/>
              <a:uFillTx/>
              <a:latin typeface="Arial"/>
            </a:endParaRPr>
          </a:p>
        </p:txBody>
      </p:sp>
      <p:sp>
        <p:nvSpPr>
          <p:cNvPr id="230"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1" name="Picture 1" descr="USDJPY_20250916_12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2" name="Picture 1" descr="USDJPY_20251125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3" name="Picture 1" descr="USDJPY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4" name="Picture 1" descr="USDJPY_20260114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5" name="Picture 1" descr="USDJPY_2026021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6" name="Picture 1" descr="USDJPY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7" name="TextBox 23"/>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Retail Sales (MoM) (Feb)</a:t>
            </a:r>
            <a:endParaRPr lang="en-AE" sz="3200" b="0" u="none" strike="noStrike">
              <a:solidFill>
                <a:srgbClr val="000000"/>
              </a:solidFill>
              <a:effectLst/>
              <a:uFillTx/>
              <a:latin typeface="Arial"/>
            </a:endParaRPr>
          </a:p>
        </p:txBody>
      </p:sp>
      <p:sp>
        <p:nvSpPr>
          <p:cNvPr id="238" name="TextBox 24"/>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39" name="Picture 61" descr="EURUSD_20250916_12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0" name="Picture 62" descr="EURUSD_20251125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1" name="Picture 63" descr="EURUSD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2" name="Picture 64" descr="EURUSD_20260114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3" name="Picture 65" descr="EURUSD_2026021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44" name="Picture 66" descr="EURUSD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5"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Core Retail Sales (MoM) (Feb)</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6"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Core Retail Sales (MoM) (Feb)</a:t>
            </a:r>
            <a:endParaRPr lang="en-AE" sz="3200" b="0" u="none" strike="noStrike">
              <a:solidFill>
                <a:srgbClr val="000000"/>
              </a:solidFill>
              <a:effectLst/>
              <a:uFillTx/>
              <a:latin typeface="Arial"/>
            </a:endParaRPr>
          </a:p>
        </p:txBody>
      </p:sp>
      <p:graphicFrame>
        <p:nvGraphicFramePr>
          <p:cNvPr id="247"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2026-01-14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2026-01-14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1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48"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Core Retail Sales (MoM) (Feb)</a:t>
            </a:r>
            <a:endParaRPr lang="en-AE" sz="3200" b="0" u="none" strike="noStrike">
              <a:solidFill>
                <a:srgbClr val="000000"/>
              </a:solidFill>
              <a:effectLst/>
              <a:uFillTx/>
              <a:latin typeface="Arial"/>
            </a:endParaRPr>
          </a:p>
        </p:txBody>
      </p:sp>
      <p:sp>
        <p:nvSpPr>
          <p:cNvPr id="249"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0" name="Picture 1" descr="USDJPY_20260114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1" name="Picture 1" descr="USDJPY_2026021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2" name="Picture 1" descr="USDJPY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3" name="TextBox 25"/>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Core Retail Sales (MoM) (Feb)</a:t>
            </a:r>
            <a:endParaRPr lang="en-AE" sz="3200" b="0" u="none" strike="noStrike">
              <a:solidFill>
                <a:srgbClr val="000000"/>
              </a:solidFill>
              <a:effectLst/>
              <a:uFillTx/>
              <a:latin typeface="Arial"/>
            </a:endParaRPr>
          </a:p>
        </p:txBody>
      </p:sp>
      <p:sp>
        <p:nvSpPr>
          <p:cNvPr id="254" name="TextBox 26"/>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5" name="Picture 67" descr="EURUSD_20260114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6" name="Picture 68" descr="EURUSD_2026021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7" name="Picture 69" descr="EURUSD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8"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S&amp;P Global Manufacturing PMI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59" name="Picture 70" descr="EURUSD_20260302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0" name="Picture 71" descr="EURUSD_20260324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1"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S&amp;P Global Manufacturing PMI (Mar)</a:t>
            </a:r>
            <a:endParaRPr lang="en-AE" sz="3200" b="0" u="none" strike="noStrike">
              <a:solidFill>
                <a:srgbClr val="000000"/>
              </a:solidFill>
              <a:effectLst/>
              <a:uFillTx/>
              <a:latin typeface="Arial"/>
            </a:endParaRPr>
          </a:p>
        </p:txBody>
      </p:sp>
      <p:sp>
        <p:nvSpPr>
          <p:cNvPr id="262"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3" name="Picture 1" descr="USDJPY_20260302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64" name="Picture 1" descr="USDJPY_20260324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5"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ISM Manufacturing PMI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6"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ISM Manufacturing PMI (Mar)</a:t>
            </a:r>
            <a:endParaRPr lang="en-AE" sz="3200" b="0" u="none" strike="noStrike">
              <a:solidFill>
                <a:srgbClr val="000000"/>
              </a:solidFill>
              <a:effectLst/>
              <a:uFillTx/>
              <a:latin typeface="Arial"/>
            </a:endParaRPr>
          </a:p>
        </p:txBody>
      </p:sp>
      <p:graphicFrame>
        <p:nvGraphicFramePr>
          <p:cNvPr id="267"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48.70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2025-11-03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48.70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49.10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48.20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49.00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48.70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2026-01-05</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47.90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48.30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48.20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2026-02-02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52.60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48.50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47.90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52.40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52.60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1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68"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ISM Manufacturing PMI (Mar)</a:t>
            </a:r>
            <a:endParaRPr lang="en-AE" sz="3200" b="0" u="none" strike="noStrike">
              <a:solidFill>
                <a:srgbClr val="000000"/>
              </a:solidFill>
              <a:effectLst/>
              <a:uFillTx/>
              <a:latin typeface="Arial"/>
            </a:endParaRPr>
          </a:p>
        </p:txBody>
      </p:sp>
      <p:sp>
        <p:nvSpPr>
          <p:cNvPr id="269"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0" name="Picture 1" descr="USDJPY_20251001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1" name="Picture 1" descr="USDJPY_20251103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2" name="Picture 1" descr="USDJPY_20251201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3" name="Picture 1" descr="USDJPY_2026010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4" name="Picture 1" descr="USDJPY_202602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5" name="Picture 1" descr="USDJPY_202603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9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6" name="TextBox 27"/>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ISM Manufacturing PMI (Mar)</a:t>
            </a:r>
            <a:endParaRPr lang="en-AE" sz="3200" b="0" u="none" strike="noStrike">
              <a:solidFill>
                <a:srgbClr val="000000"/>
              </a:solidFill>
              <a:effectLst/>
              <a:uFillTx/>
              <a:latin typeface="Arial"/>
            </a:endParaRPr>
          </a:p>
        </p:txBody>
      </p:sp>
      <p:sp>
        <p:nvSpPr>
          <p:cNvPr id="277" name="TextBox 28"/>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8" name="Picture 72" descr="EURUSD_20251001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9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79" name="Picture 73" descr="EURUSD_20251103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9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0" name="Picture 74" descr="EURUSD_20251201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9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1" name="Picture 75" descr="EURUSD_2026010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9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2" name="Picture 76" descr="EURUSD_202602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9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3" name="Picture 77" descr="EURUSD_202603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19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ISM Manufacturing Prices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5"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ISM Manufacturing Prices (Mar)</a:t>
            </a:r>
            <a:endParaRPr lang="en-AE" sz="3200" b="0" u="none" strike="noStrike">
              <a:solidFill>
                <a:srgbClr val="000000"/>
              </a:solidFill>
              <a:effectLst/>
              <a:uFillTx/>
              <a:latin typeface="Arial"/>
            </a:endParaRPr>
          </a:p>
        </p:txBody>
      </p:sp>
      <p:graphicFrame>
        <p:nvGraphicFramePr>
          <p:cNvPr id="286"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2025-10-01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61.90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62.70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63.70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2025-11-03</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58.00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62.40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2025-12-01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58.50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59.50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58.00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2026-01-05</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58.50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59.00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58.50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2026-02-02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59.00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59.30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58.50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2026-03-02</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70.50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60.60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59.00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19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7"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ISM Manufacturing Prices (Mar)</a:t>
            </a:r>
            <a:endParaRPr lang="en-AE" sz="3200" b="0" u="none" strike="noStrike">
              <a:solidFill>
                <a:srgbClr val="000000"/>
              </a:solidFill>
              <a:effectLst/>
              <a:uFillTx/>
              <a:latin typeface="Arial"/>
            </a:endParaRPr>
          </a:p>
        </p:txBody>
      </p:sp>
      <p:sp>
        <p:nvSpPr>
          <p:cNvPr id="288"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89" name="Picture 1" descr="USDJPY_20251001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0" name="Picture 1" descr="USDJPY_20251103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1" name="Picture 1" descr="USDJPY_20251201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2" name="Picture 1" descr="USDJPY_2026010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3" name="Picture 1" descr="USDJPY_202602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4" name="Picture 1" descr="USDJPY_202603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5" name="TextBox 29"/>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ISM Manufacturing Prices (Mar)</a:t>
            </a:r>
            <a:endParaRPr lang="en-AE" sz="3200" b="0" u="none" strike="noStrike">
              <a:solidFill>
                <a:srgbClr val="000000"/>
              </a:solidFill>
              <a:effectLst/>
              <a:uFillTx/>
              <a:latin typeface="Arial"/>
            </a:endParaRPr>
          </a:p>
        </p:txBody>
      </p:sp>
      <p:sp>
        <p:nvSpPr>
          <p:cNvPr id="296" name="TextBox 30"/>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7" name="Picture 78" descr="EURUSD_20251001_14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8" name="Picture 79" descr="EURUSD_20251103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0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299" name="Picture 80" descr="EURUSD_20251201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0" name="Picture 81" descr="EURUSD_20260105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1" name="Picture 82" descr="EURUSD_202602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2" name="Picture 83" descr="EURUSD_20260302_150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Average Hourly Earnings (MoM)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4"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Average Hourly Earnings (MoM) (Mar)</a:t>
            </a:r>
            <a:endParaRPr lang="en-AE" sz="3200" b="0" u="none" strike="noStrike">
              <a:solidFill>
                <a:srgbClr val="000000"/>
              </a:solidFill>
              <a:effectLst/>
              <a:uFillTx/>
              <a:latin typeface="Arial"/>
            </a:endParaRPr>
          </a:p>
        </p:txBody>
      </p:sp>
      <p:graphicFrame>
        <p:nvGraphicFramePr>
          <p:cNvPr id="305"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0.10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0.40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2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Average Hourly Earnings (MoM) (Mar)</a:t>
            </a:r>
            <a:endParaRPr lang="en-AE" sz="3200" b="0" u="none" strike="noStrike">
              <a:solidFill>
                <a:srgbClr val="000000"/>
              </a:solidFill>
              <a:effectLst/>
              <a:uFillTx/>
              <a:latin typeface="Arial"/>
            </a:endParaRPr>
          </a:p>
        </p:txBody>
      </p:sp>
      <p:sp>
        <p:nvSpPr>
          <p:cNvPr id="307"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8" name="Picture 1" descr="USDJPY_2025112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09" name="Picture 1" descr="USDJPY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0" name="Picture 1" descr="USDJPY_20260109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1" name="Picture 1" descr="USDJPY_20260211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2" name="Picture 1" descr="USDJPY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3" name="TextBox 31"/>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Average Hourly Earnings (MoM) (Mar)</a:t>
            </a:r>
            <a:endParaRPr lang="en-AE" sz="3200" b="0" u="none" strike="noStrike">
              <a:solidFill>
                <a:srgbClr val="000000"/>
              </a:solidFill>
              <a:effectLst/>
              <a:uFillTx/>
              <a:latin typeface="Arial"/>
            </a:endParaRPr>
          </a:p>
        </p:txBody>
      </p:sp>
      <p:sp>
        <p:nvSpPr>
          <p:cNvPr id="314" name="TextBox 32"/>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5" name="Picture 84" descr="EURUSD_2025112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6" name="Picture 85" descr="EURUSD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7" name="Picture 86" descr="EURUSD_20260109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8" name="Picture 87" descr="EURUSD_20260211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19" name="Picture 88" descr="EURUSD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0"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Nonfarm Payrolls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1"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Nonfarm Payrolls (Mar)</a:t>
            </a:r>
            <a:endParaRPr lang="en-AE" sz="3200" b="0" u="none" strike="noStrike">
              <a:solidFill>
                <a:srgbClr val="000000"/>
              </a:solidFill>
              <a:effectLst/>
              <a:uFillTx/>
              <a:latin typeface="Arial"/>
            </a:endParaRPr>
          </a:p>
        </p:txBody>
      </p:sp>
      <p:graphicFrame>
        <p:nvGraphicFramePr>
          <p:cNvPr id="322"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119.0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53.00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64.00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51.00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-105.0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-105.0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NA</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108.0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50.00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66.00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56.00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130.0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66.00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48.00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-92.0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58.00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126.0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2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3"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Nonfarm Payrolls (Mar)</a:t>
            </a:r>
            <a:endParaRPr lang="en-AE" sz="3200" b="0" u="none" strike="noStrike">
              <a:solidFill>
                <a:srgbClr val="000000"/>
              </a:solidFill>
              <a:effectLst/>
              <a:uFillTx/>
              <a:latin typeface="Arial"/>
            </a:endParaRPr>
          </a:p>
        </p:txBody>
      </p:sp>
      <p:sp>
        <p:nvSpPr>
          <p:cNvPr id="324"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5" name="Picture 1" descr="USDJPY_2025112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6" name="Picture 1" descr="USDJPY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7" name="Picture 1" descr="USDJPY_20260109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8" name="Picture 1" descr="USDJPY_20260211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29" name="Picture 1" descr="USDJPY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0" name="TextBox 33"/>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Nonfarm Payrolls (Mar)</a:t>
            </a:r>
            <a:endParaRPr lang="en-AE" sz="3200" b="0" u="none" strike="noStrike">
              <a:solidFill>
                <a:srgbClr val="000000"/>
              </a:solidFill>
              <a:effectLst/>
              <a:uFillTx/>
              <a:latin typeface="Arial"/>
            </a:endParaRPr>
          </a:p>
        </p:txBody>
      </p:sp>
      <p:sp>
        <p:nvSpPr>
          <p:cNvPr id="331" name="TextBox 34"/>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2" name="Picture 89" descr="EURUSD_2025112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3" name="Picture 90" descr="EURUSD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4" name="Picture 91" descr="EURUSD_20260109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5" name="Picture 92" descr="EURUSD_20260211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36" name="Picture 93" descr="EURUSD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Unemployment Rate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Unemployment Rate (Mar)</a:t>
            </a:r>
            <a:endParaRPr lang="en-AE" sz="3200" b="0" u="none" strike="noStrike">
              <a:solidFill>
                <a:srgbClr val="000000"/>
              </a:solidFill>
              <a:effectLst/>
              <a:uFillTx/>
              <a:latin typeface="Arial"/>
            </a:endParaRPr>
          </a:p>
        </p:txBody>
      </p:sp>
      <p:graphicFrame>
        <p:nvGraphicFramePr>
          <p:cNvPr id="339"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entury Gothic"/>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entury Gothic"/>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2025-11-20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4.20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4.60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2025-12-16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2026-01-09</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4.50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2026-02-11</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entury Gothic"/>
                        </a:rPr>
                        <a:t>4.40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entury Gothic"/>
                        </a:rPr>
                        <a:t>2026-03-06</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4.40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entury Gothic"/>
                        </a:rPr>
                        <a:t>4.30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2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Unemployment Rate (Mar)</a:t>
            </a:r>
            <a:endParaRPr lang="en-AE" sz="3200" b="0" u="none" strike="noStrike">
              <a:solidFill>
                <a:srgbClr val="000000"/>
              </a:solidFill>
              <a:effectLst/>
              <a:uFillTx/>
              <a:latin typeface="Arial"/>
            </a:endParaRPr>
          </a:p>
        </p:txBody>
      </p:sp>
      <p:sp>
        <p:nvSpPr>
          <p:cNvPr id="341"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2" name="Picture 1" descr="USDJPY_2025112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3" name="Picture 1" descr="USDJPY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4" name="Picture 1" descr="USDJPY_20260109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5" name="Picture 1" descr="USDJPY_20260211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6" name="Picture 1" descr="USDJPY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TextBox 35"/>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Unemployment Rate (Mar)</a:t>
            </a:r>
            <a:endParaRPr lang="en-AE" sz="3200" b="0" u="none" strike="noStrike">
              <a:solidFill>
                <a:srgbClr val="000000"/>
              </a:solidFill>
              <a:effectLst/>
              <a:uFillTx/>
              <a:latin typeface="Arial"/>
            </a:endParaRPr>
          </a:p>
        </p:txBody>
      </p:sp>
      <p:sp>
        <p:nvSpPr>
          <p:cNvPr id="348" name="TextBox 36"/>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49" name="Picture 94" descr="EURUSD_20251120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0" name="Picture 95" descr="EURUSD_2025121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1" name="Picture 96" descr="EURUSD_20260109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2" name="Picture 97" descr="EURUSD_20260211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3" name="Picture 98" descr="EURUSD_20260306_1330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4" name="TextBox 1"/>
          <p:cNvSpPr/>
          <p:nvPr/>
        </p:nvSpPr>
        <p:spPr>
          <a:xfrm>
            <a:off x="457200" y="914400"/>
            <a:ext cx="8228880" cy="1370880"/>
          </a:xfrm>
          <a:prstGeom prst="rect">
            <a:avLst/>
          </a:prstGeom>
          <a:noFill/>
          <a:ln w="0">
            <a:noFill/>
          </a:ln>
        </p:spPr>
        <p:style>
          <a:lnRef idx="0"/>
          <a:fillRef idx="0"/>
          <a:effectRef idx="0"/>
          <a:fontRef idx="minor"/>
        </p:style>
        <p:txBody>
          <a:bodyPr lIns="90000" rIns="90000" tIns="45000" bIns="45000" anchor="t">
            <a:spAutoFit/>
          </a:bodyPr>
          <a:p>
            <a:pPr>
              <a:lnSpc>
                <a:spcPct val="100000"/>
              </a:lnSpc>
            </a:pPr>
            <a:r>
              <a:rPr lang="en-AE" sz="4400" b="1" u="none" strike="noStrike">
                <a:solidFill>
                  <a:srgbClr val="505050"/>
                </a:solidFill>
                <a:effectLst/>
                <a:uFillTx/>
                <a:latin typeface="Century Gothic"/>
              </a:rPr>
              <a:t>S&amp;P Global Services PMI (Mar)</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5" name="TextBox 1"/>
          <p:cNvSpPr/>
          <p:nvPr/>
        </p:nvSpPr>
        <p:spPr>
          <a:xfrm>
            <a:off x="457200" y="274320"/>
            <a:ext cx="8228880" cy="547920"/>
          </a:xfrm>
          <a:prstGeom prst="rect">
            <a:avLst/>
          </a:prstGeom>
          <a:noFill/>
          <a:ln w="0">
            <a:noFill/>
          </a:ln>
        </p:spPr>
        <p:style>
          <a:lnRef idx="0"/>
          <a:fillRef idx="0"/>
          <a:effectRef idx="0"/>
          <a:fontRef idx="minor"/>
        </p:style>
        <p:txBody>
          <a:bodyPr wrap="none" lIns="90000" rIns="90000" tIns="45000" bIns="45000" anchor="t">
            <a:spAutoFit/>
          </a:bodyPr>
          <a:p>
            <a:pPr>
              <a:lnSpc>
                <a:spcPct val="100000"/>
              </a:lnSpc>
            </a:pPr>
            <a:r>
              <a:rPr lang="en-AE" sz="3200" b="1" u="none" strike="noStrike">
                <a:solidFill>
                  <a:srgbClr val="505050"/>
                </a:solidFill>
                <a:effectLst/>
                <a:uFillTx/>
                <a:latin typeface="Century Gothic"/>
              </a:rPr>
              <a:t>S&amp;P Global Services PMI (Mar)</a:t>
            </a:r>
            <a:endParaRPr lang="en-AE" sz="3200" b="0" u="none" strike="noStrike">
              <a:solidFill>
                <a:srgbClr val="000000"/>
              </a:solidFill>
              <a:effectLst/>
              <a:uFillTx/>
              <a:latin typeface="Arial"/>
            </a:endParaRPr>
          </a:p>
        </p:txBody>
      </p:sp>
      <p:graphicFrame>
        <p:nvGraphicFramePr>
          <p:cNvPr id="356" name="Table 2"/>
          <p:cNvGraphicFramePr/>
          <p:nvPr/>
        </p:nvGraphicFramePr>
        <p:xfrm>
          <a:off x="457200" y="1097280"/>
          <a:ext cx="8137800" cy="4112640"/>
        </p:xfrm>
        <a:graphic>
          <a:graphicData uri="http://schemas.openxmlformats.org/drawingml/2006/table">
            <a:tbl>
              <a:tblPr/>
              <a:tblGrid>
                <a:gridCol w="1828800"/>
                <a:gridCol w="2103120"/>
                <a:gridCol w="2103120"/>
                <a:gridCol w="2103120"/>
              </a:tblGrid>
              <a:tr h="587520">
                <a:tc>
                  <a:txBody>
                    <a:bodyPr anchor="ctr">
                      <a:noAutofit/>
                    </a:bodyPr>
                    <a:p>
                      <a:pPr algn="ctr">
                        <a:lnSpc>
                          <a:spcPct val="100000"/>
                        </a:lnSpc>
                      </a:pPr>
                      <a:r>
                        <a:rPr lang="en-AE" sz="1200" b="1" u="none" strike="noStrike">
                          <a:solidFill>
                            <a:srgbClr val="ffffff"/>
                          </a:solidFill>
                          <a:effectLst/>
                          <a:uFillTx/>
                          <a:latin typeface="Chalkboard"/>
                        </a:rPr>
                        <a:t>Release Date</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halkboard"/>
                        </a:rPr>
                        <a:t>Actual</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halkboard"/>
                        </a:rPr>
                        <a:t>Forecast</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c>
                  <a:txBody>
                    <a:bodyPr anchor="ctr">
                      <a:noAutofit/>
                    </a:bodyPr>
                    <a:p>
                      <a:pPr algn="ctr">
                        <a:lnSpc>
                          <a:spcPct val="100000"/>
                        </a:lnSpc>
                      </a:pPr>
                      <a:r>
                        <a:rPr lang="en-AE" sz="1200" b="1" u="none" strike="noStrike">
                          <a:solidFill>
                            <a:srgbClr val="ffffff"/>
                          </a:solidFill>
                          <a:effectLst/>
                          <a:uFillTx/>
                          <a:latin typeface="Chalkboard"/>
                        </a:rPr>
                        <a:t>Previous</a:t>
                      </a:r>
                      <a:endParaRPr lang="en-AE" sz="1200" b="0" u="none" strike="noStrike">
                        <a:solidFill>
                          <a:srgbClr val="ffffff"/>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646464"/>
                    </a:solidFill>
                  </a:tcPr>
                </a:tc>
              </a:tr>
              <a:tr h="587520">
                <a:tc>
                  <a:txBody>
                    <a:bodyPr anchor="ctr">
                      <a:noAutofit/>
                    </a:bodyPr>
                    <a:p>
                      <a:pPr algn="ctr">
                        <a:lnSpc>
                          <a:spcPct val="100000"/>
                        </a:lnSpc>
                      </a:pPr>
                      <a:r>
                        <a:rPr lang="en-AE" sz="1100" b="0" u="none" strike="noStrike">
                          <a:solidFill>
                            <a:srgbClr val="646464"/>
                          </a:solidFill>
                          <a:effectLst/>
                          <a:uFillTx/>
                          <a:latin typeface="Chalkboard"/>
                        </a:rPr>
                        <a:t>2026-03-04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52.30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52.70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halkboard"/>
                        </a:rPr>
                        <a:t>2026-03-04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52.30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52.70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halkboard"/>
                        </a:rPr>
                        <a:t>2026-03-04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52.30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52.70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halkboard"/>
                        </a:rPr>
                        <a:t>2026-03-24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51.10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r h="587520">
                <a:tc>
                  <a:txBody>
                    <a:bodyPr anchor="ctr">
                      <a:noAutofit/>
                    </a:bodyPr>
                    <a:p>
                      <a:pPr algn="ctr">
                        <a:lnSpc>
                          <a:spcPct val="100000"/>
                        </a:lnSpc>
                      </a:pPr>
                      <a:r>
                        <a:rPr lang="en-AE" sz="1100" b="0" u="none" strike="noStrike">
                          <a:solidFill>
                            <a:srgbClr val="646464"/>
                          </a:solidFill>
                          <a:effectLst/>
                          <a:uFillTx/>
                          <a:latin typeface="Chalkboard"/>
                        </a:rPr>
                        <a:t>2026-03-24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51.10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c>
                  <a:txBody>
                    <a:bodyPr anchor="ctr">
                      <a:noAutofit/>
                    </a:bodyPr>
                    <a:p>
                      <a:pPr algn="ctr">
                        <a:lnSpc>
                          <a:spcPct val="100000"/>
                        </a:lnSpc>
                      </a:pPr>
                      <a:r>
                        <a:rPr lang="en-AE" sz="1100" b="0" u="none" strike="noStrike">
                          <a:solidFill>
                            <a:srgbClr val="646464"/>
                          </a:solidFill>
                          <a:effectLst/>
                          <a:uFillTx/>
                          <a:latin typeface="Chalkboard"/>
                        </a:rPr>
                        <a:t>51.70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noFill/>
                  </a:tcPr>
                </a:tc>
              </a:tr>
              <a:tr h="587520">
                <a:tc>
                  <a:txBody>
                    <a:bodyPr anchor="ctr">
                      <a:noAutofit/>
                    </a:bodyPr>
                    <a:p>
                      <a:pPr algn="ctr">
                        <a:lnSpc>
                          <a:spcPct val="100000"/>
                        </a:lnSpc>
                      </a:pPr>
                      <a:r>
                        <a:rPr lang="en-AE" sz="1100" b="0" u="none" strike="noStrike">
                          <a:solidFill>
                            <a:srgbClr val="646464"/>
                          </a:solidFill>
                          <a:effectLst/>
                          <a:uFillTx/>
                          <a:latin typeface="Chalkboard"/>
                        </a:rPr>
                        <a:t>2026-03-24</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51.10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52.00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c>
                  <a:txBody>
                    <a:bodyPr anchor="ctr">
                      <a:noAutofit/>
                    </a:bodyPr>
                    <a:p>
                      <a:pPr algn="ctr">
                        <a:lnSpc>
                          <a:spcPct val="100000"/>
                        </a:lnSpc>
                      </a:pPr>
                      <a:r>
                        <a:rPr lang="en-AE" sz="1100" b="0" u="none" strike="noStrike">
                          <a:solidFill>
                            <a:srgbClr val="646464"/>
                          </a:solidFill>
                          <a:effectLst/>
                          <a:uFillTx/>
                          <a:latin typeface="Chalkboard"/>
                        </a:rPr>
                        <a:t>51.70</a:t>
                      </a:r>
                      <a:endParaRPr lang="en-AE" sz="1100" b="0" u="none" strike="noStrike">
                        <a:solidFill>
                          <a:srgbClr val="000000"/>
                        </a:solidFill>
                        <a:effectLst/>
                        <a:uFillTx/>
                        <a:latin typeface="Arial"/>
                      </a:endParaRPr>
                    </a:p>
                  </a:txBody>
                  <a:tcPr anchor="ctr" marL="91440" marR="91440" marT="45720" marB="45720">
                    <a:lnL w="12240">
                      <a:solidFill>
                        <a:srgbClr val="000000"/>
                      </a:solidFill>
                      <a:prstDash val="solid"/>
                    </a:lnL>
                    <a:lnR w="12240">
                      <a:solidFill>
                        <a:srgbClr val="000000"/>
                      </a:solidFill>
                      <a:prstDash val="solid"/>
                    </a:lnR>
                    <a:lnT w="12240">
                      <a:solidFill>
                        <a:srgbClr val="000000"/>
                      </a:solidFill>
                      <a:prstDash val="solid"/>
                    </a:lnT>
                    <a:lnB w="12240">
                      <a:solidFill>
                        <a:srgbClr val="000000"/>
                      </a:solidFill>
                      <a:prstDash val="solid"/>
                    </a:lnB>
                    <a:solidFill>
                      <a:srgbClr val="dcdcdc"/>
                    </a:solidFill>
                  </a:tcPr>
                </a:tc>
              </a:tr>
            </a:tbl>
          </a:graphicData>
        </a:graphic>
      </p:graphicFrame>
    </p:spTree>
  </p:cSld>
  <mc:AlternateContent>
    <mc:Choice Requires="p14">
      <p:transition spd="slow" p14:dur="2000"/>
    </mc:Choice>
    <mc:Fallback>
      <p:transition spd="slow"/>
    </mc:Fallback>
  </mc:AlternateContent>
</p:sld>
</file>

<file path=ppt/slides/slide2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7" name="TextBox 1"/>
          <p:cNvSpPr/>
          <p:nvPr/>
        </p:nvSpPr>
        <p:spPr>
          <a:xfrm>
            <a:off x="457200" y="1828800"/>
            <a:ext cx="8228880" cy="137088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S&amp;P Global Services PMI (Mar)</a:t>
            </a:r>
            <a:endParaRPr lang="en-AE" sz="3200" b="0" u="none" strike="noStrike">
              <a:solidFill>
                <a:srgbClr val="000000"/>
              </a:solidFill>
              <a:effectLst/>
              <a:uFillTx/>
              <a:latin typeface="Arial"/>
            </a:endParaRPr>
          </a:p>
        </p:txBody>
      </p:sp>
      <p:sp>
        <p:nvSpPr>
          <p:cNvPr id="358" name="TextBox 2"/>
          <p:cNvSpPr/>
          <p:nvPr/>
        </p:nvSpPr>
        <p:spPr>
          <a:xfrm>
            <a:off x="457200" y="2743200"/>
            <a:ext cx="8228880" cy="91368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800" b="1" u="none" strike="noStrike">
                <a:solidFill>
                  <a:srgbClr val="646464"/>
                </a:solidFill>
                <a:effectLst/>
                <a:uFillTx/>
                <a:latin typeface="Century Gothic"/>
              </a:rPr>
              <a:t>C:USDJPY</a:t>
            </a:r>
            <a:endParaRPr lang="en-AE" sz="4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59" name="Picture 1" descr="USDJPY_20260304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0" name="Picture 1" descr="USDJPY_20260324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1" name="TextBox 37"/>
          <p:cNvSpPr/>
          <p:nvPr/>
        </p:nvSpPr>
        <p:spPr>
          <a:xfrm>
            <a:off x="457200" y="2225160"/>
            <a:ext cx="8228880" cy="578160"/>
          </a:xfrm>
          <a:prstGeom prst="rect">
            <a:avLst/>
          </a:prstGeom>
          <a:noFill/>
          <a:ln w="0">
            <a:noFill/>
          </a:ln>
        </p:spPr>
        <p:style>
          <a:lnRef idx="0"/>
          <a:fillRef idx="0"/>
          <a:effectRef idx="0"/>
          <a:fontRef idx="minor"/>
        </p:style>
        <p:txBody>
          <a:bodyPr lIns="90000" rIns="90000" tIns="45000" bIns="45000" anchor="ctr">
            <a:spAutoFit/>
          </a:bodyPr>
          <a:p>
            <a:pPr algn="ctr">
              <a:lnSpc>
                <a:spcPct val="100000"/>
              </a:lnSpc>
            </a:pPr>
            <a:r>
              <a:rPr lang="en-AE" sz="3200" b="1" u="none" strike="noStrike">
                <a:solidFill>
                  <a:srgbClr val="505050"/>
                </a:solidFill>
                <a:effectLst/>
                <a:uFillTx/>
                <a:latin typeface="Century Gothic"/>
              </a:rPr>
              <a:t>S&amp;P Global Services PMI (Mar)</a:t>
            </a:r>
            <a:endParaRPr lang="en-AE" sz="3200" b="0" u="none" strike="noStrike">
              <a:solidFill>
                <a:srgbClr val="000000"/>
              </a:solidFill>
              <a:effectLst/>
              <a:uFillTx/>
              <a:latin typeface="Arial"/>
            </a:endParaRPr>
          </a:p>
        </p:txBody>
      </p:sp>
      <p:sp>
        <p:nvSpPr>
          <p:cNvPr id="362" name="TextBox 38"/>
          <p:cNvSpPr/>
          <p:nvPr/>
        </p:nvSpPr>
        <p:spPr>
          <a:xfrm>
            <a:off x="3178080" y="2819160"/>
            <a:ext cx="2787480" cy="761040"/>
          </a:xfrm>
          <a:prstGeom prst="rect">
            <a:avLst/>
          </a:prstGeom>
          <a:noFill/>
          <a:ln w="0">
            <a:noFill/>
          </a:ln>
        </p:spPr>
        <p:style>
          <a:lnRef idx="0"/>
          <a:fillRef idx="0"/>
          <a:effectRef idx="0"/>
          <a:fontRef idx="minor"/>
        </p:style>
        <p:txBody>
          <a:bodyPr wrap="none" lIns="90000" rIns="90000" tIns="45000" bIns="45000" anchor="ctr">
            <a:spAutoFit/>
          </a:bodyPr>
          <a:p>
            <a:pPr algn="ctr">
              <a:lnSpc>
                <a:spcPct val="100000"/>
              </a:lnSpc>
            </a:pPr>
            <a:r>
              <a:rPr lang="en-AE" sz="4400" b="1" u="none" strike="noStrike">
                <a:solidFill>
                  <a:srgbClr val="646464"/>
                </a:solidFill>
                <a:effectLst/>
                <a:uFillTx/>
                <a:latin typeface="Century Gothic"/>
              </a:rPr>
              <a:t>C:EURUSD</a:t>
            </a:r>
            <a:endParaRPr lang="en-AE" sz="4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3" name="Picture 99" descr="EURUSD_20260304_14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364" name="Picture 100" descr="EURUSD_20260324_134500.png"/>
          <p:cNvPicPr/>
          <p:nvPr/>
        </p:nvPicPr>
        <p:blipFill>
          <a:blip r:embed="rId1"/>
          <a:stretch/>
        </p:blipFill>
        <p:spPr>
          <a:xfrm>
            <a:off x="0" y="0"/>
            <a:ext cx="11048400" cy="6857280"/>
          </a:xfrm>
          <a:prstGeom prst="rect">
            <a:avLst/>
          </a:prstGeom>
          <a:noFill/>
          <a:ln w="0">
            <a:noFill/>
          </a:ln>
        </p:spPr>
      </p:pic>
    </p:spTree>
  </p:cSld>
  <mc:AlternateContent>
    <mc:Choice Requires="p14">
      <p:transition spd="slow" p14:dur="2000"/>
    </mc:Choice>
    <mc:Fallback>
      <p:transition spd="slow"/>
    </mc:Fallback>
  </mc:AlternateContent>
</p:sld>
</file>

<file path=ppt/slides/slide2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title"/>
          </p:nvPr>
        </p:nvSpPr>
        <p:spPr>
          <a:xfrm>
            <a:off x="8000280" y="3097800"/>
            <a:ext cx="4187160" cy="2382840"/>
          </a:xfrm>
          <a:prstGeom prst="rect">
            <a:avLst/>
          </a:prstGeom>
          <a:noFill/>
          <a:ln w="0">
            <a:noFill/>
          </a:ln>
        </p:spPr>
        <p:txBody>
          <a:bodyPr lIns="91440" rIns="91440" tIns="45720" bIns="45720" anchor="ctr">
            <a:normAutofit lnSpcReduction="9999"/>
          </a:bodyPr>
          <a:p>
            <a:pPr indent="0" defTabSz="914400">
              <a:lnSpc>
                <a:spcPct val="90000"/>
              </a:lnSpc>
              <a:buNone/>
              <a:tabLst>
                <a:tab algn="l" pos="0"/>
              </a:tabLst>
            </a:pPr>
            <a:br>
              <a:rPr sz="3300"/>
            </a:br>
            <a:r>
              <a:rPr lang="en-US" sz="3300" b="1" u="none" strike="noStrike">
                <a:solidFill>
                  <a:schemeClr val="lt1">
                    <a:lumMod val="50000"/>
                  </a:schemeClr>
                </a:solidFill>
                <a:effectLst/>
                <a:uFillTx/>
                <a:latin typeface="Arial"/>
              </a:rPr>
              <a:t>Project Spider</a:t>
            </a:r>
            <a:br>
              <a:rPr sz="2800"/>
            </a:br>
            <a:br>
              <a:rPr sz="2800"/>
            </a:br>
            <a:r>
              <a:rPr lang="en-US" sz="1200" b="0" u="none" strike="noStrike">
                <a:solidFill>
                  <a:schemeClr val="lt1">
                    <a:lumMod val="50000"/>
                  </a:schemeClr>
                </a:solidFill>
                <a:effectLst/>
                <a:uFillTx/>
                <a:latin typeface="Arial"/>
              </a:rPr>
              <a:t>Accelerating the Energy Transition</a:t>
            </a:r>
            <a:br>
              <a:rPr sz="1200"/>
            </a:br>
            <a:br>
              <a:rPr sz="1200"/>
            </a:br>
            <a:r>
              <a:rPr lang="en-US" sz="1200" b="0" u="none" strike="noStrike">
                <a:solidFill>
                  <a:schemeClr val="lt1">
                    <a:lumMod val="50000"/>
                  </a:schemeClr>
                </a:solidFill>
                <a:effectLst/>
                <a:uFillTx/>
                <a:latin typeface="Arial"/>
              </a:rPr>
              <a:t>4</a:t>
            </a:r>
            <a:r>
              <a:rPr lang="en-US" sz="1200" b="0" u="none" strike="noStrike" baseline="30000">
                <a:solidFill>
                  <a:schemeClr val="lt1">
                    <a:lumMod val="50000"/>
                  </a:schemeClr>
                </a:solidFill>
                <a:effectLst/>
                <a:uFillTx/>
                <a:latin typeface="Arial"/>
              </a:rPr>
              <a:t>th</a:t>
            </a:r>
            <a:r>
              <a:rPr lang="en-US" sz="1200" b="0" u="none" strike="noStrike">
                <a:solidFill>
                  <a:schemeClr val="lt1">
                    <a:lumMod val="50000"/>
                  </a:schemeClr>
                </a:solidFill>
                <a:effectLst/>
                <a:uFillTx/>
                <a:latin typeface="Arial"/>
              </a:rPr>
              <a:t>Mar 2024</a:t>
            </a:r>
            <a:br>
              <a:rPr sz="1200"/>
            </a:br>
            <a:br>
              <a:rPr sz="1200"/>
            </a:br>
            <a:r>
              <a:rPr lang="en-US" sz="1200" b="0" u="none" strike="noStrike">
                <a:solidFill>
                  <a:schemeClr val="lt1">
                    <a:lumMod val="50000"/>
                  </a:schemeClr>
                </a:solidFill>
                <a:effectLst/>
                <a:uFillTx/>
                <a:latin typeface="Arial"/>
              </a:rPr>
              <a:t>Pawan</a:t>
            </a:r>
            <a:br>
              <a:rPr sz="1200"/>
            </a:br>
            <a:r>
              <a:rPr lang="en-US" sz="1200" b="0" u="none" strike="noStrike">
                <a:solidFill>
                  <a:schemeClr val="lt1">
                    <a:lumMod val="50000"/>
                  </a:schemeClr>
                </a:solidFill>
                <a:effectLst/>
                <a:uFillTx/>
                <a:latin typeface="Arial"/>
              </a:rPr>
              <a:t>Quantwater Tech Investments </a:t>
            </a:r>
            <a:br>
              <a:rPr sz="1200"/>
            </a:br>
            <a:endParaRPr lang="en-AE" sz="1200" b="0" u="none" strike="noStrike">
              <a:solidFill>
                <a:srgbClr val="000000"/>
              </a:solidFill>
              <a:effectLst/>
              <a:uFillTx/>
              <a:latin typeface="Arial"/>
            </a:endParaRPr>
          </a:p>
        </p:txBody>
      </p:sp>
      <p:sp>
        <p:nvSpPr>
          <p:cNvPr id="366" name="Subtitle 3"/>
          <p:cNvSpPr/>
          <p:nvPr/>
        </p:nvSpPr>
        <p:spPr>
          <a:xfrm>
            <a:off x="7820640" y="5001480"/>
            <a:ext cx="7741800" cy="962640"/>
          </a:xfrm>
          <a:prstGeom prst="rect">
            <a:avLst/>
          </a:prstGeom>
          <a:noFill/>
          <a:ln w="0">
            <a:noFill/>
          </a:ln>
        </p:spPr>
        <p:style>
          <a:lnRef idx="0"/>
          <a:fillRef idx="0"/>
          <a:effectRef idx="0"/>
          <a:fontRef idx="minor"/>
        </p:style>
        <p:txBody>
          <a:bodyPr lIns="90000" rIns="90000" tIns="45000" bIns="45000" anchor="t">
            <a:normAutofit/>
          </a:bodyPr>
          <a:p>
            <a:pPr>
              <a:lnSpc>
                <a:spcPct val="100000"/>
              </a:lnSpc>
            </a:pPr>
            <a:endParaRPr lang="en-US" sz="1800" b="1" u="none" strike="noStrike">
              <a:solidFill>
                <a:schemeClr val="lt2"/>
              </a:solidFill>
              <a:effectLst/>
              <a:uFillTx/>
              <a:latin typeface="Arial"/>
            </a:endParaRPr>
          </a:p>
        </p:txBody>
      </p:sp>
      <p:sp>
        <p:nvSpPr>
          <p:cNvPr id="367" name="Rectangle 5"/>
          <p:cNvSpPr/>
          <p:nvPr/>
        </p:nvSpPr>
        <p:spPr>
          <a:xfrm>
            <a:off x="1452240" y="6003000"/>
            <a:ext cx="8780760" cy="662040"/>
          </a:xfrm>
          <a:prstGeom prst="rect">
            <a:avLst/>
          </a:prstGeom>
          <a:solidFill>
            <a:schemeClr val="bg1"/>
          </a:solidFill>
          <a:ln w="76200">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1800" b="0" u="none" strike="noStrike">
              <a:solidFill>
                <a:schemeClr val="lt1"/>
              </a:solidFill>
              <a:effectLst/>
              <a:uFillTx/>
              <a:latin typeface="Arial"/>
            </a:endParaRPr>
          </a:p>
        </p:txBody>
      </p:sp>
      <p:pic>
        <p:nvPicPr>
          <p:cNvPr id="368" name="Picture 2" descr="A line drawn on a white background&#10;&#10;Description automatically generated"/>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tretch/>
        </p:blipFill>
        <p:spPr>
          <a:xfrm>
            <a:off x="0" y="-27720"/>
            <a:ext cx="12187440" cy="6898320"/>
          </a:xfrm>
          <a:prstGeom prst="rect">
            <a:avLst/>
          </a:prstGeom>
          <a:noFill/>
          <a:ln w="0">
            <a:noFill/>
          </a:ln>
        </p:spPr>
      </p:pic>
      <p:sp>
        <p:nvSpPr>
          <p:cNvPr id="369" name="Rectangle 6"/>
          <p:cNvSpPr/>
          <p:nvPr/>
        </p:nvSpPr>
        <p:spPr>
          <a:xfrm>
            <a:off x="1604520" y="5854680"/>
            <a:ext cx="8780760" cy="962640"/>
          </a:xfrm>
          <a:prstGeom prst="rect">
            <a:avLst/>
          </a:prstGeom>
          <a:solidFill>
            <a:schemeClr val="bg1"/>
          </a:solidFill>
          <a:ln w="76200">
            <a:solidFill>
              <a:srgbClr val="ffffff"/>
            </a:solidFill>
          </a:ln>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a:lnSpc>
                <a:spcPct val="100000"/>
              </a:lnSpc>
            </a:pPr>
            <a:endParaRPr lang="en-US" sz="1800" b="0" u="none" strike="noStrike">
              <a:solidFill>
                <a:srgbClr val="ffffff"/>
              </a:solidFill>
              <a:effectLst/>
              <a:uFillTx/>
              <a:latin typeface="Arial"/>
            </a:endParaRPr>
          </a:p>
        </p:txBody>
      </p:sp>
      <p:sp>
        <p:nvSpPr>
          <p:cNvPr id="370" name="Rectangle 7"/>
          <p:cNvSpPr/>
          <p:nvPr/>
        </p:nvSpPr>
        <p:spPr>
          <a:xfrm>
            <a:off x="335880" y="923400"/>
            <a:ext cx="11402640" cy="1279440"/>
          </a:xfrm>
          <a:prstGeom prst="rect">
            <a:avLst/>
          </a:prstGeom>
          <a:noFill/>
          <a:ln>
            <a:no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lang="en-US" sz="2400" b="1" u="none" strike="noStrike">
                <a:solidFill>
                  <a:srgbClr val="002060"/>
                </a:solidFill>
                <a:effectLst/>
                <a:uFillTx/>
                <a:latin typeface="Century Gothic"/>
              </a:rPr>
              <a:t>Appendix</a:t>
            </a:r>
            <a:endParaRPr lang="en-AE" sz="2400" b="0" u="none" strike="noStrike">
              <a:solidFill>
                <a:srgbClr val="000000"/>
              </a:solidFill>
              <a:effectLst/>
              <a:uFillTx/>
              <a:latin typeface="Arial"/>
            </a:endParaRPr>
          </a:p>
          <a:p>
            <a:pPr defTabSz="914400">
              <a:lnSpc>
                <a:spcPct val="100000"/>
              </a:lnSpc>
            </a:pPr>
            <a:endParaRPr lang="en-AE" sz="2400" b="0" u="none" strike="noStrike">
              <a:solidFill>
                <a:srgbClr val="000000"/>
              </a:solidFill>
              <a:effectLst/>
              <a:uFillTx/>
              <a:latin typeface="Arial"/>
            </a:endParaRPr>
          </a:p>
          <a:p>
            <a:pPr defTabSz="914400">
              <a:lnSpc>
                <a:spcPct val="100000"/>
              </a:lnSpc>
            </a:pPr>
            <a:endParaRPr lang="en-AE" sz="2400" b="0" u="none" strike="noStrike">
              <a:solidFill>
                <a:srgbClr val="000000"/>
              </a:solidFill>
              <a:effectLst/>
              <a:uFillTx/>
              <a:latin typeface="Arial"/>
            </a:endParaRPr>
          </a:p>
          <a:p>
            <a:pPr defTabSz="914400">
              <a:lnSpc>
                <a:spcPct val="100000"/>
              </a:lnSpc>
            </a:pPr>
            <a:endParaRPr lang="en-AE"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Rectangle 1"/>
          <p:cNvSpPr/>
          <p:nvPr/>
        </p:nvSpPr>
        <p:spPr>
          <a:xfrm>
            <a:off x="479520" y="6483240"/>
            <a:ext cx="3745800" cy="361440"/>
          </a:xfrm>
          <a:prstGeom prst="rect">
            <a:avLst/>
          </a:prstGeom>
          <a:noFill/>
          <a:ln>
            <a:no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lang="en-US" sz="600" b="0" i="1" u="none" strike="noStrike">
                <a:solidFill>
                  <a:srgbClr val="002060"/>
                </a:solidFill>
                <a:effectLst/>
                <a:highlight>
                  <a:srgbClr val="ffff00"/>
                </a:highlight>
                <a:uFillTx/>
                <a:latin typeface="Century Gothic"/>
              </a:rPr>
              <a:t> </a:t>
            </a:r>
            <a:endParaRPr lang="en-AE" sz="600" b="0" u="none" strike="noStrike">
              <a:solidFill>
                <a:srgbClr val="000000"/>
              </a:solidFill>
              <a:effectLst/>
              <a:uFillTx/>
              <a:latin typeface="Arial"/>
            </a:endParaRPr>
          </a:p>
        </p:txBody>
      </p:sp>
      <p:sp>
        <p:nvSpPr>
          <p:cNvPr id="372" name="Rectangle 2"/>
          <p:cNvSpPr/>
          <p:nvPr/>
        </p:nvSpPr>
        <p:spPr>
          <a:xfrm>
            <a:off x="264600" y="134280"/>
            <a:ext cx="11402640" cy="361440"/>
          </a:xfrm>
          <a:prstGeom prst="rect">
            <a:avLst/>
          </a:prstGeom>
          <a:noFill/>
          <a:ln>
            <a:no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lang="en-US" sz="2400" b="1" u="none" strike="noStrike">
                <a:solidFill>
                  <a:srgbClr val="002060"/>
                </a:solidFill>
                <a:effectLst/>
                <a:uFillTx/>
                <a:latin typeface="Century Gothic"/>
              </a:rPr>
              <a:t>Important Information</a:t>
            </a:r>
            <a:endParaRPr lang="en-AE" sz="2400" b="0" u="none" strike="noStrike">
              <a:solidFill>
                <a:srgbClr val="000000"/>
              </a:solidFill>
              <a:effectLst/>
              <a:uFillTx/>
              <a:latin typeface="Arial"/>
            </a:endParaRPr>
          </a:p>
        </p:txBody>
      </p:sp>
      <p:sp>
        <p:nvSpPr>
          <p:cNvPr id="373" name="Rectangle 9"/>
          <p:cNvSpPr/>
          <p:nvPr/>
        </p:nvSpPr>
        <p:spPr>
          <a:xfrm>
            <a:off x="3279600" y="1351440"/>
            <a:ext cx="360" cy="822240"/>
          </a:xfrm>
          <a:prstGeom prst="rect">
            <a:avLst/>
          </a:prstGeom>
          <a:solidFill>
            <a:srgbClr val="edb23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br>
              <a:rPr sz="1800"/>
            </a:br>
            <a:br>
              <a:rPr sz="1800"/>
            </a:br>
            <a:endParaRPr lang="en-AE" sz="1800" b="0" u="none" strike="noStrike">
              <a:solidFill>
                <a:srgbClr val="000000"/>
              </a:solidFill>
              <a:effectLst/>
              <a:uFillTx/>
              <a:latin typeface="Arial"/>
            </a:endParaRPr>
          </a:p>
        </p:txBody>
      </p:sp>
      <p:cxnSp>
        <p:nvCxnSpPr>
          <p:cNvPr id="374" name="Straight Connector 3"/>
          <p:cNvCxnSpPr/>
          <p:nvPr/>
        </p:nvCxnSpPr>
        <p:spPr>
          <a:xfrm>
            <a:off x="368280" y="689400"/>
            <a:ext cx="11924640" cy="7200"/>
          </a:xfrm>
          <a:prstGeom prst="straightConnector1">
            <a:avLst/>
          </a:prstGeom>
          <a:ln w="0">
            <a:solidFill>
              <a:srgbClr val="808080"/>
            </a:solidFill>
          </a:ln>
        </p:spPr>
      </p:cxnSp>
      <p:graphicFrame>
        <p:nvGraphicFramePr>
          <p:cNvPr id="375" name="Table 3"/>
          <p:cNvGraphicFramePr/>
          <p:nvPr/>
        </p:nvGraphicFramePr>
        <p:xfrm>
          <a:off x="450360" y="889560"/>
          <a:ext cx="11474640" cy="5602320"/>
        </p:xfrm>
        <a:graphic>
          <a:graphicData uri="http://schemas.openxmlformats.org/drawingml/2006/table">
            <a:tbl>
              <a:tblPr/>
              <a:tblGrid>
                <a:gridCol w="11475000"/>
              </a:tblGrid>
              <a:tr h="5602320">
                <a:tc>
                  <a:txBody>
                    <a:bodyPr lIns="0" rIns="0" tIns="0" bIns="0" anchor="ctr">
                      <a:noAutofit/>
                    </a:bodyPr>
                    <a:p>
                      <a:pPr defTabSz="914400">
                        <a:lnSpc>
                          <a:spcPct val="100000"/>
                        </a:lnSpc>
                      </a:pPr>
                      <a:endParaRPr lang="en-AE" sz="1600" b="0" u="none" strike="noStrike">
                        <a:solidFill>
                          <a:srgbClr val="000000"/>
                        </a:solidFill>
                        <a:effectLst/>
                        <a:uFillTx/>
                        <a:latin typeface="Arial"/>
                      </a:endParaRPr>
                    </a:p>
                    <a:p>
                      <a:pPr defTabSz="914400">
                        <a:lnSpc>
                          <a:spcPct val="100000"/>
                        </a:lnSpc>
                      </a:pPr>
                      <a:r>
                        <a:rPr lang="en-US" sz="1600" b="1" u="none" strike="noStrike">
                          <a:solidFill>
                            <a:schemeClr val="lt1">
                              <a:lumMod val="65000"/>
                            </a:schemeClr>
                          </a:solidFill>
                          <a:effectLst/>
                          <a:uFillTx/>
                          <a:latin typeface="Century Gothic"/>
                        </a:rPr>
                        <a:t>Quantwater Tech Investments</a:t>
                      </a:r>
                      <a:endParaRPr lang="en-AE" sz="1600" b="0" u="none" strike="noStrike">
                        <a:solidFill>
                          <a:srgbClr val="000000"/>
                        </a:solidFill>
                        <a:effectLst/>
                        <a:uFillTx/>
                        <a:latin typeface="Arial"/>
                      </a:endParaRPr>
                    </a:p>
                    <a:p>
                      <a:pPr defTabSz="914400">
                        <a:lnSpc>
                          <a:spcPct val="100000"/>
                        </a:lnSpc>
                      </a:pPr>
                      <a:r>
                        <a:rPr lang="en-US" sz="1600" b="1" u="none" strike="noStrike">
                          <a:solidFill>
                            <a:schemeClr val="lt1">
                              <a:lumMod val="65000"/>
                            </a:schemeClr>
                          </a:solidFill>
                          <a:effectLst/>
                          <a:uFillTx/>
                          <a:latin typeface="Century Gothic"/>
                        </a:rPr>
                        <a:t>Data Release Deck – 29th March 2026</a:t>
                      </a:r>
                      <a:endParaRPr lang="en-AE" sz="1600" b="0" u="none" strike="noStrike">
                        <a:solidFill>
                          <a:srgbClr val="000000"/>
                        </a:solidFill>
                        <a:effectLst/>
                        <a:uFillTx/>
                        <a:latin typeface="Arial"/>
                      </a:endParaRPr>
                    </a:p>
                    <a:p>
                      <a:pPr defTabSz="914400">
                        <a:lnSpc>
                          <a:spcPct val="100000"/>
                        </a:lnSpc>
                      </a:pPr>
                      <a:endParaRPr lang="en-AE" sz="1600" b="0" u="none" strike="noStrike">
                        <a:solidFill>
                          <a:srgbClr val="000000"/>
                        </a:solidFill>
                        <a:effectLst/>
                        <a:uFillTx/>
                        <a:latin typeface="Arial"/>
                      </a:endParaRPr>
                    </a:p>
                    <a:p>
                      <a:pPr defTabSz="914400">
                        <a:lnSpc>
                          <a:spcPct val="100000"/>
                        </a:lnSpc>
                      </a:pPr>
                      <a:r>
                        <a:rPr lang="en-US" sz="1600" b="0" u="none" strike="noStrike">
                          <a:solidFill>
                            <a:schemeClr val="lt1">
                              <a:lumMod val="65000"/>
                            </a:schemeClr>
                          </a:solidFill>
                          <a:effectLst/>
                          <a:uFillTx/>
                          <a:latin typeface="Century Gothic"/>
                        </a:rPr>
                        <a:t>This document is for informational purposes only and does not constitute investment advice, an offer, or a solicitation to buy or sell any securities or financial instruments.</a:t>
                      </a:r>
                      <a:endParaRPr lang="en-AE" sz="1600" b="0" u="none" strike="noStrike">
                        <a:solidFill>
                          <a:srgbClr val="000000"/>
                        </a:solidFill>
                        <a:effectLst/>
                        <a:uFillTx/>
                        <a:latin typeface="Arial"/>
                      </a:endParaRPr>
                    </a:p>
                    <a:p>
                      <a:pPr defTabSz="914400">
                        <a:lnSpc>
                          <a:spcPct val="100000"/>
                        </a:lnSpc>
                      </a:pPr>
                      <a:br>
                        <a:rPr sz="1600"/>
                      </a:br>
                      <a:endParaRPr lang="en-AE" sz="1600" b="0" u="none" strike="noStrike">
                        <a:solidFill>
                          <a:srgbClr val="000000"/>
                        </a:solidFill>
                        <a:effectLst/>
                        <a:uFillTx/>
                        <a:latin typeface="Arial"/>
                      </a:endParaRPr>
                    </a:p>
                    <a:p>
                      <a:pPr defTabSz="914400">
                        <a:lnSpc>
                          <a:spcPct val="100000"/>
                        </a:lnSpc>
                      </a:pPr>
                      <a:r>
                        <a:rPr lang="en-US" sz="1600" b="0" u="none" strike="noStrike">
                          <a:solidFill>
                            <a:schemeClr val="lt1">
                              <a:lumMod val="65000"/>
                            </a:schemeClr>
                          </a:solidFill>
                          <a:effectLst/>
                          <a:uFillTx/>
                          <a:latin typeface="Century Gothic"/>
                        </a:rPr>
                        <a:t>Past performance is not indicative of future results. Investments involve inherent risks, including the possible loss of principal. No representation or warranty, express or implied, is made regarding the accuracy, completeness, or reliability of the information contained herein.</a:t>
                      </a:r>
                      <a:endParaRPr lang="en-AE" sz="1600" b="0" u="none" strike="noStrike">
                        <a:solidFill>
                          <a:srgbClr val="000000"/>
                        </a:solidFill>
                        <a:effectLst/>
                        <a:uFillTx/>
                        <a:latin typeface="Arial"/>
                      </a:endParaRPr>
                    </a:p>
                    <a:p>
                      <a:pPr defTabSz="914400">
                        <a:lnSpc>
                          <a:spcPct val="100000"/>
                        </a:lnSpc>
                      </a:pPr>
                      <a:br>
                        <a:rPr sz="1600"/>
                      </a:br>
                      <a:endParaRPr lang="en-AE" sz="1600" b="0" u="none" strike="noStrike">
                        <a:solidFill>
                          <a:srgbClr val="000000"/>
                        </a:solidFill>
                        <a:effectLst/>
                        <a:uFillTx/>
                        <a:latin typeface="Arial"/>
                      </a:endParaRPr>
                    </a:p>
                    <a:p>
                      <a:pPr defTabSz="914400">
                        <a:lnSpc>
                          <a:spcPct val="100000"/>
                        </a:lnSpc>
                      </a:pPr>
                      <a:r>
                        <a:rPr lang="en-US" sz="1600" b="0" u="none" strike="noStrike">
                          <a:solidFill>
                            <a:schemeClr val="lt1">
                              <a:lumMod val="65000"/>
                            </a:schemeClr>
                          </a:solidFill>
                          <a:effectLst/>
                          <a:uFillTx/>
                          <a:latin typeface="Century Gothic"/>
                        </a:rPr>
                        <a:t>The information in this presentation is derived from publicly available sources and internal analysis as of the date indicated and is subject to change without notice. Quantwater Tech Investments and its affiliates do not undertake any obligation to update or revise this material.</a:t>
                      </a:r>
                      <a:endParaRPr lang="en-AE" sz="1600" b="0" u="none" strike="noStrike">
                        <a:solidFill>
                          <a:srgbClr val="000000"/>
                        </a:solidFill>
                        <a:effectLst/>
                        <a:uFillTx/>
                        <a:latin typeface="Arial"/>
                      </a:endParaRPr>
                    </a:p>
                    <a:p>
                      <a:pPr defTabSz="914400">
                        <a:lnSpc>
                          <a:spcPct val="100000"/>
                        </a:lnSpc>
                      </a:pPr>
                      <a:br>
                        <a:rPr sz="1600"/>
                      </a:br>
                      <a:endParaRPr lang="en-AE" sz="1600" b="0" u="none" strike="noStrike">
                        <a:solidFill>
                          <a:srgbClr val="000000"/>
                        </a:solidFill>
                        <a:effectLst/>
                        <a:uFillTx/>
                        <a:latin typeface="Arial"/>
                      </a:endParaRPr>
                    </a:p>
                    <a:p>
                      <a:pPr defTabSz="914400">
                        <a:lnSpc>
                          <a:spcPct val="100000"/>
                        </a:lnSpc>
                      </a:pPr>
                      <a:r>
                        <a:rPr lang="en-US" sz="1600" b="0" u="none" strike="noStrike">
                          <a:solidFill>
                            <a:schemeClr val="lt1">
                              <a:lumMod val="65000"/>
                            </a:schemeClr>
                          </a:solidFill>
                          <a:effectLst/>
                          <a:uFillTx/>
                          <a:latin typeface="Century Gothic"/>
                        </a:rPr>
                        <a:t>Neither Quantwater Tech Investments nor any of its affiliates, officers, or employees shall be liable for any direct or indirect losses arising from the use of this information. Any misrepresentation is strictly prohibited.</a:t>
                      </a:r>
                      <a:endParaRPr lang="en-AE" sz="1600" b="0" u="none" strike="noStrike">
                        <a:solidFill>
                          <a:srgbClr val="000000"/>
                        </a:solidFill>
                        <a:effectLst/>
                        <a:uFillTx/>
                        <a:latin typeface="Arial"/>
                      </a:endParaRPr>
                    </a:p>
                    <a:p>
                      <a:pPr defTabSz="914400">
                        <a:lnSpc>
                          <a:spcPct val="100000"/>
                        </a:lnSpc>
                      </a:pPr>
                      <a:endParaRPr lang="en-AE" sz="1600" b="0" u="none" strike="noStrike">
                        <a:solidFill>
                          <a:srgbClr val="000000"/>
                        </a:solidFill>
                        <a:effectLst/>
                        <a:uFillTx/>
                        <a:latin typeface="Arial"/>
                      </a:endParaRPr>
                    </a:p>
                    <a:p>
                      <a:pPr defTabSz="914400">
                        <a:lnSpc>
                          <a:spcPct val="100000"/>
                        </a:lnSpc>
                      </a:pPr>
                      <a:endParaRPr lang="en-AE" sz="1600" b="0" u="none" strike="noStrike">
                        <a:solidFill>
                          <a:srgbClr val="000000"/>
                        </a:solidFill>
                        <a:effectLst/>
                        <a:uFillTx/>
                        <a:latin typeface="Arial"/>
                      </a:endParaRPr>
                    </a:p>
                  </a:txBody>
                  <a:tcPr anchor="ctr" marL="0" marR="0" marT="0" marB="0">
                    <a:lnL w="12240">
                      <a:noFill/>
                      <a:prstDash val="solid"/>
                    </a:lnL>
                    <a:lnR w="12240">
                      <a:noFill/>
                      <a:prstDash val="solid"/>
                    </a:lnR>
                    <a:lnT w="12240">
                      <a:noFill/>
                      <a:prstDash val="solid"/>
                    </a:lnT>
                    <a:lnB w="12240">
                      <a:noFill/>
                      <a:prstDash val="solid"/>
                    </a:lnB>
                    <a:noFill/>
                  </a:tcPr>
                </a:tc>
              </a:tr>
            </a:tbl>
          </a:graphicData>
        </a:graphic>
      </p:graphicFrame>
    </p:spTree>
  </p:cSld>
  <mc:AlternateContent>
    <mc:Choice Requires="p14">
      <p:transition spd="slow" p14:dur="2000"/>
    </mc:Choice>
    <mc:Fallback>
      <p:transition spd="slow"/>
    </mc:Fallback>
  </mc:AlternateContent>
</p:sld>
</file>

<file path=ppt/slides/slide2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6" name="Rectangle 14"/>
          <p:cNvSpPr/>
          <p:nvPr/>
        </p:nvSpPr>
        <p:spPr>
          <a:xfrm>
            <a:off x="264600" y="134280"/>
            <a:ext cx="11402640" cy="361440"/>
          </a:xfrm>
          <a:prstGeom prst="rect">
            <a:avLst/>
          </a:prstGeom>
          <a:noFill/>
          <a:ln>
            <a:no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defTabSz="914400">
              <a:lnSpc>
                <a:spcPct val="100000"/>
              </a:lnSpc>
            </a:pPr>
            <a:r>
              <a:rPr lang="en-US" sz="2400" b="1" u="none" strike="noStrike">
                <a:solidFill>
                  <a:srgbClr val="002060"/>
                </a:solidFill>
                <a:effectLst/>
                <a:uFillTx/>
                <a:latin typeface="Century Gothic"/>
              </a:rPr>
              <a:t>Key Economic &amp; Analytical Concepts</a:t>
            </a:r>
            <a:endParaRPr lang="en-AE" sz="2400" b="0" u="none" strike="noStrike">
              <a:solidFill>
                <a:srgbClr val="000000"/>
              </a:solidFill>
              <a:effectLst/>
              <a:uFillTx/>
              <a:latin typeface="Arial"/>
            </a:endParaRPr>
          </a:p>
        </p:txBody>
      </p:sp>
      <p:sp>
        <p:nvSpPr>
          <p:cNvPr id="377" name="Rectangle 15"/>
          <p:cNvSpPr/>
          <p:nvPr/>
        </p:nvSpPr>
        <p:spPr>
          <a:xfrm>
            <a:off x="3279600" y="1351440"/>
            <a:ext cx="360" cy="822240"/>
          </a:xfrm>
          <a:prstGeom prst="rect">
            <a:avLst/>
          </a:prstGeom>
          <a:solidFill>
            <a:srgbClr val="edb23b"/>
          </a:solidFill>
          <a:ln w="0">
            <a:noFill/>
          </a:ln>
        </p:spPr>
        <p:style>
          <a:lnRef idx="0"/>
          <a:fillRef idx="0"/>
          <a:effectRef idx="0"/>
          <a:fontRef idx="minor"/>
        </p:style>
        <p:txBody>
          <a:bodyPr numCol="1" spcCol="0" wrap="none" lIns="0" rIns="0" tIns="0" bIns="0" anchor="ctr">
            <a:spAutoFit/>
          </a:bodyPr>
          <a:p>
            <a:pPr defTabSz="914400">
              <a:lnSpc>
                <a:spcPct val="100000"/>
              </a:lnSpc>
              <a:tabLst>
                <a:tab algn="l" pos="0"/>
              </a:tabLst>
            </a:pPr>
            <a:br>
              <a:rPr sz="1800"/>
            </a:br>
            <a:br>
              <a:rPr sz="1800"/>
            </a:br>
            <a:endParaRPr lang="en-AE" sz="1800" b="0" u="none" strike="noStrike">
              <a:solidFill>
                <a:srgbClr val="000000"/>
              </a:solidFill>
              <a:effectLst/>
              <a:uFillTx/>
              <a:latin typeface="Arial"/>
            </a:endParaRPr>
          </a:p>
        </p:txBody>
      </p:sp>
      <p:cxnSp>
        <p:nvCxnSpPr>
          <p:cNvPr id="378" name="Straight Connector 2"/>
          <p:cNvCxnSpPr/>
          <p:nvPr/>
        </p:nvCxnSpPr>
        <p:spPr>
          <a:xfrm>
            <a:off x="368280" y="689400"/>
            <a:ext cx="11924640" cy="7200"/>
          </a:xfrm>
          <a:prstGeom prst="straightConnector1">
            <a:avLst/>
          </a:prstGeom>
          <a:ln w="0">
            <a:solidFill>
              <a:srgbClr val="808080"/>
            </a:solidFill>
          </a:ln>
        </p:spPr>
      </p:cxnSp>
      <p:graphicFrame>
        <p:nvGraphicFramePr>
          <p:cNvPr id="379" name="Table 1"/>
          <p:cNvGraphicFramePr/>
          <p:nvPr/>
        </p:nvGraphicFramePr>
        <p:xfrm>
          <a:off x="450360" y="873000"/>
          <a:ext cx="5303160" cy="508320"/>
        </p:xfrm>
        <a:graphic>
          <a:graphicData uri="http://schemas.openxmlformats.org/drawingml/2006/table">
            <a:tbl>
              <a:tblPr/>
              <a:tblGrid>
                <a:gridCol w="5303520"/>
              </a:tblGrid>
              <a:tr h="508320">
                <a:tc>
                  <a:txBody>
                    <a:bodyPr lIns="0" rIns="0" tIns="0" bIns="0" anchor="ctr">
                      <a:noAutofit/>
                    </a:bodyPr>
                    <a:p>
                      <a:pPr defTabSz="914400">
                        <a:lnSpc>
                          <a:spcPct val="100000"/>
                        </a:lnSpc>
                      </a:pPr>
                      <a:r>
                        <a:rPr lang="en-US" sz="1600" b="0" u="none" strike="noStrike">
                          <a:solidFill>
                            <a:schemeClr val="lt1">
                              <a:lumMod val="65000"/>
                            </a:schemeClr>
                          </a:solidFill>
                          <a:effectLst/>
                          <a:uFillTx/>
                          <a:latin typeface="Century Gothic"/>
                        </a:rPr>
                        <a:t>  Economic Data Interpretation</a:t>
                      </a:r>
                      <a:endParaRPr lang="en-AE" sz="1600" b="0" u="none" strike="noStrike">
                        <a:solidFill>
                          <a:srgbClr val="000000"/>
                        </a:solidFill>
                        <a:effectLst/>
                        <a:uFillTx/>
                        <a:latin typeface="Arial"/>
                      </a:endParaRPr>
                    </a:p>
                  </a:txBody>
                  <a:tcPr anchor="ctr" marL="0" marR="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380" name="Rectangle 16"/>
          <p:cNvSpPr/>
          <p:nvPr/>
        </p:nvSpPr>
        <p:spPr>
          <a:xfrm>
            <a:off x="439920" y="1538640"/>
            <a:ext cx="5335560" cy="508320"/>
          </a:xfrm>
          <a:prstGeom prst="rect">
            <a:avLst/>
          </a:prstGeom>
          <a:solidFill>
            <a:schemeClr val="bg1">
              <a:lumMod val="95000"/>
            </a:schemeClr>
          </a:solidFill>
          <a:ln>
            <a:solidFill>
              <a:srgbClr val="f2f2f2"/>
            </a:solid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Forecast Vs. Actual</a:t>
            </a:r>
            <a:r>
              <a:rPr lang="en-US" sz="800" b="0" u="none" strike="noStrike">
                <a:solidFill>
                  <a:srgbClr val="002060"/>
                </a:solidFill>
                <a:effectLst/>
                <a:uFillTx/>
                <a:latin typeface="Century Gothic"/>
              </a:rPr>
              <a:t>: Comparing predicted values with released data</a:t>
            </a: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Previous Reading: </a:t>
            </a:r>
            <a:r>
              <a:rPr lang="en-US" sz="800" b="0" u="none" strike="noStrike">
                <a:solidFill>
                  <a:srgbClr val="002060"/>
                </a:solidFill>
                <a:effectLst/>
                <a:uFillTx/>
                <a:latin typeface="Century Gothic"/>
              </a:rPr>
              <a:t>Last reported value</a:t>
            </a: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Market Impact</a:t>
            </a:r>
            <a:r>
              <a:rPr lang="en-US" sz="800" b="0" u="none" strike="noStrike">
                <a:solidFill>
                  <a:srgbClr val="002060"/>
                </a:solidFill>
                <a:effectLst/>
                <a:uFillTx/>
                <a:latin typeface="Century Gothic"/>
              </a:rPr>
              <a:t>: How releases affect financial markets </a:t>
            </a:r>
            <a:endParaRPr lang="en-AE" sz="800" b="0" u="none" strike="noStrike">
              <a:solidFill>
                <a:srgbClr val="000000"/>
              </a:solidFill>
              <a:effectLst/>
              <a:uFillTx/>
              <a:latin typeface="Arial"/>
            </a:endParaRPr>
          </a:p>
        </p:txBody>
      </p:sp>
      <p:graphicFrame>
        <p:nvGraphicFramePr>
          <p:cNvPr id="381" name="Table 5"/>
          <p:cNvGraphicFramePr/>
          <p:nvPr/>
        </p:nvGraphicFramePr>
        <p:xfrm>
          <a:off x="439560" y="2208600"/>
          <a:ext cx="5295960" cy="518040"/>
        </p:xfrm>
        <a:graphic>
          <a:graphicData uri="http://schemas.openxmlformats.org/drawingml/2006/table">
            <a:tbl>
              <a:tblPr/>
              <a:tblGrid>
                <a:gridCol w="5296320"/>
              </a:tblGrid>
              <a:tr h="518040">
                <a:tc>
                  <a:txBody>
                    <a:bodyPr lIns="0" rIns="0" tIns="0" bIns="0" anchor="ctr">
                      <a:noAutofit/>
                    </a:bodyPr>
                    <a:p>
                      <a:pPr defTabSz="914400">
                        <a:lnSpc>
                          <a:spcPct val="100000"/>
                        </a:lnSpc>
                      </a:pPr>
                      <a:r>
                        <a:rPr lang="en-US" sz="1600" b="0" u="none" strike="noStrike">
                          <a:solidFill>
                            <a:schemeClr val="lt1">
                              <a:lumMod val="65000"/>
                            </a:schemeClr>
                          </a:solidFill>
                          <a:effectLst/>
                          <a:uFillTx/>
                          <a:latin typeface="Century Gothic"/>
                        </a:rPr>
                        <a:t>  Average True Range (ATR)</a:t>
                      </a:r>
                      <a:endParaRPr lang="en-AE" sz="1600" b="0" u="none" strike="noStrike">
                        <a:solidFill>
                          <a:srgbClr val="000000"/>
                        </a:solidFill>
                        <a:effectLst/>
                        <a:uFillTx/>
                        <a:latin typeface="Arial"/>
                      </a:endParaRPr>
                    </a:p>
                  </a:txBody>
                  <a:tcPr anchor="ctr" marL="0" marR="0" marT="0" marB="0">
                    <a:lnL w="12240">
                      <a:noFill/>
                      <a:prstDash val="solid"/>
                    </a:lnL>
                    <a:lnR w="12240">
                      <a:noFill/>
                      <a:prstDash val="solid"/>
                    </a:lnR>
                    <a:lnT w="12240">
                      <a:noFill/>
                      <a:prstDash val="solid"/>
                    </a:lnT>
                    <a:lnB w="12240">
                      <a:noFill/>
                      <a:prstDash val="solid"/>
                    </a:lnB>
                    <a:solidFill>
                      <a:schemeClr val="lt1">
                        <a:lumMod val="95000"/>
                      </a:schemeClr>
                    </a:solidFill>
                  </a:tcPr>
                </a:tc>
              </a:tr>
            </a:tbl>
          </a:graphicData>
        </a:graphic>
      </p:graphicFrame>
      <p:sp>
        <p:nvSpPr>
          <p:cNvPr id="382" name="Rectangle 18"/>
          <p:cNvSpPr/>
          <p:nvPr/>
        </p:nvSpPr>
        <p:spPr>
          <a:xfrm>
            <a:off x="429120" y="2894400"/>
            <a:ext cx="5335560" cy="2220840"/>
          </a:xfrm>
          <a:prstGeom prst="rect">
            <a:avLst/>
          </a:prstGeom>
          <a:solidFill>
            <a:schemeClr val="bg1">
              <a:lumMod val="95000"/>
            </a:schemeClr>
          </a:solidFill>
          <a:ln>
            <a:solidFill>
              <a:srgbClr val="f2f2f2"/>
            </a:solid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Definition</a:t>
            </a:r>
            <a:r>
              <a:rPr lang="en-US" sz="800" b="0" u="none" strike="noStrike">
                <a:solidFill>
                  <a:srgbClr val="002060"/>
                </a:solidFill>
                <a:effectLst/>
                <a:uFillTx/>
                <a:latin typeface="Century Gothic"/>
              </a:rPr>
              <a:t>: A technical indicator that measures market volatility</a:t>
            </a:r>
            <a:endParaRPr lang="en-AE" sz="800" b="0" u="none" strike="noStrike">
              <a:solidFill>
                <a:srgbClr val="000000"/>
              </a:solidFill>
              <a:effectLst/>
              <a:uFillTx/>
              <a:latin typeface="Arial"/>
            </a:endParaRPr>
          </a:p>
          <a:p>
            <a:pPr defTabSz="914400">
              <a:lnSpc>
                <a:spcPct val="100000"/>
              </a:lnSpc>
            </a:pP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Calculations</a:t>
            </a:r>
            <a:r>
              <a:rPr lang="en-US" sz="800" b="0" u="none" strike="noStrike">
                <a:solidFill>
                  <a:srgbClr val="002060"/>
                </a:solidFill>
                <a:effectLst/>
                <a:uFillTx/>
                <a:latin typeface="Century Gothic"/>
              </a:rPr>
              <a:t>:</a:t>
            </a:r>
            <a:endParaRPr lang="en-AE" sz="800" b="0" u="none" strike="noStrike">
              <a:solidFill>
                <a:srgbClr val="000000"/>
              </a:solidFill>
              <a:effectLst/>
              <a:uFillTx/>
              <a:latin typeface="Arial"/>
            </a:endParaRPr>
          </a:p>
          <a:p>
            <a:pPr marL="628560" lvl="1" indent="-171360" defTabSz="914400">
              <a:lnSpc>
                <a:spcPct val="100000"/>
              </a:lnSpc>
              <a:buClr>
                <a:srgbClr val="002060"/>
              </a:buClr>
              <a:buFont typeface="Arial"/>
              <a:buChar char="•"/>
            </a:pPr>
            <a:r>
              <a:rPr lang="en-US" sz="800" b="0" u="none" strike="noStrike">
                <a:solidFill>
                  <a:srgbClr val="002060"/>
                </a:solidFill>
                <a:effectLst/>
                <a:uFillTx/>
                <a:latin typeface="Century Gothic"/>
              </a:rPr>
              <a:t>Calculate True Range (TR) for each period:</a:t>
            </a:r>
            <a:endParaRPr lang="en-AE" sz="800" b="0" u="none" strike="noStrike">
              <a:solidFill>
                <a:srgbClr val="000000"/>
              </a:solidFill>
              <a:effectLst/>
              <a:uFillTx/>
              <a:latin typeface="Arial"/>
            </a:endParaRPr>
          </a:p>
          <a:p>
            <a:pPr marL="1085760" lvl="2" indent="-171360" defTabSz="914400">
              <a:lnSpc>
                <a:spcPct val="100000"/>
              </a:lnSpc>
              <a:buClr>
                <a:srgbClr val="002060"/>
              </a:buClr>
              <a:buFont typeface="Arial"/>
              <a:buChar char="•"/>
            </a:pPr>
            <a:r>
              <a:rPr lang="en-US" sz="800" b="0" u="none" strike="noStrike">
                <a:solidFill>
                  <a:srgbClr val="002060"/>
                </a:solidFill>
                <a:effectLst/>
                <a:uFillTx/>
                <a:latin typeface="Century Gothic"/>
              </a:rPr>
              <a:t>TR = max [(high - low), abs(high – previous close), abs(low – previous close)]</a:t>
            </a:r>
            <a:endParaRPr lang="en-AE" sz="800" b="0" u="none" strike="noStrike">
              <a:solidFill>
                <a:srgbClr val="000000"/>
              </a:solidFill>
              <a:effectLst/>
              <a:uFillTx/>
              <a:latin typeface="Arial"/>
            </a:endParaRPr>
          </a:p>
          <a:p>
            <a:pPr marL="628560" lvl="1" indent="-171360" defTabSz="914400">
              <a:lnSpc>
                <a:spcPct val="100000"/>
              </a:lnSpc>
              <a:buClr>
                <a:srgbClr val="002060"/>
              </a:buClr>
              <a:buFont typeface="Arial"/>
              <a:buChar char="•"/>
            </a:pPr>
            <a:r>
              <a:rPr lang="en-US" sz="800" b="0" u="none" strike="noStrike">
                <a:solidFill>
                  <a:srgbClr val="002060"/>
                </a:solidFill>
                <a:effectLst/>
                <a:uFillTx/>
                <a:latin typeface="Century Gothic"/>
              </a:rPr>
              <a:t>ATR = Simple moving average of TR over N periods (typically 14)</a:t>
            </a: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Interpretation</a:t>
            </a:r>
            <a:r>
              <a:rPr lang="en-US" sz="800" b="0" u="none" strike="noStrike">
                <a:solidFill>
                  <a:srgbClr val="002060"/>
                </a:solidFill>
                <a:effectLst/>
                <a:uFillTx/>
                <a:latin typeface="Century Gothic"/>
              </a:rPr>
              <a:t>:</a:t>
            </a:r>
            <a:endParaRPr lang="en-AE" sz="800" b="0" u="none" strike="noStrike">
              <a:solidFill>
                <a:srgbClr val="000000"/>
              </a:solidFill>
              <a:effectLst/>
              <a:uFillTx/>
              <a:latin typeface="Arial"/>
            </a:endParaRPr>
          </a:p>
          <a:p>
            <a:pPr marL="628560" lvl="1" indent="-171360" defTabSz="914400">
              <a:lnSpc>
                <a:spcPct val="100000"/>
              </a:lnSpc>
              <a:buClr>
                <a:srgbClr val="002060"/>
              </a:buClr>
              <a:buFont typeface="Arial"/>
              <a:buChar char="•"/>
            </a:pPr>
            <a:r>
              <a:rPr lang="en-US" sz="800" b="0" u="none" strike="noStrike">
                <a:solidFill>
                  <a:srgbClr val="002060"/>
                </a:solidFill>
                <a:effectLst/>
                <a:uFillTx/>
                <a:latin typeface="Century Gothic"/>
              </a:rPr>
              <a:t>Higher ATR = Higher Volatility </a:t>
            </a:r>
            <a:endParaRPr lang="en-AE" sz="800" b="0" u="none" strike="noStrike">
              <a:solidFill>
                <a:srgbClr val="000000"/>
              </a:solidFill>
              <a:effectLst/>
              <a:uFillTx/>
              <a:latin typeface="Arial"/>
            </a:endParaRPr>
          </a:p>
          <a:p>
            <a:pPr marL="628560" lvl="1" indent="-171360" defTabSz="914400">
              <a:lnSpc>
                <a:spcPct val="100000"/>
              </a:lnSpc>
              <a:buClr>
                <a:srgbClr val="002060"/>
              </a:buClr>
              <a:buFont typeface="Arial"/>
              <a:buChar char="•"/>
            </a:pPr>
            <a:r>
              <a:rPr lang="en-US" sz="800" b="0" u="none" strike="noStrike">
                <a:solidFill>
                  <a:srgbClr val="002060"/>
                </a:solidFill>
                <a:effectLst/>
                <a:uFillTx/>
                <a:latin typeface="Century Gothic"/>
              </a:rPr>
              <a:t>Lower ATR = Lower Volatility </a:t>
            </a:r>
            <a:endParaRPr lang="en-AE" sz="800" b="0" u="none" strike="noStrike">
              <a:solidFill>
                <a:srgbClr val="000000"/>
              </a:solidFill>
              <a:effectLst/>
              <a:uFillTx/>
              <a:latin typeface="Arial"/>
            </a:endParaRPr>
          </a:p>
          <a:p>
            <a:pPr defTabSz="914400">
              <a:lnSpc>
                <a:spcPct val="100000"/>
              </a:lnSpc>
            </a:pP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Usage in Our Analysis</a:t>
            </a:r>
            <a:r>
              <a:rPr lang="en-US" sz="800" b="0" u="none" strike="noStrike">
                <a:solidFill>
                  <a:srgbClr val="002060"/>
                </a:solidFill>
                <a:effectLst/>
                <a:uFillTx/>
                <a:latin typeface="Century Gothic"/>
              </a:rPr>
              <a:t>:</a:t>
            </a:r>
            <a:endParaRPr lang="en-AE" sz="800" b="0" u="none" strike="noStrike">
              <a:solidFill>
                <a:srgbClr val="000000"/>
              </a:solidFill>
              <a:effectLst/>
              <a:uFillTx/>
              <a:latin typeface="Arial"/>
            </a:endParaRPr>
          </a:p>
          <a:p>
            <a:pPr marL="628560" lvl="1" indent="-171360" defTabSz="914400">
              <a:lnSpc>
                <a:spcPct val="100000"/>
              </a:lnSpc>
              <a:buClr>
                <a:srgbClr val="002060"/>
              </a:buClr>
              <a:buFont typeface="Arial"/>
              <a:buChar char="•"/>
            </a:pPr>
            <a:r>
              <a:rPr lang="en-US" sz="800" b="0" u="none" strike="noStrike">
                <a:solidFill>
                  <a:srgbClr val="002060"/>
                </a:solidFill>
                <a:effectLst/>
                <a:uFillTx/>
                <a:latin typeface="Century Gothic"/>
              </a:rPr>
              <a:t>Helps standardize price movements across different market conditions</a:t>
            </a:r>
            <a:endParaRPr lang="en-AE" sz="800" b="0" u="none" strike="noStrike">
              <a:solidFill>
                <a:srgbClr val="000000"/>
              </a:solidFill>
              <a:effectLst/>
              <a:uFillTx/>
              <a:latin typeface="Arial"/>
            </a:endParaRPr>
          </a:p>
          <a:p>
            <a:pPr marL="628560" lvl="1" indent="-171360" defTabSz="914400">
              <a:lnSpc>
                <a:spcPct val="100000"/>
              </a:lnSpc>
              <a:buClr>
                <a:srgbClr val="002060"/>
              </a:buClr>
              <a:buFont typeface="Arial"/>
              <a:buChar char="•"/>
            </a:pPr>
            <a:r>
              <a:rPr lang="en-US" sz="800" b="0" u="none" strike="noStrike">
                <a:solidFill>
                  <a:srgbClr val="002060"/>
                </a:solidFill>
                <a:effectLst/>
                <a:uFillTx/>
                <a:latin typeface="Century Gothic"/>
              </a:rPr>
              <a:t>Forms the basis of our Volatility Unit Calculations</a:t>
            </a:r>
            <a:endParaRPr lang="en-AE" sz="800" b="0" u="none" strike="noStrike">
              <a:solidFill>
                <a:srgbClr val="000000"/>
              </a:solidFill>
              <a:effectLst/>
              <a:uFillTx/>
              <a:latin typeface="Arial"/>
            </a:endParaRPr>
          </a:p>
        </p:txBody>
      </p:sp>
      <p:graphicFrame>
        <p:nvGraphicFramePr>
          <p:cNvPr id="383" name="Table 8"/>
          <p:cNvGraphicFramePr/>
          <p:nvPr/>
        </p:nvGraphicFramePr>
        <p:xfrm>
          <a:off x="450360" y="5256360"/>
          <a:ext cx="5284440" cy="508320"/>
        </p:xfrm>
        <a:graphic>
          <a:graphicData uri="http://schemas.openxmlformats.org/drawingml/2006/table">
            <a:tbl>
              <a:tblPr/>
              <a:tblGrid>
                <a:gridCol w="5284800"/>
              </a:tblGrid>
              <a:tr h="508320">
                <a:tc>
                  <a:txBody>
                    <a:bodyPr lIns="0" rIns="0" tIns="0" bIns="0" anchor="ctr">
                      <a:noAutofit/>
                    </a:bodyPr>
                    <a:p>
                      <a:pPr defTabSz="914400">
                        <a:lnSpc>
                          <a:spcPct val="100000"/>
                        </a:lnSpc>
                      </a:pPr>
                      <a:r>
                        <a:rPr lang="en-US" sz="1600" b="0" u="none" strike="noStrike">
                          <a:solidFill>
                            <a:schemeClr val="lt1">
                              <a:lumMod val="65000"/>
                            </a:schemeClr>
                          </a:solidFill>
                          <a:effectLst/>
                          <a:uFillTx/>
                          <a:latin typeface="Century Gothic"/>
                        </a:rPr>
                        <a:t>  Volatility Unit</a:t>
                      </a:r>
                      <a:endParaRPr lang="en-AE" sz="1600" b="0" u="none" strike="noStrike">
                        <a:solidFill>
                          <a:srgbClr val="000000"/>
                        </a:solidFill>
                        <a:effectLst/>
                        <a:uFillTx/>
                        <a:latin typeface="Arial"/>
                      </a:endParaRPr>
                    </a:p>
                  </a:txBody>
                  <a:tcPr anchor="ctr" marL="0" marR="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384" name="Rectangle 19"/>
          <p:cNvSpPr/>
          <p:nvPr/>
        </p:nvSpPr>
        <p:spPr>
          <a:xfrm>
            <a:off x="439920" y="5922000"/>
            <a:ext cx="5335560" cy="508320"/>
          </a:xfrm>
          <a:prstGeom prst="rect">
            <a:avLst/>
          </a:prstGeom>
          <a:solidFill>
            <a:schemeClr val="bg1">
              <a:lumMod val="95000"/>
            </a:schemeClr>
          </a:solidFill>
          <a:ln>
            <a:solidFill>
              <a:srgbClr val="f2f2f2"/>
            </a:solid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Formula</a:t>
            </a:r>
            <a:r>
              <a:rPr lang="en-US" sz="800" b="0" u="none" strike="noStrike">
                <a:solidFill>
                  <a:srgbClr val="002060"/>
                </a:solidFill>
                <a:effectLst/>
                <a:uFillTx/>
                <a:latin typeface="Century Gothic"/>
              </a:rPr>
              <a:t>: (ATR * </a:t>
            </a:r>
            <a:r>
              <a:rPr lang="en-US" sz="800" b="0" i="1" u="none" strike="noStrike">
                <a:solidFill>
                  <a:srgbClr val="002060"/>
                </a:solidFill>
                <a:effectLst/>
                <a:uFillTx/>
                <a:latin typeface="Century Gothic"/>
              </a:rPr>
              <a:t>multiple</a:t>
            </a:r>
            <a:r>
              <a:rPr lang="en-US" sz="800" b="0" u="none" strike="noStrike">
                <a:solidFill>
                  <a:srgbClr val="002060"/>
                </a:solidFill>
                <a:effectLst/>
                <a:uFillTx/>
                <a:latin typeface="Century Gothic"/>
              </a:rPr>
              <a:t>) + Spread (</a:t>
            </a:r>
            <a:r>
              <a:rPr lang="en-US" sz="800" b="0" i="1" u="none" strike="noStrike">
                <a:solidFill>
                  <a:srgbClr val="002060"/>
                </a:solidFill>
                <a:effectLst/>
                <a:uFillTx/>
                <a:latin typeface="Century Gothic"/>
              </a:rPr>
              <a:t>multiple is typically 1.5</a:t>
            </a:r>
            <a:r>
              <a:rPr lang="en-US" sz="800" b="0" u="none" strike="noStrike">
                <a:solidFill>
                  <a:srgbClr val="002060"/>
                </a:solidFill>
                <a:effectLst/>
                <a:uFillTx/>
                <a:latin typeface="Century Gothic"/>
              </a:rPr>
              <a:t>)</a:t>
            </a: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Purpose</a:t>
            </a:r>
            <a:r>
              <a:rPr lang="en-US" sz="800" b="0" u="none" strike="noStrike">
                <a:solidFill>
                  <a:srgbClr val="002060"/>
                </a:solidFill>
                <a:effectLst/>
                <a:uFillTx/>
                <a:latin typeface="Century Gothic"/>
              </a:rPr>
              <a:t>: Standardizes price movements</a:t>
            </a:r>
            <a:endParaRPr lang="en-AE" sz="800" b="0" u="none" strike="noStrike">
              <a:solidFill>
                <a:srgbClr val="000000"/>
              </a:solidFill>
              <a:effectLst/>
              <a:uFillTx/>
              <a:latin typeface="Arial"/>
            </a:endParaRPr>
          </a:p>
        </p:txBody>
      </p:sp>
      <p:graphicFrame>
        <p:nvGraphicFramePr>
          <p:cNvPr id="385" name="Table 10"/>
          <p:cNvGraphicFramePr/>
          <p:nvPr/>
        </p:nvGraphicFramePr>
        <p:xfrm>
          <a:off x="6593760" y="873000"/>
          <a:ext cx="5340600" cy="508320"/>
        </p:xfrm>
        <a:graphic>
          <a:graphicData uri="http://schemas.openxmlformats.org/drawingml/2006/table">
            <a:tbl>
              <a:tblPr/>
              <a:tblGrid>
                <a:gridCol w="5340960"/>
              </a:tblGrid>
              <a:tr h="508320">
                <a:tc>
                  <a:txBody>
                    <a:bodyPr lIns="0" rIns="0" tIns="0" bIns="0" anchor="ctr">
                      <a:noAutofit/>
                    </a:bodyPr>
                    <a:p>
                      <a:pPr defTabSz="914400">
                        <a:lnSpc>
                          <a:spcPct val="100000"/>
                        </a:lnSpc>
                      </a:pPr>
                      <a:r>
                        <a:rPr lang="en-US" sz="1600" b="0" u="none" strike="noStrike">
                          <a:solidFill>
                            <a:schemeClr val="lt1">
                              <a:lumMod val="65000"/>
                            </a:schemeClr>
                          </a:solidFill>
                          <a:effectLst/>
                          <a:uFillTx/>
                          <a:latin typeface="Century Gothic"/>
                        </a:rPr>
                        <a:t>  Price Movements</a:t>
                      </a:r>
                      <a:endParaRPr lang="en-AE" sz="1600" b="0" u="none" strike="noStrike">
                        <a:solidFill>
                          <a:srgbClr val="000000"/>
                        </a:solidFill>
                        <a:effectLst/>
                        <a:uFillTx/>
                        <a:latin typeface="Arial"/>
                      </a:endParaRPr>
                    </a:p>
                  </a:txBody>
                  <a:tcPr anchor="ctr" marL="0" marR="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386" name="Rectangle 20"/>
          <p:cNvSpPr/>
          <p:nvPr/>
        </p:nvSpPr>
        <p:spPr>
          <a:xfrm>
            <a:off x="6583680" y="1538640"/>
            <a:ext cx="5335560" cy="508320"/>
          </a:xfrm>
          <a:prstGeom prst="rect">
            <a:avLst/>
          </a:prstGeom>
          <a:solidFill>
            <a:schemeClr val="bg1">
              <a:lumMod val="95000"/>
            </a:schemeClr>
          </a:solidFill>
          <a:ln>
            <a:solidFill>
              <a:srgbClr val="f2f2f2"/>
            </a:solid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Max Movement</a:t>
            </a:r>
            <a:r>
              <a:rPr lang="en-US" sz="800" b="0" u="none" strike="noStrike">
                <a:solidFill>
                  <a:srgbClr val="002060"/>
                </a:solidFill>
                <a:effectLst/>
                <a:uFillTx/>
                <a:latin typeface="Century Gothic"/>
              </a:rPr>
              <a:t>: Largest upward price move after event</a:t>
            </a: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1" u="none" strike="noStrike">
                <a:solidFill>
                  <a:srgbClr val="002060"/>
                </a:solidFill>
                <a:effectLst/>
                <a:uFillTx/>
                <a:latin typeface="Century Gothic"/>
              </a:rPr>
              <a:t>Min Movement</a:t>
            </a:r>
            <a:r>
              <a:rPr lang="en-US" sz="800" b="0" u="none" strike="noStrike">
                <a:solidFill>
                  <a:srgbClr val="002060"/>
                </a:solidFill>
                <a:effectLst/>
                <a:uFillTx/>
                <a:latin typeface="Century Gothic"/>
              </a:rPr>
              <a:t>: Largest downward price move after event</a:t>
            </a:r>
            <a:endParaRPr lang="en-AE" sz="800" b="0" u="none" strike="noStrike">
              <a:solidFill>
                <a:srgbClr val="000000"/>
              </a:solidFill>
              <a:effectLst/>
              <a:uFillTx/>
              <a:latin typeface="Arial"/>
            </a:endParaRPr>
          </a:p>
          <a:p>
            <a:pPr marL="171360" indent="-171360" defTabSz="914400">
              <a:lnSpc>
                <a:spcPct val="100000"/>
              </a:lnSpc>
              <a:buClr>
                <a:srgbClr val="002060"/>
              </a:buClr>
              <a:buFont typeface="Arial"/>
              <a:buChar char="•"/>
            </a:pPr>
            <a:r>
              <a:rPr lang="en-US" sz="800" b="0" u="none" strike="noStrike">
                <a:solidFill>
                  <a:srgbClr val="002060"/>
                </a:solidFill>
                <a:effectLst/>
                <a:uFillTx/>
                <a:latin typeface="Century Gothic"/>
              </a:rPr>
              <a:t>Both measured in Volatility Units</a:t>
            </a:r>
            <a:r>
              <a:rPr lang="en-US" sz="800" b="1" u="none" strike="noStrike">
                <a:solidFill>
                  <a:srgbClr val="002060"/>
                </a:solidFill>
                <a:effectLst/>
                <a:uFillTx/>
                <a:latin typeface="Century Gothic"/>
              </a:rPr>
              <a:t> </a:t>
            </a:r>
            <a:endParaRPr lang="en-AE" sz="800" b="0" u="none" strike="noStrike">
              <a:solidFill>
                <a:srgbClr val="000000"/>
              </a:solidFill>
              <a:effectLst/>
              <a:uFillTx/>
              <a:latin typeface="Arial"/>
            </a:endParaRPr>
          </a:p>
        </p:txBody>
      </p:sp>
      <p:graphicFrame>
        <p:nvGraphicFramePr>
          <p:cNvPr id="387" name="Table 11"/>
          <p:cNvGraphicFramePr/>
          <p:nvPr/>
        </p:nvGraphicFramePr>
        <p:xfrm>
          <a:off x="6582960" y="2208600"/>
          <a:ext cx="5340600" cy="508320"/>
        </p:xfrm>
        <a:graphic>
          <a:graphicData uri="http://schemas.openxmlformats.org/drawingml/2006/table">
            <a:tbl>
              <a:tblPr/>
              <a:tblGrid>
                <a:gridCol w="5340960"/>
              </a:tblGrid>
              <a:tr h="508320">
                <a:tc>
                  <a:txBody>
                    <a:bodyPr lIns="0" rIns="0" tIns="0" bIns="0" anchor="ctr">
                      <a:noAutofit/>
                    </a:bodyPr>
                    <a:p>
                      <a:pPr defTabSz="914400">
                        <a:lnSpc>
                          <a:spcPct val="100000"/>
                        </a:lnSpc>
                      </a:pPr>
                      <a:r>
                        <a:rPr lang="en-US" sz="1600" b="0" u="none" strike="noStrike">
                          <a:solidFill>
                            <a:schemeClr val="lt1">
                              <a:lumMod val="65000"/>
                            </a:schemeClr>
                          </a:solidFill>
                          <a:effectLst/>
                          <a:uFillTx/>
                          <a:latin typeface="Century Gothic"/>
                        </a:rPr>
                        <a:t>  Using This Analysis</a:t>
                      </a:r>
                      <a:endParaRPr lang="en-AE" sz="1600" b="0" u="none" strike="noStrike">
                        <a:solidFill>
                          <a:srgbClr val="000000"/>
                        </a:solidFill>
                        <a:effectLst/>
                        <a:uFillTx/>
                        <a:latin typeface="Arial"/>
                      </a:endParaRPr>
                    </a:p>
                  </a:txBody>
                  <a:tcPr anchor="ctr" marL="0" marR="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388" name="Rectangle 21"/>
          <p:cNvSpPr/>
          <p:nvPr/>
        </p:nvSpPr>
        <p:spPr>
          <a:xfrm>
            <a:off x="6572880" y="2873880"/>
            <a:ext cx="5335560" cy="2220840"/>
          </a:xfrm>
          <a:prstGeom prst="rect">
            <a:avLst/>
          </a:prstGeom>
          <a:solidFill>
            <a:schemeClr val="bg1">
              <a:lumMod val="95000"/>
            </a:schemeClr>
          </a:solidFill>
          <a:ln>
            <a:solidFill>
              <a:srgbClr val="f2f2f2"/>
            </a:solid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marL="171360"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Analyzing volatility across different economic releases helps identify patterns in market reactions.</a:t>
            </a:r>
            <a:endParaRPr lang="en-AE" sz="500" b="0" u="none" strike="noStrike">
              <a:solidFill>
                <a:srgbClr val="000000"/>
              </a:solidFill>
              <a:effectLst/>
              <a:uFillTx/>
              <a:latin typeface="Arial"/>
            </a:endParaRPr>
          </a:p>
          <a:p>
            <a:pPr marL="171360"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This approach allows for evaluating the significance of economic indicators based on their market impact.</a:t>
            </a:r>
            <a:endParaRPr lang="en-AE" sz="500" b="0" u="none" strike="noStrike">
              <a:solidFill>
                <a:srgbClr val="000000"/>
              </a:solidFill>
              <a:effectLst/>
              <a:uFillTx/>
              <a:latin typeface="Arial"/>
            </a:endParaRPr>
          </a:p>
          <a:p>
            <a:pPr marL="171360"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Adhering to standard trading guidelines, the risk amount should not exceed 5% of the trading balance, typically. A risk-reward ratio of 1:1.5x or greater, guided by the win ratio and historical data from this presentation or other estimates, can be used to determine the appropriate risk level, take-profit point, and position size.</a:t>
            </a:r>
            <a:endParaRPr lang="en-AE" sz="500" b="0" u="none" strike="noStrike">
              <a:solidFill>
                <a:srgbClr val="000000"/>
              </a:solidFill>
              <a:effectLst/>
              <a:uFillTx/>
              <a:latin typeface="Arial"/>
            </a:endParaRPr>
          </a:p>
          <a:p>
            <a:pPr marL="171360"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Trade automation on the MT5/MT4 platform can be implemented using the expert advisor linked below, which takes the specified parameters as input.</a:t>
            </a:r>
            <a:endParaRPr lang="en-AE" sz="500" b="0" u="none" strike="noStrike">
              <a:solidFill>
                <a:srgbClr val="000000"/>
              </a:solidFill>
              <a:effectLst/>
              <a:uFillTx/>
              <a:latin typeface="Arial"/>
            </a:endParaRPr>
          </a:p>
          <a:p>
            <a:pPr marL="171360"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An MT5/MT4 account can be accessed through a</a:t>
            </a:r>
            <a:r>
              <a:rPr lang="en-US" sz="500" b="1" u="none" strike="noStrike">
                <a:solidFill>
                  <a:srgbClr val="002060"/>
                </a:solidFill>
                <a:effectLst/>
                <a:uFillTx/>
                <a:latin typeface="Century Gothic"/>
              </a:rPr>
              <a:t> </a:t>
            </a:r>
            <a:r>
              <a:rPr lang="en-US" sz="500" b="0" u="sng" strike="noStrike">
                <a:solidFill>
                  <a:schemeClr val="lt1">
                    <a:lumMod val="65000"/>
                  </a:schemeClr>
                </a:solidFill>
                <a:effectLst/>
                <a:uFillTx/>
                <a:latin typeface="Century Gothic"/>
                <a:hlinkClick r:id="rId1"/>
              </a:rPr>
              <a:t>brokerage/securities dealer firm</a:t>
            </a:r>
            <a:r>
              <a:rPr lang="en-US" sz="500" b="0" u="none" strike="noStrike">
                <a:solidFill>
                  <a:srgbClr val="002060"/>
                </a:solidFill>
                <a:effectLst/>
                <a:uFillTx/>
                <a:latin typeface="Century Gothic"/>
              </a:rPr>
              <a:t> or by using a </a:t>
            </a:r>
            <a:r>
              <a:rPr lang="en-US" sz="500" b="0" u="sng" strike="noStrike">
                <a:solidFill>
                  <a:schemeClr val="lt1">
                    <a:lumMod val="65000"/>
                  </a:schemeClr>
                </a:solidFill>
                <a:effectLst/>
                <a:uFillTx/>
                <a:latin typeface="Century Gothic"/>
                <a:hlinkClick r:id="rId2"/>
              </a:rPr>
              <a:t>proprietary (prop) trading account</a:t>
            </a:r>
            <a:r>
              <a:rPr lang="en-US" sz="500" b="0" u="none" strike="noStrike">
                <a:solidFill>
                  <a:schemeClr val="lt1">
                    <a:lumMod val="65000"/>
                  </a:schemeClr>
                </a:solidFill>
                <a:effectLst/>
                <a:uFillTx/>
                <a:latin typeface="Century Gothic"/>
              </a:rPr>
              <a:t>.</a:t>
            </a:r>
            <a:r>
              <a:rPr lang="en-US" sz="500" b="0" u="none" strike="noStrike">
                <a:solidFill>
                  <a:srgbClr val="002060"/>
                </a:solidFill>
                <a:effectLst/>
                <a:uFillTx/>
                <a:latin typeface="Century Gothic"/>
              </a:rPr>
              <a:t>*</a:t>
            </a:r>
            <a:endParaRPr lang="en-AE" sz="500" b="0" u="none" strike="noStrike">
              <a:solidFill>
                <a:srgbClr val="000000"/>
              </a:solidFill>
              <a:effectLst/>
              <a:uFillTx/>
              <a:latin typeface="Arial"/>
            </a:endParaRPr>
          </a:p>
          <a:p>
            <a:pPr algn="just" defTabSz="914400">
              <a:lnSpc>
                <a:spcPct val="100000"/>
              </a:lnSpc>
            </a:pPr>
            <a:endParaRPr lang="en-AE" sz="500" b="0" u="none" strike="noStrike">
              <a:solidFill>
                <a:srgbClr val="000000"/>
              </a:solidFill>
              <a:effectLst/>
              <a:uFillTx/>
              <a:latin typeface="Arial"/>
            </a:endParaRPr>
          </a:p>
          <a:p>
            <a:pPr marL="171360" indent="-171360" algn="just" defTabSz="914400">
              <a:lnSpc>
                <a:spcPct val="100000"/>
              </a:lnSpc>
              <a:buClr>
                <a:srgbClr val="002060"/>
              </a:buClr>
              <a:buFont typeface="Arial"/>
              <a:buChar char="•"/>
            </a:pPr>
            <a:r>
              <a:rPr lang="en-US" sz="500" b="1" u="none" strike="noStrike">
                <a:solidFill>
                  <a:srgbClr val="002060"/>
                </a:solidFill>
                <a:effectLst/>
                <a:uFillTx/>
                <a:latin typeface="Century Gothic"/>
              </a:rPr>
              <a:t>Example: </a:t>
            </a:r>
            <a:endParaRPr lang="en-AE" sz="500" b="0" u="none" strike="noStrike">
              <a:solidFill>
                <a:srgbClr val="000000"/>
              </a:solidFill>
              <a:effectLst/>
              <a:uFillTx/>
              <a:latin typeface="Arial"/>
            </a:endParaRPr>
          </a:p>
          <a:p>
            <a:pPr marL="628560" lvl="1"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Volatility analysis of economic releases, such as the CPI event, helps identify patterns in market reactions. For instance, if the CPI event typically results in a minimum movement of 0.5x and a maximum movement of 3x, a stop-loss of 1x and a take-profit of 3x can be strategically applied.</a:t>
            </a:r>
            <a:endParaRPr lang="en-AE" sz="500" b="0" u="none" strike="noStrike">
              <a:solidFill>
                <a:srgbClr val="000000"/>
              </a:solidFill>
              <a:effectLst/>
              <a:uFillTx/>
              <a:latin typeface="Arial"/>
            </a:endParaRPr>
          </a:p>
          <a:p>
            <a:pPr marL="628560" lvl="1"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Following prudent risk management, the risk per trade should not exceed 5% of the trading balance, typically. For a $100,000 trading account (max loss amount post which trading is halted), this translates to a $5,000 stop-loss and a $15,000 take-profit.</a:t>
            </a:r>
            <a:endParaRPr lang="en-AE" sz="500" b="0" u="none" strike="noStrike">
              <a:solidFill>
                <a:srgbClr val="000000"/>
              </a:solidFill>
              <a:effectLst/>
              <a:uFillTx/>
              <a:latin typeface="Arial"/>
            </a:endParaRPr>
          </a:p>
          <a:p>
            <a:pPr marL="628560" lvl="1"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The guiding principle is that a win ratio of at least 50% combined with a risk-reward ratio of over 1.5 ensures positive expected cash flow. By limiting risk to 5% of the account balance, potential drawdowns from consecutive losses are minimized, preserving capital and maintaining positive cash flow expectations.</a:t>
            </a:r>
            <a:endParaRPr lang="en-AE" sz="500" b="0" u="none" strike="noStrike">
              <a:solidFill>
                <a:srgbClr val="000000"/>
              </a:solidFill>
              <a:effectLst/>
              <a:uFillTx/>
              <a:latin typeface="Arial"/>
            </a:endParaRPr>
          </a:p>
          <a:p>
            <a:pPr algn="just" defTabSz="914400">
              <a:lnSpc>
                <a:spcPct val="100000"/>
              </a:lnSpc>
            </a:pPr>
            <a:endParaRPr lang="en-AE" sz="500" b="0" u="none" strike="noStrike">
              <a:solidFill>
                <a:srgbClr val="000000"/>
              </a:solidFill>
              <a:effectLst/>
              <a:uFillTx/>
              <a:latin typeface="Arial"/>
            </a:endParaRPr>
          </a:p>
          <a:p>
            <a:pPr marL="171360" indent="-171360" algn="just" defTabSz="914400">
              <a:lnSpc>
                <a:spcPct val="100000"/>
              </a:lnSpc>
              <a:buClr>
                <a:srgbClr val="002060"/>
              </a:buClr>
              <a:buFont typeface="Arial"/>
              <a:buChar char="•"/>
            </a:pPr>
            <a:r>
              <a:rPr lang="en-US" sz="500" b="0" u="none" strike="noStrike">
                <a:solidFill>
                  <a:srgbClr val="002060"/>
                </a:solidFill>
                <a:effectLst/>
                <a:uFillTx/>
                <a:latin typeface="Century Gothic"/>
              </a:rPr>
              <a:t>If you need further assistance, please don’t hesitate to contact us.</a:t>
            </a:r>
            <a:endParaRPr lang="en-AE" sz="500" b="0" u="none" strike="noStrike">
              <a:solidFill>
                <a:srgbClr val="000000"/>
              </a:solidFill>
              <a:effectLst/>
              <a:uFillTx/>
              <a:latin typeface="Arial"/>
            </a:endParaRPr>
          </a:p>
          <a:p>
            <a:pPr algn="just" defTabSz="914400">
              <a:lnSpc>
                <a:spcPct val="100000"/>
              </a:lnSpc>
            </a:pPr>
            <a:endParaRPr lang="en-AE" sz="500" b="0" u="none" strike="noStrike">
              <a:solidFill>
                <a:srgbClr val="000000"/>
              </a:solidFill>
              <a:effectLst/>
              <a:uFillTx/>
              <a:latin typeface="Arial"/>
            </a:endParaRPr>
          </a:p>
          <a:p>
            <a:pPr marL="171360" indent="-171360" algn="just" defTabSz="914400">
              <a:lnSpc>
                <a:spcPct val="100000"/>
              </a:lnSpc>
              <a:buClr>
                <a:srgbClr val="002060"/>
              </a:buClr>
              <a:buFont typeface="Arial"/>
              <a:buChar char="•"/>
            </a:pPr>
            <a:r>
              <a:rPr lang="en-US" sz="500" b="0" i="1" u="none" strike="noStrike">
                <a:solidFill>
                  <a:srgbClr val="002060"/>
                </a:solidFill>
                <a:effectLst/>
                <a:uFillTx/>
                <a:latin typeface="Century Gothic"/>
              </a:rPr>
              <a:t>*Disclaimer: The links are provided for informational purposes only and connect to third-party websites. We are not affiliated with, nor do we endorse, any of these external sites. Trading carries a significant risk of financial loss. Your risk is your own responsibility, and you should carefully consider your investment objectives and risk tolerance before trading.</a:t>
            </a:r>
            <a:endParaRPr lang="en-AE" sz="500" b="0" u="none" strike="noStrike">
              <a:solidFill>
                <a:srgbClr val="000000"/>
              </a:solidFill>
              <a:effectLst/>
              <a:uFillTx/>
              <a:latin typeface="Arial"/>
            </a:endParaRPr>
          </a:p>
        </p:txBody>
      </p:sp>
      <p:graphicFrame>
        <p:nvGraphicFramePr>
          <p:cNvPr id="389" name="Table 12"/>
          <p:cNvGraphicFramePr/>
          <p:nvPr/>
        </p:nvGraphicFramePr>
        <p:xfrm>
          <a:off x="6593760" y="5256360"/>
          <a:ext cx="5340600" cy="508320"/>
        </p:xfrm>
        <a:graphic>
          <a:graphicData uri="http://schemas.openxmlformats.org/drawingml/2006/table">
            <a:tbl>
              <a:tblPr/>
              <a:tblGrid>
                <a:gridCol w="5340960"/>
              </a:tblGrid>
              <a:tr h="508320">
                <a:tc>
                  <a:txBody>
                    <a:bodyPr lIns="0" rIns="0" tIns="0" bIns="0" anchor="ctr">
                      <a:noAutofit/>
                    </a:bodyPr>
                    <a:p>
                      <a:pPr defTabSz="914400">
                        <a:lnSpc>
                          <a:spcPct val="100000"/>
                        </a:lnSpc>
                      </a:pPr>
                      <a:r>
                        <a:rPr lang="en-US" sz="1600" b="0" u="none" strike="noStrike">
                          <a:solidFill>
                            <a:schemeClr val="lt1">
                              <a:lumMod val="65000"/>
                            </a:schemeClr>
                          </a:solidFill>
                          <a:effectLst/>
                          <a:uFillTx/>
                          <a:latin typeface="Century Gothic"/>
                        </a:rPr>
                        <a:t>  Resources</a:t>
                      </a:r>
                      <a:endParaRPr lang="en-AE" sz="1600" b="0" u="none" strike="noStrike">
                        <a:solidFill>
                          <a:srgbClr val="000000"/>
                        </a:solidFill>
                        <a:effectLst/>
                        <a:uFillTx/>
                        <a:latin typeface="Arial"/>
                      </a:endParaRPr>
                    </a:p>
                  </a:txBody>
                  <a:tcPr anchor="ctr" marL="0" marR="0" marT="0" marB="0">
                    <a:lnL w="12240">
                      <a:solidFill>
                        <a:srgbClr val="ffffff"/>
                      </a:solidFill>
                      <a:prstDash val="solid"/>
                    </a:lnL>
                    <a:lnR w="12240">
                      <a:solidFill>
                        <a:srgbClr val="ffffff"/>
                      </a:solidFill>
                      <a:prstDash val="solid"/>
                    </a:lnR>
                    <a:lnT w="12240">
                      <a:solidFill>
                        <a:srgbClr val="ffffff"/>
                      </a:solidFill>
                      <a:prstDash val="solid"/>
                    </a:lnT>
                    <a:lnB w="12240">
                      <a:solidFill>
                        <a:srgbClr val="ffffff"/>
                      </a:solidFill>
                      <a:prstDash val="solid"/>
                    </a:lnB>
                    <a:solidFill>
                      <a:schemeClr val="lt1">
                        <a:lumMod val="95000"/>
                      </a:schemeClr>
                    </a:solidFill>
                  </a:tcPr>
                </a:tc>
              </a:tr>
            </a:tbl>
          </a:graphicData>
        </a:graphic>
      </p:graphicFrame>
      <p:sp>
        <p:nvSpPr>
          <p:cNvPr id="390" name="Rectangle 22"/>
          <p:cNvSpPr/>
          <p:nvPr/>
        </p:nvSpPr>
        <p:spPr>
          <a:xfrm>
            <a:off x="6583680" y="5922000"/>
            <a:ext cx="5335560" cy="508320"/>
          </a:xfrm>
          <a:prstGeom prst="rect">
            <a:avLst/>
          </a:prstGeom>
          <a:solidFill>
            <a:schemeClr val="bg1">
              <a:lumMod val="95000"/>
            </a:schemeClr>
          </a:solidFill>
          <a:ln>
            <a:solidFill>
              <a:srgbClr val="f2f2f2"/>
            </a:solidFill>
          </a:ln>
          <a:scene3d>
            <a:camera prst="orthographicFront"/>
            <a:lightRig dir="t" rig="threePt"/>
          </a:scene3d>
          <a:sp3d>
            <a:contourClr>
              <a:srgbClr val="000000"/>
            </a:contourClr>
          </a:sp3d>
        </p:spPr>
        <p:style>
          <a:lnRef idx="2">
            <a:schemeClr val="accent1">
              <a:shade val="15000"/>
            </a:schemeClr>
          </a:lnRef>
          <a:fillRef idx="1">
            <a:schemeClr val="accent1"/>
          </a:fillRef>
          <a:effectRef idx="0">
            <a:schemeClr val="accent1"/>
          </a:effectRef>
          <a:fontRef idx="minor"/>
        </p:style>
        <p:txBody>
          <a:bodyPr lIns="90000" rIns="90000" tIns="45000" bIns="45000" anchor="ctr">
            <a:noAutofit/>
          </a:bodyPr>
          <a:p>
            <a:pPr marL="171360" indent="-171360" defTabSz="914400">
              <a:lnSpc>
                <a:spcPct val="100000"/>
              </a:lnSpc>
              <a:buClr>
                <a:srgbClr val="a6a6a6"/>
              </a:buClr>
              <a:buFont typeface="Arial"/>
              <a:buChar char="•"/>
            </a:pPr>
            <a:r>
              <a:rPr lang="en-US" sz="800" b="0" u="sng" strike="noStrike">
                <a:solidFill>
                  <a:schemeClr val="lt1">
                    <a:lumMod val="65000"/>
                  </a:schemeClr>
                </a:solidFill>
                <a:effectLst/>
                <a:uFillTx/>
                <a:latin typeface="Century Gothic"/>
                <a:hlinkClick r:id="rId3"/>
              </a:rPr>
              <a:t>https://github.com/pawan-pro/quantwater-tech-investments/blob/main/QuantPulse</a:t>
            </a:r>
            <a:endParaRPr lang="en-AE" sz="800" b="0" u="none" strike="noStrike">
              <a:solidFill>
                <a:srgbClr val="000000"/>
              </a:solidFill>
              <a:effectLst/>
              <a:uFillTx/>
              <a:latin typeface="Arial"/>
            </a:endParaRPr>
          </a:p>
          <a:p>
            <a:pPr marL="171360" indent="-171360" defTabSz="914400">
              <a:lnSpc>
                <a:spcPct val="100000"/>
              </a:lnSpc>
              <a:buClr>
                <a:srgbClr val="a6a6a6"/>
              </a:buClr>
              <a:buFont typeface="Arial"/>
              <a:buChar char="•"/>
            </a:pPr>
            <a:r>
              <a:rPr lang="en-US" sz="800" b="0" u="sng" strike="noStrike">
                <a:solidFill>
                  <a:schemeClr val="lt1">
                    <a:lumMod val="65000"/>
                  </a:schemeClr>
                </a:solidFill>
                <a:effectLst/>
                <a:uFillTx/>
                <a:latin typeface="Century Gothic"/>
                <a:hlinkClick r:id="rId4"/>
              </a:rPr>
              <a:t>https://quantwatertech.netlify.app/research</a:t>
            </a:r>
            <a:endParaRPr lang="en-AE" sz="800" b="0" u="none" strike="noStrike">
              <a:solidFill>
                <a:srgbClr val="000000"/>
              </a:solidFill>
              <a:effectLst/>
              <a:uFillTx/>
              <a:latin typeface="Arial"/>
            </a:endParaRPr>
          </a:p>
          <a:p>
            <a:pPr marL="171360" indent="-171360" defTabSz="914400">
              <a:lnSpc>
                <a:spcPct val="100000"/>
              </a:lnSpc>
              <a:buClr>
                <a:srgbClr val="a6a6a6"/>
              </a:buClr>
              <a:buFont typeface="Arial"/>
              <a:buChar char="•"/>
            </a:pPr>
            <a:r>
              <a:rPr lang="en-US" sz="800" b="0" u="sng" strike="noStrike">
                <a:solidFill>
                  <a:schemeClr val="lt1">
                    <a:lumMod val="65000"/>
                  </a:schemeClr>
                </a:solidFill>
                <a:effectLst/>
                <a:uFillTx/>
                <a:latin typeface="Century Gothic"/>
                <a:hlinkClick r:id="rId5"/>
              </a:rPr>
              <a:t>https://quantwater.tech/blog</a:t>
            </a:r>
            <a:endParaRPr lang="en-AE"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1" name="PlaceHolder 1"/>
          <p:cNvSpPr>
            <a:spLocks noGrp="1"/>
          </p:cNvSpPr>
          <p:nvPr>
            <p:ph type="title"/>
          </p:nvPr>
        </p:nvSpPr>
        <p:spPr>
          <a:xfrm>
            <a:off x="648720" y="376200"/>
            <a:ext cx="5872680" cy="1761120"/>
          </a:xfrm>
          <a:prstGeom prst="rect">
            <a:avLst/>
          </a:prstGeom>
          <a:noFill/>
          <a:ln w="0">
            <a:noFill/>
          </a:ln>
        </p:spPr>
        <p:txBody>
          <a:bodyPr lIns="91440" rIns="91440" tIns="45720" bIns="45720" anchor="ctr">
            <a:normAutofit/>
          </a:bodyPr>
          <a:p>
            <a:pPr indent="0" defTabSz="914400">
              <a:lnSpc>
                <a:spcPct val="90000"/>
              </a:lnSpc>
              <a:buNone/>
              <a:tabLst>
                <a:tab algn="l" pos="0"/>
              </a:tabLst>
            </a:pPr>
            <a:r>
              <a:rPr lang="en-US" sz="2800" b="1" u="none" strike="noStrike">
                <a:solidFill>
                  <a:schemeClr val="accent5">
                    <a:lumMod val="50000"/>
                  </a:schemeClr>
                </a:solidFill>
                <a:effectLst/>
                <a:uFillTx/>
                <a:latin typeface="Century Gothic"/>
              </a:rPr>
              <a:t>Thank You!</a:t>
            </a:r>
            <a:endParaRPr lang="en-AE" sz="2800" b="0" u="none" strike="noStrike">
              <a:solidFill>
                <a:srgbClr val="000000"/>
              </a:solidFill>
              <a:effectLst/>
              <a:uFillTx/>
              <a:latin typeface="Arial"/>
            </a:endParaRPr>
          </a:p>
        </p:txBody>
      </p:sp>
      <p:sp>
        <p:nvSpPr>
          <p:cNvPr id="392" name="Subtitle 1"/>
          <p:cNvSpPr/>
          <p:nvPr/>
        </p:nvSpPr>
        <p:spPr>
          <a:xfrm>
            <a:off x="7820640" y="5001480"/>
            <a:ext cx="7741800" cy="962640"/>
          </a:xfrm>
          <a:prstGeom prst="rect">
            <a:avLst/>
          </a:prstGeom>
          <a:noFill/>
          <a:ln w="0">
            <a:noFill/>
          </a:ln>
        </p:spPr>
        <p:style>
          <a:lnRef idx="0"/>
          <a:fillRef idx="0"/>
          <a:effectRef idx="0"/>
          <a:fontRef idx="minor"/>
        </p:style>
        <p:txBody>
          <a:bodyPr lIns="90000" rIns="90000" tIns="45000" bIns="45000" anchor="t">
            <a:normAutofit/>
          </a:bodyPr>
          <a:p>
            <a:pPr>
              <a:lnSpc>
                <a:spcPct val="100000"/>
              </a:lnSpc>
            </a:pPr>
            <a:endParaRPr lang="en-US" sz="1800" b="1" u="none" strike="noStrike">
              <a:solidFill>
                <a:srgbClr val="111121"/>
              </a:solidFill>
              <a:effectLst/>
              <a:uFillTx/>
              <a:latin typeface="Century Gothic"/>
            </a:endParaRPr>
          </a:p>
        </p:txBody>
      </p:sp>
      <p:pic>
        <p:nvPicPr>
          <p:cNvPr id="393" name="Picture 3" descr="A line drawn on a white background&#10;&#10;Description automatically generated"/>
          <p:cNvPicPr/>
          <p:nvPr/>
        </p:nvPicPr>
        <p:blipFill>
          <a:blip r:embed="rId1">
            <a:extLst>
              <a:ext uri="{BEBA8EAE-BF5A-486C-A8C5-ECC9F3942E4B}">
                <a14:imgProps xmlns:a14="http://schemas.microsoft.com/office/drawing/2010/main">
                  <a14:imgLayer r:embed="rId2">
                    <a14:imgEffect>
                      <a14:sharpenSoften amount="-60000"/>
                    </a14:imgEffect>
                  </a14:imgLayer>
                </a14:imgProps>
              </a:ext>
            </a:extLst>
          </a:blip>
          <a:srcRect l="0" t="0" r="0" b="15262"/>
          <a:stretch/>
        </p:blipFill>
        <p:spPr>
          <a:xfrm>
            <a:off x="0" y="-24840"/>
            <a:ext cx="12187440" cy="5844600"/>
          </a:xfrm>
          <a:prstGeom prst="rect">
            <a:avLst/>
          </a:prstGeom>
          <a:noFill/>
          <a:ln w="0">
            <a:noFill/>
          </a:ln>
        </p:spPr>
      </p:pic>
      <p:sp>
        <p:nvSpPr>
          <p:cNvPr id="394" name="Title 5"/>
          <p:cNvSpPr/>
          <p:nvPr/>
        </p:nvSpPr>
        <p:spPr>
          <a:xfrm>
            <a:off x="361440" y="376200"/>
            <a:ext cx="6041880" cy="1807560"/>
          </a:xfrm>
          <a:prstGeom prst="rect">
            <a:avLst/>
          </a:prstGeom>
          <a:noFill/>
          <a:ln w="0">
            <a:noFill/>
          </a:ln>
        </p:spPr>
        <p:style>
          <a:lnRef idx="0"/>
          <a:fillRef idx="0"/>
          <a:effectRef idx="0"/>
          <a:fontRef idx="minor"/>
        </p:style>
        <p:txBody>
          <a:bodyPr lIns="90000" rIns="90000" tIns="45000" bIns="45000" anchor="ctr">
            <a:normAutofit/>
          </a:bodyPr>
          <a:p>
            <a:pPr defTabSz="914400">
              <a:lnSpc>
                <a:spcPct val="90000"/>
              </a:lnSpc>
            </a:pPr>
            <a:r>
              <a:rPr lang="en-US" sz="3300" b="1" u="none" strike="noStrike">
                <a:solidFill>
                  <a:schemeClr val="lt1">
                    <a:lumMod val="65000"/>
                  </a:schemeClr>
                </a:solidFill>
                <a:effectLst/>
                <a:uFillTx/>
                <a:latin typeface="Century Gothic"/>
              </a:rPr>
              <a:t>Thank You!</a:t>
            </a:r>
            <a:endParaRPr lang="en-AE" sz="3300" b="0" u="none" strike="noStrike">
              <a:solidFill>
                <a:srgbClr val="000000"/>
              </a:solidFill>
              <a:effectLst/>
              <a:uFillTx/>
              <a:latin typeface="Arial"/>
            </a:endParaRPr>
          </a:p>
        </p:txBody>
      </p:sp>
      <p:sp>
        <p:nvSpPr>
          <p:cNvPr id="395" name="Title 6"/>
          <p:cNvSpPr/>
          <p:nvPr/>
        </p:nvSpPr>
        <p:spPr>
          <a:xfrm>
            <a:off x="1654560" y="6268680"/>
            <a:ext cx="8578440" cy="507960"/>
          </a:xfrm>
          <a:prstGeom prst="rect">
            <a:avLst/>
          </a:prstGeom>
          <a:solidFill>
            <a:schemeClr val="bg1"/>
          </a:solidFill>
          <a:ln w="0">
            <a:noFill/>
          </a:ln>
        </p:spPr>
        <p:style>
          <a:lnRef idx="0"/>
          <a:fillRef idx="0"/>
          <a:effectRef idx="0"/>
          <a:fontRef idx="minor"/>
        </p:style>
        <p:txBody>
          <a:bodyPr lIns="90000" rIns="90000" tIns="45000" bIns="45000" anchor="ctr">
            <a:normAutofit lnSpcReduction="9999"/>
          </a:bodyPr>
          <a:p>
            <a:pPr algn="ctr" defTabSz="914400">
              <a:lnSpc>
                <a:spcPct val="90000"/>
              </a:lnSpc>
            </a:pPr>
            <a:r>
              <a:rPr lang="en-US" sz="3300" b="1" u="none" strike="noStrike">
                <a:solidFill>
                  <a:schemeClr val="lt1">
                    <a:lumMod val="65000"/>
                  </a:schemeClr>
                </a:solidFill>
                <a:effectLst/>
                <a:uFillTx/>
                <a:latin typeface="Century Gothic"/>
              </a:rPr>
              <a:t>Quantwater Tech Investments</a:t>
            </a:r>
            <a:endParaRPr lang="en-AE" sz="3300" b="0" u="none" strike="noStrike">
              <a:solidFill>
                <a:srgbClr val="000000"/>
              </a:solidFill>
              <a:effectLst/>
              <a:uFillTx/>
              <a:latin typeface="Arial"/>
            </a:endParaRPr>
          </a:p>
        </p:txBody>
      </p:sp>
      <p:sp>
        <p:nvSpPr>
          <p:cNvPr id="396" name="Title 7"/>
          <p:cNvSpPr/>
          <p:nvPr/>
        </p:nvSpPr>
        <p:spPr>
          <a:xfrm>
            <a:off x="372960" y="5576040"/>
            <a:ext cx="1648800" cy="662040"/>
          </a:xfrm>
          <a:prstGeom prst="rect">
            <a:avLst/>
          </a:prstGeom>
          <a:solidFill>
            <a:schemeClr val="bg1">
              <a:lumMod val="95000"/>
            </a:schemeClr>
          </a:solidFill>
          <a:ln w="0">
            <a:noFill/>
          </a:ln>
          <a:effectLst>
            <a:outerShdw algn="tl" blurRad="50760" dir="2700000" dist="37674" rotWithShape="0">
              <a:srgbClr val="000000">
                <a:alpha val="40000"/>
              </a:srgbClr>
            </a:outerShdw>
          </a:effectLst>
        </p:spPr>
        <p:style>
          <a:lnRef idx="0"/>
          <a:fillRef idx="0"/>
          <a:effectRef idx="0"/>
          <a:fontRef idx="minor"/>
        </p:style>
        <p:txBody>
          <a:bodyPr lIns="90000" rIns="90000" tIns="45000" bIns="45000" anchor="ctr">
            <a:normAutofit fontScale="62500" lnSpcReduction="19999"/>
          </a:bodyPr>
          <a:p>
            <a:pPr defTabSz="914400">
              <a:lnSpc>
                <a:spcPct val="90000"/>
              </a:lnSpc>
            </a:pPr>
            <a:r>
              <a:rPr lang="en-US" sz="1500" b="1" u="none" strike="noStrike">
                <a:solidFill>
                  <a:schemeClr val="lt1">
                    <a:lumMod val="65000"/>
                  </a:schemeClr>
                </a:solidFill>
                <a:effectLst/>
                <a:uFillTx/>
                <a:latin typeface="Century Gothic"/>
              </a:rPr>
              <a:t>Pawan Jatale</a:t>
            </a:r>
            <a:endParaRPr lang="en-AE" sz="1500" b="0" u="none" strike="noStrike">
              <a:solidFill>
                <a:srgbClr val="000000"/>
              </a:solidFill>
              <a:effectLst/>
              <a:uFillTx/>
              <a:latin typeface="Arial"/>
            </a:endParaRPr>
          </a:p>
          <a:p>
            <a:pPr defTabSz="914400">
              <a:lnSpc>
                <a:spcPct val="90000"/>
              </a:lnSpc>
            </a:pPr>
            <a:endParaRPr lang="en-AE" sz="1500" b="0" u="none" strike="noStrike">
              <a:solidFill>
                <a:srgbClr val="000000"/>
              </a:solidFill>
              <a:effectLst/>
              <a:uFillTx/>
              <a:latin typeface="Arial"/>
            </a:endParaRPr>
          </a:p>
          <a:p>
            <a:pPr defTabSz="914400">
              <a:lnSpc>
                <a:spcPct val="90000"/>
              </a:lnSpc>
            </a:pPr>
            <a:r>
              <a:rPr lang="en-US" sz="1500" b="1" u="none" strike="noStrike">
                <a:solidFill>
                  <a:schemeClr val="lt1">
                    <a:lumMod val="65000"/>
                  </a:schemeClr>
                </a:solidFill>
                <a:effectLst/>
                <a:uFillTx/>
                <a:latin typeface="Century Gothic"/>
              </a:rPr>
              <a:t>pawan@quantwater.tech</a:t>
            </a:r>
            <a:endParaRPr lang="en-AE" sz="1500" b="0" u="none" strike="noStrike">
              <a:solidFill>
                <a:srgbClr val="000000"/>
              </a:solidFill>
              <a:effectLst/>
              <a:uFillTx/>
              <a:latin typeface="Arial"/>
            </a:endParaRPr>
          </a:p>
          <a:p>
            <a:pPr defTabSz="914400">
              <a:lnSpc>
                <a:spcPct val="90000"/>
              </a:lnSpc>
            </a:pPr>
            <a:endParaRPr lang="en-AE" sz="1500" b="0" u="none" strike="noStrike">
              <a:solidFill>
                <a:srgbClr val="000000"/>
              </a:solidFill>
              <a:effectLst/>
              <a:uFillTx/>
              <a:latin typeface="Arial"/>
            </a:endParaRPr>
          </a:p>
          <a:p>
            <a:pPr defTabSz="914400">
              <a:lnSpc>
                <a:spcPct val="90000"/>
              </a:lnSpc>
            </a:pPr>
            <a:r>
              <a:rPr lang="en-US" sz="1500" b="1" u="none" strike="noStrike">
                <a:solidFill>
                  <a:schemeClr val="lt1">
                    <a:lumMod val="65000"/>
                  </a:schemeClr>
                </a:solidFill>
                <a:effectLst/>
                <a:uFillTx/>
                <a:latin typeface="Century Gothic"/>
              </a:rPr>
              <a:t>Co-Founder</a:t>
            </a:r>
            <a:endParaRPr lang="en-AE"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TAQA Template">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Custom 10">
      <a:majorFont>
        <a:latin typeface="Arial" pitchFamily="0" charset="1"/>
        <a:ea typeface=""/>
        <a:cs typeface="Arial" pitchFamily="0" charset="1"/>
      </a:majorFont>
      <a:minorFont>
        <a:latin typeface="Arial" pitchFamily="0" charset="1"/>
        <a:ea typeface=""/>
        <a:cs typeface="Arial" pitchFamily="0" charset="1"/>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6.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44</TotalTime>
  <Application>LibreOffice/25.8.4.2$MacOSX_AARCH64 LibreOffice_project/290daaa01b999472f0c7a3890eb6a550fd74c6df</Application>
  <AppVersion>15.0000</AppVersion>
  <Words>24187</Words>
  <Paragraphs>2144</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2026-01-04T12:04:03Z</dcterms:created>
  <dc:creator>Pawan J</dc:creator>
  <dc:description/>
  <dc:language>en-AE</dc:language>
  <cp:lastModifiedBy/>
  <cp:lastPrinted>2026-03-29T20:14:09Z</cp:lastPrinted>
  <dcterms:modified xsi:type="dcterms:W3CDTF">2026-03-29T20:16:22Z</dcterms:modified>
  <cp:revision>197</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B0001E9134B9550819465A69EBBE68C4_43</vt:lpwstr>
  </property>
  <property fmtid="{D5CDD505-2E9C-101B-9397-08002B2CF9AE}" pid="3" name="KSOProductBuildVer">
    <vt:lpwstr>1033-12.1.23153.23153</vt:lpwstr>
  </property>
  <property fmtid="{D5CDD505-2E9C-101B-9397-08002B2CF9AE}" pid="4" name="Notes">
    <vt:i4>1</vt:i4>
  </property>
  <property fmtid="{D5CDD505-2E9C-101B-9397-08002B2CF9AE}" pid="5" name="PresentationFormat">
    <vt:lpwstr>Widescreen</vt:lpwstr>
  </property>
  <property fmtid="{D5CDD505-2E9C-101B-9397-08002B2CF9AE}" pid="6" name="Slides">
    <vt:i4>206</vt:i4>
  </property>
</Properties>
</file>